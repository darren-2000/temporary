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tags/tag60.xml" ContentType="application/vnd.openxmlformats-officedocument.presentationml.tags+xml"/>
  <Override PartName="/ppt/slideLayouts/slideLayout47.xml" ContentType="application/vnd.openxmlformats-officedocument.presentationml.slideLayout+xml"/>
  <Override PartName="/ppt/theme/theme3.xml" ContentType="application/vnd.openxmlformats-officedocument.theme+xml"/>
  <Override PartName="/ppt/tags/tag61.xml" ContentType="application/vnd.openxmlformats-officedocument.presentationml.tags+xml"/>
  <Override PartName="/ppt/theme/theme4.xml" ContentType="application/vnd.openxmlformats-officedocument.theme+xml"/>
  <Override PartName="/ppt/theme/theme5.xml" ContentType="application/vnd.openxmlformats-officedocument.theme+xml"/>
  <Override PartName="/ppt/tags/tag62.xml" ContentType="application/vnd.openxmlformats-officedocument.presentationml.tags+xml"/>
  <Override PartName="/ppt/notesSlides/notesSlide1.xml" ContentType="application/vnd.openxmlformats-officedocument.presentationml.notesSlide+xml"/>
  <Override PartName="/ppt/tags/tag63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ags/tag64.xml" ContentType="application/vnd.openxmlformats-officedocument.presentationml.tags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7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0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1.xml" ContentType="application/vnd.openxmlformats-officedocument.presentationml.notesSlide+xml"/>
  <Override PartName="/ppt/tags/tag65.xml" ContentType="application/vnd.openxmlformats-officedocument.presentationml.tags+xml"/>
  <Override PartName="/ppt/notesSlides/notesSlide12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tags/tag66.xml" ContentType="application/vnd.openxmlformats-officedocument.presentationml.tags+xml"/>
  <Override PartName="/ppt/notesSlides/notesSlide13.xml" ContentType="application/vnd.openxmlformats-officedocument.presentationml.notesSlide+xml"/>
  <Override PartName="/ppt/tags/tag67.xml" ContentType="application/vnd.openxmlformats-officedocument.presentationml.tags+xml"/>
  <Override PartName="/ppt/notesSlides/notesSlide14.xml" ContentType="application/vnd.openxmlformats-officedocument.presentationml.notesSlide+xml"/>
  <Override PartName="/ppt/tags/tag68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69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5"/>
    <p:sldMasterId id="2147483735" r:id="rId6"/>
    <p:sldMasterId id="2147483734" r:id="rId7"/>
  </p:sldMasterIdLst>
  <p:notesMasterIdLst>
    <p:notesMasterId r:id="rId55"/>
  </p:notesMasterIdLst>
  <p:handoutMasterIdLst>
    <p:handoutMasterId r:id="rId56"/>
  </p:handoutMasterIdLst>
  <p:sldIdLst>
    <p:sldId id="256" r:id="rId8"/>
    <p:sldId id="818" r:id="rId9"/>
    <p:sldId id="262" r:id="rId10"/>
    <p:sldId id="313" r:id="rId11"/>
    <p:sldId id="312" r:id="rId12"/>
    <p:sldId id="314" r:id="rId13"/>
    <p:sldId id="795" r:id="rId14"/>
    <p:sldId id="287" r:id="rId15"/>
    <p:sldId id="808" r:id="rId16"/>
    <p:sldId id="296" r:id="rId17"/>
    <p:sldId id="820" r:id="rId18"/>
    <p:sldId id="819" r:id="rId19"/>
    <p:sldId id="823" r:id="rId20"/>
    <p:sldId id="792" r:id="rId21"/>
    <p:sldId id="311" r:id="rId22"/>
    <p:sldId id="310" r:id="rId23"/>
    <p:sldId id="804" r:id="rId24"/>
    <p:sldId id="809" r:id="rId25"/>
    <p:sldId id="810" r:id="rId26"/>
    <p:sldId id="813" r:id="rId27"/>
    <p:sldId id="844" r:id="rId28"/>
    <p:sldId id="852" r:id="rId29"/>
    <p:sldId id="295" r:id="rId30"/>
    <p:sldId id="806" r:id="rId31"/>
    <p:sldId id="807" r:id="rId32"/>
    <p:sldId id="800" r:id="rId33"/>
    <p:sldId id="802" r:id="rId34"/>
    <p:sldId id="801" r:id="rId35"/>
    <p:sldId id="803" r:id="rId36"/>
    <p:sldId id="814" r:id="rId37"/>
    <p:sldId id="798" r:id="rId38"/>
    <p:sldId id="288" r:id="rId39"/>
    <p:sldId id="846" r:id="rId40"/>
    <p:sldId id="847" r:id="rId41"/>
    <p:sldId id="848" r:id="rId42"/>
    <p:sldId id="849" r:id="rId43"/>
    <p:sldId id="850" r:id="rId44"/>
    <p:sldId id="851" r:id="rId45"/>
    <p:sldId id="845" r:id="rId46"/>
    <p:sldId id="822" r:id="rId47"/>
    <p:sldId id="298" r:id="rId48"/>
    <p:sldId id="853" r:id="rId49"/>
    <p:sldId id="817" r:id="rId50"/>
    <p:sldId id="816" r:id="rId51"/>
    <p:sldId id="279" r:id="rId52"/>
    <p:sldId id="285" r:id="rId53"/>
    <p:sldId id="297" r:id="rId54"/>
  </p:sldIdLst>
  <p:sldSz cx="12192000" cy="6858000"/>
  <p:notesSz cx="6858000" cy="9144000"/>
  <p:embeddedFontLst>
    <p:embeddedFont>
      <p:font typeface="FK CARIAD Light" pitchFamily="2" charset="0"/>
      <p:regular r:id="rId57"/>
      <p:bold r:id="rId58"/>
      <p:italic r:id="rId59"/>
      <p:boldItalic r:id="rId60"/>
    </p:embeddedFont>
  </p:embeddedFontLst>
  <p:custDataLst>
    <p:tags r:id="rId6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ocument info" id="{EC348B8A-92B6-490C-B70D-45FF6AFC9CC0}">
          <p14:sldIdLst/>
        </p14:section>
        <p14:section name="Content" id="{900346E4-448A-41F2-9A07-F7081AD58E80}">
          <p14:sldIdLst>
            <p14:sldId id="256"/>
            <p14:sldId id="818"/>
            <p14:sldId id="262"/>
            <p14:sldId id="313"/>
            <p14:sldId id="312"/>
            <p14:sldId id="314"/>
            <p14:sldId id="795"/>
            <p14:sldId id="287"/>
            <p14:sldId id="808"/>
            <p14:sldId id="296"/>
            <p14:sldId id="820"/>
            <p14:sldId id="819"/>
            <p14:sldId id="823"/>
            <p14:sldId id="792"/>
            <p14:sldId id="311"/>
            <p14:sldId id="310"/>
            <p14:sldId id="804"/>
            <p14:sldId id="809"/>
            <p14:sldId id="810"/>
            <p14:sldId id="813"/>
            <p14:sldId id="844"/>
            <p14:sldId id="852"/>
            <p14:sldId id="295"/>
            <p14:sldId id="806"/>
            <p14:sldId id="807"/>
            <p14:sldId id="800"/>
            <p14:sldId id="802"/>
            <p14:sldId id="801"/>
            <p14:sldId id="803"/>
            <p14:sldId id="814"/>
            <p14:sldId id="798"/>
            <p14:sldId id="288"/>
            <p14:sldId id="846"/>
            <p14:sldId id="847"/>
            <p14:sldId id="848"/>
            <p14:sldId id="849"/>
            <p14:sldId id="850"/>
            <p14:sldId id="851"/>
            <p14:sldId id="845"/>
            <p14:sldId id="822"/>
            <p14:sldId id="298"/>
            <p14:sldId id="853"/>
            <p14:sldId id="817"/>
            <p14:sldId id="816"/>
            <p14:sldId id="279"/>
            <p14:sldId id="285"/>
            <p14:sldId id="29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ehler, Jakob (VXE-1/1)" initials="KJ(" lastIdx="2" clrIdx="0">
    <p:extLst>
      <p:ext uri="{19B8F6BF-5375-455C-9EA6-DF929625EA0E}">
        <p15:presenceInfo xmlns:p15="http://schemas.microsoft.com/office/powerpoint/2012/main" userId="Kaehler, Jakob (VXE-1/1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AD5F9"/>
    <a:srgbClr val="E7D7FB"/>
    <a:srgbClr val="1D0638"/>
    <a:srgbClr val="CDCDD2"/>
    <a:srgbClr val="373741"/>
    <a:srgbClr val="442EE0"/>
    <a:srgbClr val="1EEF97"/>
    <a:srgbClr val="FEF04A"/>
    <a:srgbClr val="EE4C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E97B5-DE7D-5B45-9963-F95C312A854A}" v="457" dt="2025-08-21T12:05:10.9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7853C-536D-4A76-A0AE-DD22124D55A5}" styleName="Designformatvorlage 1 - Akz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E929F9F4-4A8F-4326-A1B4-22849713DDAB}" styleName="Dunkle Formatvorlage 1 - Akz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4B1156A-380E-4F78-BDF5-A606A8083BF9}" styleName="Mittlere Formatvorlage 4 - Akz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75DCB02-9BB8-47FD-8907-85C794F793BA}" styleName="Designformatvorlage 1 - Akz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DA37D80-6434-44D0-A028-1B22A696006F}" styleName="Helle Formatvorlage 3 - Akz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823"/>
    <p:restoredTop sz="75789"/>
  </p:normalViewPr>
  <p:slideViewPr>
    <p:cSldViewPr snapToGrid="0">
      <p:cViewPr varScale="1">
        <p:scale>
          <a:sx n="59" d="100"/>
          <a:sy n="59" d="100"/>
        </p:scale>
        <p:origin x="13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50" Type="http://schemas.openxmlformats.org/officeDocument/2006/relationships/slide" Target="slides/slide43.xml"/><Relationship Id="rId55" Type="http://schemas.openxmlformats.org/officeDocument/2006/relationships/notesMaster" Target="notesMasters/notesMaster1.xml"/><Relationship Id="rId63" Type="http://schemas.openxmlformats.org/officeDocument/2006/relationships/presProps" Target="presProps.xml"/><Relationship Id="rId68" Type="http://schemas.microsoft.com/office/2015/10/relationships/revisionInfo" Target="revisionInfo.xml"/><Relationship Id="rId7" Type="http://schemas.openxmlformats.org/officeDocument/2006/relationships/slideMaster" Target="slideMasters/slideMaster3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openxmlformats.org/officeDocument/2006/relationships/slide" Target="slides/slide46.xml"/><Relationship Id="rId58" Type="http://schemas.openxmlformats.org/officeDocument/2006/relationships/font" Target="fonts/font2.fntdata"/><Relationship Id="rId66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1" Type="http://schemas.openxmlformats.org/officeDocument/2006/relationships/tags" Target="tags/tag1.xml"/><Relationship Id="rId19" Type="http://schemas.openxmlformats.org/officeDocument/2006/relationships/slide" Target="slides/slide1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handoutMaster" Target="handoutMasters/handoutMaster1.xml"/><Relationship Id="rId64" Type="http://schemas.openxmlformats.org/officeDocument/2006/relationships/viewProps" Target="viewProps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font" Target="fonts/font3.fntdata"/><Relationship Id="rId67" Type="http://schemas.microsoft.com/office/2016/11/relationships/changesInfo" Target="changesInfos/changesInfo1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font" Target="fonts/font1.fntdata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font" Target="fonts/font4.fntdata"/><Relationship Id="rId65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9" Type="http://schemas.openxmlformats.org/officeDocument/2006/relationships/slide" Target="slides/slide3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bu, Morris Darren (T5-SF)" userId="0b777c9a-eeaf-40be-acdd-d329addef657" providerId="ADAL" clId="{21E3E1F5-D1D8-533B-8655-54E4C4544F10}"/>
    <pc:docChg chg="custSel addSld modSld modSection">
      <pc:chgData name="Babu, Morris Darren (T5-SF)" userId="0b777c9a-eeaf-40be-acdd-d329addef657" providerId="ADAL" clId="{21E3E1F5-D1D8-533B-8655-54E4C4544F10}" dt="2025-08-21T12:05:10.947" v="456" actId="20577"/>
      <pc:docMkLst>
        <pc:docMk/>
      </pc:docMkLst>
      <pc:sldChg chg="modSp mod">
        <pc:chgData name="Babu, Morris Darren (T5-SF)" userId="0b777c9a-eeaf-40be-acdd-d329addef657" providerId="ADAL" clId="{21E3E1F5-D1D8-533B-8655-54E4C4544F10}" dt="2025-08-21T11:59:38.871" v="218" actId="20577"/>
        <pc:sldMkLst>
          <pc:docMk/>
          <pc:sldMk cId="2062308262" sldId="288"/>
        </pc:sldMkLst>
        <pc:spChg chg="mod">
          <ac:chgData name="Babu, Morris Darren (T5-SF)" userId="0b777c9a-eeaf-40be-acdd-d329addef657" providerId="ADAL" clId="{21E3E1F5-D1D8-533B-8655-54E4C4544F10}" dt="2025-08-21T11:59:38.871" v="218" actId="20577"/>
          <ac:spMkLst>
            <pc:docMk/>
            <pc:sldMk cId="2062308262" sldId="288"/>
            <ac:spMk id="8" creationId="{2F9EBE57-238A-7265-3197-06F7E04F673D}"/>
          </ac:spMkLst>
        </pc:spChg>
      </pc:sldChg>
      <pc:sldChg chg="modSp add mod">
        <pc:chgData name="Babu, Morris Darren (T5-SF)" userId="0b777c9a-eeaf-40be-acdd-d329addef657" providerId="ADAL" clId="{21E3E1F5-D1D8-533B-8655-54E4C4544F10}" dt="2025-08-21T12:04:26.877" v="420" actId="20577"/>
        <pc:sldMkLst>
          <pc:docMk/>
          <pc:sldMk cId="2147197656" sldId="294"/>
        </pc:sldMkLst>
        <pc:spChg chg="mod">
          <ac:chgData name="Babu, Morris Darren (T5-SF)" userId="0b777c9a-eeaf-40be-acdd-d329addef657" providerId="ADAL" clId="{21E3E1F5-D1D8-533B-8655-54E4C4544F10}" dt="2025-08-21T12:04:26.877" v="420" actId="20577"/>
          <ac:spMkLst>
            <pc:docMk/>
            <pc:sldMk cId="2147197656" sldId="294"/>
            <ac:spMk id="9" creationId="{801B778C-B046-FB49-14C1-C0BE1A72E41C}"/>
          </ac:spMkLst>
        </pc:spChg>
      </pc:sldChg>
      <pc:sldChg chg="modSp">
        <pc:chgData name="Babu, Morris Darren (T5-SF)" userId="0b777c9a-eeaf-40be-acdd-d329addef657" providerId="ADAL" clId="{21E3E1F5-D1D8-533B-8655-54E4C4544F10}" dt="2025-08-21T12:05:10.947" v="456" actId="20577"/>
        <pc:sldMkLst>
          <pc:docMk/>
          <pc:sldMk cId="3913946319" sldId="301"/>
        </pc:sldMkLst>
        <pc:graphicFrameChg chg="mod">
          <ac:chgData name="Babu, Morris Darren (T5-SF)" userId="0b777c9a-eeaf-40be-acdd-d329addef657" providerId="ADAL" clId="{21E3E1F5-D1D8-533B-8655-54E4C4544F10}" dt="2025-08-21T12:05:10.947" v="456" actId="20577"/>
          <ac:graphicFrameMkLst>
            <pc:docMk/>
            <pc:sldMk cId="3913946319" sldId="301"/>
            <ac:graphicFrameMk id="10" creationId="{E55FA3DA-6784-CE48-2A92-C44429B33A50}"/>
          </ac:graphicFrameMkLst>
        </pc:graphicFrameChg>
      </pc:sldChg>
      <pc:sldChg chg="add">
        <pc:chgData name="Babu, Morris Darren (T5-SF)" userId="0b777c9a-eeaf-40be-acdd-d329addef657" providerId="ADAL" clId="{21E3E1F5-D1D8-533B-8655-54E4C4544F10}" dt="2025-08-21T11:59:32.766" v="201" actId="2890"/>
        <pc:sldMkLst>
          <pc:docMk/>
          <pc:sldMk cId="1378309585" sldId="817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sv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sv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5">
  <dgm:title val=""/>
  <dgm:desc val=""/>
  <dgm:catLst>
    <dgm:cat type="accent6" pri="11500"/>
  </dgm:catLst>
  <dgm:styleLbl name="node0">
    <dgm:fillClrLst meth="cycle"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alpha val="90000"/>
      </a:schemeClr>
      <a:schemeClr val="accent6">
        <a:alpha val="5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/>
    <dgm:txEffectClrLst/>
  </dgm:styleLbl>
  <dgm:styleLbl name="node1">
    <dgm:fillClrLst>
      <a:schemeClr val="accent6">
        <a:alpha val="9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6">
        <a:shade val="9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  <a:alpha val="90000"/>
      </a:schemeClr>
      <a:schemeClr val="accent6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6">
        <a:alpha val="90000"/>
        <a:tint val="40000"/>
      </a:schemeClr>
      <a:schemeClr val="accent6">
        <a:alpha val="5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9652A6B-99C1-4434-85DB-DB88C8DDAA3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1C36C03-9F20-4503-AA84-8378F7DF3F90}">
      <dgm:prSet/>
      <dgm:spPr/>
      <dgm:t>
        <a:bodyPr/>
        <a:lstStyle/>
        <a:p>
          <a:r>
            <a:rPr lang="en-US"/>
            <a:t>• Current white-box fuzzing &amp; testing are manual or slow to scale  </a:t>
          </a:r>
        </a:p>
      </dgm:t>
    </dgm:pt>
    <dgm:pt modelId="{7D232484-E16C-4AA8-A558-066358657133}" type="parTrans" cxnId="{91A65E12-97AF-4CDA-B29C-36258D283B8A}">
      <dgm:prSet/>
      <dgm:spPr/>
      <dgm:t>
        <a:bodyPr/>
        <a:lstStyle/>
        <a:p>
          <a:endParaRPr lang="en-US"/>
        </a:p>
      </dgm:t>
    </dgm:pt>
    <dgm:pt modelId="{4353175F-5BB3-46E4-A736-E9A4628CC7BC}" type="sibTrans" cxnId="{91A65E12-97AF-4CDA-B29C-36258D283B8A}">
      <dgm:prSet/>
      <dgm:spPr/>
      <dgm:t>
        <a:bodyPr/>
        <a:lstStyle/>
        <a:p>
          <a:endParaRPr lang="en-US"/>
        </a:p>
      </dgm:t>
    </dgm:pt>
    <dgm:pt modelId="{3261E47C-52F6-4FE4-8C29-1B1FF83063F1}">
      <dgm:prSet/>
      <dgm:spPr/>
      <dgm:t>
        <a:bodyPr/>
        <a:lstStyle/>
        <a:p>
          <a:r>
            <a:rPr lang="en-US"/>
            <a:t>• Vulnerabilities may slip through nightly CI due to time limits  </a:t>
          </a:r>
        </a:p>
      </dgm:t>
    </dgm:pt>
    <dgm:pt modelId="{87A3C10D-A673-4326-8EBF-220498B8EF4C}" type="parTrans" cxnId="{E018395A-C076-4582-8076-74726B474E2A}">
      <dgm:prSet/>
      <dgm:spPr/>
      <dgm:t>
        <a:bodyPr/>
        <a:lstStyle/>
        <a:p>
          <a:endParaRPr lang="en-US"/>
        </a:p>
      </dgm:t>
    </dgm:pt>
    <dgm:pt modelId="{6EDD7692-1B15-4441-AE23-9EA583364D6F}" type="sibTrans" cxnId="{E018395A-C076-4582-8076-74726B474E2A}">
      <dgm:prSet/>
      <dgm:spPr/>
      <dgm:t>
        <a:bodyPr/>
        <a:lstStyle/>
        <a:p>
          <a:endParaRPr lang="en-US"/>
        </a:p>
      </dgm:t>
    </dgm:pt>
    <dgm:pt modelId="{B0CE6E54-2B07-4CD1-9B51-857DF98DAD4C}">
      <dgm:prSet/>
      <dgm:spPr/>
      <dgm:t>
        <a:bodyPr/>
        <a:lstStyle/>
        <a:p>
          <a:r>
            <a:rPr lang="en-US"/>
            <a:t>• Need an AI-guided approach integrated into CI/CD/CT to  </a:t>
          </a:r>
        </a:p>
      </dgm:t>
    </dgm:pt>
    <dgm:pt modelId="{BC162A77-EB49-4AE2-8040-E824BCBBF025}" type="parTrans" cxnId="{27BCE1AF-B6D5-4C8C-93E9-18F62E53EB77}">
      <dgm:prSet/>
      <dgm:spPr/>
      <dgm:t>
        <a:bodyPr/>
        <a:lstStyle/>
        <a:p>
          <a:endParaRPr lang="en-US"/>
        </a:p>
      </dgm:t>
    </dgm:pt>
    <dgm:pt modelId="{20B16731-4DD4-4335-AB81-E8E829A6102F}" type="sibTrans" cxnId="{27BCE1AF-B6D5-4C8C-93E9-18F62E53EB77}">
      <dgm:prSet/>
      <dgm:spPr/>
      <dgm:t>
        <a:bodyPr/>
        <a:lstStyle/>
        <a:p>
          <a:endParaRPr lang="en-US"/>
        </a:p>
      </dgm:t>
    </dgm:pt>
    <dgm:pt modelId="{A75244CE-4270-4B2F-A45B-AF1ED13BB56C}">
      <dgm:prSet/>
      <dgm:spPr/>
      <dgm:t>
        <a:bodyPr/>
        <a:lstStyle/>
        <a:p>
          <a:r>
            <a:rPr lang="en-US"/>
            <a:t>– boost path coverage</a:t>
          </a:r>
        </a:p>
      </dgm:t>
    </dgm:pt>
    <dgm:pt modelId="{38157164-18D2-4A93-97B7-165D7B675279}" type="parTrans" cxnId="{3227C5F2-5210-4E4C-B074-87A6F16996EE}">
      <dgm:prSet/>
      <dgm:spPr/>
      <dgm:t>
        <a:bodyPr/>
        <a:lstStyle/>
        <a:p>
          <a:endParaRPr lang="en-US"/>
        </a:p>
      </dgm:t>
    </dgm:pt>
    <dgm:pt modelId="{E166B312-E62B-4C80-AEF2-653B0790605B}" type="sibTrans" cxnId="{3227C5F2-5210-4E4C-B074-87A6F16996EE}">
      <dgm:prSet/>
      <dgm:spPr/>
      <dgm:t>
        <a:bodyPr/>
        <a:lstStyle/>
        <a:p>
          <a:endParaRPr lang="en-US"/>
        </a:p>
      </dgm:t>
    </dgm:pt>
    <dgm:pt modelId="{88004EEA-DB0B-41F5-920F-8C10B5C9BEE8}">
      <dgm:prSet/>
      <dgm:spPr/>
      <dgm:t>
        <a:bodyPr/>
        <a:lstStyle/>
        <a:p>
          <a:r>
            <a:rPr lang="en-US"/>
            <a:t>– reduce manual fuzz test case creation</a:t>
          </a:r>
        </a:p>
      </dgm:t>
    </dgm:pt>
    <dgm:pt modelId="{8D03F139-789E-4625-8B26-4CAB7165A99C}" type="parTrans" cxnId="{BA21ACE8-CC74-4768-8DA8-A89E746CBE00}">
      <dgm:prSet/>
      <dgm:spPr/>
      <dgm:t>
        <a:bodyPr/>
        <a:lstStyle/>
        <a:p>
          <a:endParaRPr lang="en-US"/>
        </a:p>
      </dgm:t>
    </dgm:pt>
    <dgm:pt modelId="{75DE1430-CCD4-41B8-B6B2-BBC55009FD5E}" type="sibTrans" cxnId="{BA21ACE8-CC74-4768-8DA8-A89E746CBE00}">
      <dgm:prSet/>
      <dgm:spPr/>
      <dgm:t>
        <a:bodyPr/>
        <a:lstStyle/>
        <a:p>
          <a:endParaRPr lang="en-US"/>
        </a:p>
      </dgm:t>
    </dgm:pt>
    <dgm:pt modelId="{7819C46C-D68D-47D5-B6C7-272EF031485F}">
      <dgm:prSet/>
      <dgm:spPr/>
      <dgm:t>
        <a:bodyPr/>
        <a:lstStyle/>
        <a:p>
          <a:r>
            <a:rPr lang="en-US"/>
            <a:t>– auto-generate actionable test artifacts</a:t>
          </a:r>
        </a:p>
      </dgm:t>
    </dgm:pt>
    <dgm:pt modelId="{90348113-F482-438A-8261-B1E849831BEA}" type="parTrans" cxnId="{88D38EC7-8A40-4DF4-973E-DBDE8539B547}">
      <dgm:prSet/>
      <dgm:spPr/>
      <dgm:t>
        <a:bodyPr/>
        <a:lstStyle/>
        <a:p>
          <a:endParaRPr lang="en-US"/>
        </a:p>
      </dgm:t>
    </dgm:pt>
    <dgm:pt modelId="{C6A1FD95-F5D8-4663-BAB4-EB95A38D98C1}" type="sibTrans" cxnId="{88D38EC7-8A40-4DF4-973E-DBDE8539B547}">
      <dgm:prSet/>
      <dgm:spPr/>
      <dgm:t>
        <a:bodyPr/>
        <a:lstStyle/>
        <a:p>
          <a:endParaRPr lang="en-US"/>
        </a:p>
      </dgm:t>
    </dgm:pt>
    <dgm:pt modelId="{40027D52-1CBD-4C0E-A319-F3BA267E012F}" type="pres">
      <dgm:prSet presAssocID="{C9652A6B-99C1-4434-85DB-DB88C8DDAA3B}" presName="root" presStyleCnt="0">
        <dgm:presLayoutVars>
          <dgm:dir/>
          <dgm:resizeHandles val="exact"/>
        </dgm:presLayoutVars>
      </dgm:prSet>
      <dgm:spPr/>
    </dgm:pt>
    <dgm:pt modelId="{E5C1288D-F5B6-47DE-B11F-5B8865275693}" type="pres">
      <dgm:prSet presAssocID="{41C36C03-9F20-4503-AA84-8378F7DF3F90}" presName="compNode" presStyleCnt="0"/>
      <dgm:spPr/>
    </dgm:pt>
    <dgm:pt modelId="{887277A3-1AF9-4787-90F5-646834ED4AEB}" type="pres">
      <dgm:prSet presAssocID="{41C36C03-9F20-4503-AA84-8378F7DF3F90}" presName="bgRect" presStyleLbl="bgShp" presStyleIdx="0" presStyleCnt="6"/>
      <dgm:spPr/>
    </dgm:pt>
    <dgm:pt modelId="{A0610640-5920-49A4-ADCC-24FE925EC238}" type="pres">
      <dgm:prSet presAssocID="{41C36C03-9F20-4503-AA84-8378F7DF3F90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1A1A3BBD-02C0-4305-A075-9588F36F15C2}" type="pres">
      <dgm:prSet presAssocID="{41C36C03-9F20-4503-AA84-8378F7DF3F90}" presName="spaceRect" presStyleCnt="0"/>
      <dgm:spPr/>
    </dgm:pt>
    <dgm:pt modelId="{EF1257C4-E452-4E3B-9103-ED275E6185FD}" type="pres">
      <dgm:prSet presAssocID="{41C36C03-9F20-4503-AA84-8378F7DF3F90}" presName="parTx" presStyleLbl="revTx" presStyleIdx="0" presStyleCnt="6">
        <dgm:presLayoutVars>
          <dgm:chMax val="0"/>
          <dgm:chPref val="0"/>
        </dgm:presLayoutVars>
      </dgm:prSet>
      <dgm:spPr/>
    </dgm:pt>
    <dgm:pt modelId="{19875769-54EE-4470-9240-2CDFE26DFE53}" type="pres">
      <dgm:prSet presAssocID="{4353175F-5BB3-46E4-A736-E9A4628CC7BC}" presName="sibTrans" presStyleCnt="0"/>
      <dgm:spPr/>
    </dgm:pt>
    <dgm:pt modelId="{D2EDE79D-617B-493C-A9A0-C3FEF15F13B9}" type="pres">
      <dgm:prSet presAssocID="{3261E47C-52F6-4FE4-8C29-1B1FF83063F1}" presName="compNode" presStyleCnt="0"/>
      <dgm:spPr/>
    </dgm:pt>
    <dgm:pt modelId="{8988962A-4C35-4146-A525-1C62CB7A0B30}" type="pres">
      <dgm:prSet presAssocID="{3261E47C-52F6-4FE4-8C29-1B1FF83063F1}" presName="bgRect" presStyleLbl="bgShp" presStyleIdx="1" presStyleCnt="6"/>
      <dgm:spPr/>
    </dgm:pt>
    <dgm:pt modelId="{BB83449D-428A-4C44-8FEB-C751CB95861C}" type="pres">
      <dgm:prSet presAssocID="{3261E47C-52F6-4FE4-8C29-1B1FF83063F1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72CF59AB-C267-463A-A3A6-FF0A4DFAEE8B}" type="pres">
      <dgm:prSet presAssocID="{3261E47C-52F6-4FE4-8C29-1B1FF83063F1}" presName="spaceRect" presStyleCnt="0"/>
      <dgm:spPr/>
    </dgm:pt>
    <dgm:pt modelId="{5B4A1AB6-560D-4012-87F6-83D776BB341C}" type="pres">
      <dgm:prSet presAssocID="{3261E47C-52F6-4FE4-8C29-1B1FF83063F1}" presName="parTx" presStyleLbl="revTx" presStyleIdx="1" presStyleCnt="6">
        <dgm:presLayoutVars>
          <dgm:chMax val="0"/>
          <dgm:chPref val="0"/>
        </dgm:presLayoutVars>
      </dgm:prSet>
      <dgm:spPr/>
    </dgm:pt>
    <dgm:pt modelId="{F606A3BE-7531-4C1A-9D54-0321964C345D}" type="pres">
      <dgm:prSet presAssocID="{6EDD7692-1B15-4441-AE23-9EA583364D6F}" presName="sibTrans" presStyleCnt="0"/>
      <dgm:spPr/>
    </dgm:pt>
    <dgm:pt modelId="{A2279B7D-769C-489D-8850-632693692D96}" type="pres">
      <dgm:prSet presAssocID="{B0CE6E54-2B07-4CD1-9B51-857DF98DAD4C}" presName="compNode" presStyleCnt="0"/>
      <dgm:spPr/>
    </dgm:pt>
    <dgm:pt modelId="{9101B34E-CE4C-46DC-B9C1-F69F21AF1CAB}" type="pres">
      <dgm:prSet presAssocID="{B0CE6E54-2B07-4CD1-9B51-857DF98DAD4C}" presName="bgRect" presStyleLbl="bgShp" presStyleIdx="2" presStyleCnt="6"/>
      <dgm:spPr/>
    </dgm:pt>
    <dgm:pt modelId="{71F844AF-52A3-436F-82A5-D08466AF30B4}" type="pres">
      <dgm:prSet presAssocID="{B0CE6E54-2B07-4CD1-9B51-857DF98DAD4C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76B3319F-5A98-475E-8B27-4F7FEEEF3D90}" type="pres">
      <dgm:prSet presAssocID="{B0CE6E54-2B07-4CD1-9B51-857DF98DAD4C}" presName="spaceRect" presStyleCnt="0"/>
      <dgm:spPr/>
    </dgm:pt>
    <dgm:pt modelId="{8E52BCDF-5F8A-4C0F-8244-7505043F57E7}" type="pres">
      <dgm:prSet presAssocID="{B0CE6E54-2B07-4CD1-9B51-857DF98DAD4C}" presName="parTx" presStyleLbl="revTx" presStyleIdx="2" presStyleCnt="6">
        <dgm:presLayoutVars>
          <dgm:chMax val="0"/>
          <dgm:chPref val="0"/>
        </dgm:presLayoutVars>
      </dgm:prSet>
      <dgm:spPr/>
    </dgm:pt>
    <dgm:pt modelId="{24EEA6BF-8526-479D-A81B-8E37D2090B9E}" type="pres">
      <dgm:prSet presAssocID="{20B16731-4DD4-4335-AB81-E8E829A6102F}" presName="sibTrans" presStyleCnt="0"/>
      <dgm:spPr/>
    </dgm:pt>
    <dgm:pt modelId="{A34738C0-DB1F-4802-8323-266AE8FFE34B}" type="pres">
      <dgm:prSet presAssocID="{A75244CE-4270-4B2F-A45B-AF1ED13BB56C}" presName="compNode" presStyleCnt="0"/>
      <dgm:spPr/>
    </dgm:pt>
    <dgm:pt modelId="{8083AECC-8B03-4DDE-B8C9-DA16D24CA40E}" type="pres">
      <dgm:prSet presAssocID="{A75244CE-4270-4B2F-A45B-AF1ED13BB56C}" presName="bgRect" presStyleLbl="bgShp" presStyleIdx="3" presStyleCnt="6"/>
      <dgm:spPr/>
    </dgm:pt>
    <dgm:pt modelId="{452E0326-9120-47E4-8086-67687742E717}" type="pres">
      <dgm:prSet presAssocID="{A75244CE-4270-4B2F-A45B-AF1ED13BB56C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gn"/>
        </a:ext>
      </dgm:extLst>
    </dgm:pt>
    <dgm:pt modelId="{34D4CD2E-6259-4546-BAE1-2BB06AE56EC3}" type="pres">
      <dgm:prSet presAssocID="{A75244CE-4270-4B2F-A45B-AF1ED13BB56C}" presName="spaceRect" presStyleCnt="0"/>
      <dgm:spPr/>
    </dgm:pt>
    <dgm:pt modelId="{07614FBA-CDDA-4273-A042-2FF8908CAF04}" type="pres">
      <dgm:prSet presAssocID="{A75244CE-4270-4B2F-A45B-AF1ED13BB56C}" presName="parTx" presStyleLbl="revTx" presStyleIdx="3" presStyleCnt="6">
        <dgm:presLayoutVars>
          <dgm:chMax val="0"/>
          <dgm:chPref val="0"/>
        </dgm:presLayoutVars>
      </dgm:prSet>
      <dgm:spPr/>
    </dgm:pt>
    <dgm:pt modelId="{E62ED244-BBBF-4AC1-B674-E159C59932DA}" type="pres">
      <dgm:prSet presAssocID="{E166B312-E62B-4C80-AEF2-653B0790605B}" presName="sibTrans" presStyleCnt="0"/>
      <dgm:spPr/>
    </dgm:pt>
    <dgm:pt modelId="{FACB547E-870B-4EC9-841D-0DDE6DC5F125}" type="pres">
      <dgm:prSet presAssocID="{88004EEA-DB0B-41F5-920F-8C10B5C9BEE8}" presName="compNode" presStyleCnt="0"/>
      <dgm:spPr/>
    </dgm:pt>
    <dgm:pt modelId="{A69D84FA-16AF-45E4-97C7-AEF5DF728102}" type="pres">
      <dgm:prSet presAssocID="{88004EEA-DB0B-41F5-920F-8C10B5C9BEE8}" presName="bgRect" presStyleLbl="bgShp" presStyleIdx="4" presStyleCnt="6"/>
      <dgm:spPr/>
    </dgm:pt>
    <dgm:pt modelId="{9E8685C9-15B5-4BD2-ABF5-3191819778C4}" type="pres">
      <dgm:prSet presAssocID="{88004EEA-DB0B-41F5-920F-8C10B5C9BEE8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C04D87A2-04F4-4B10-A740-CDA11A72139B}" type="pres">
      <dgm:prSet presAssocID="{88004EEA-DB0B-41F5-920F-8C10B5C9BEE8}" presName="spaceRect" presStyleCnt="0"/>
      <dgm:spPr/>
    </dgm:pt>
    <dgm:pt modelId="{642033B3-3EE7-48BE-89A5-F39FB2B7B365}" type="pres">
      <dgm:prSet presAssocID="{88004EEA-DB0B-41F5-920F-8C10B5C9BEE8}" presName="parTx" presStyleLbl="revTx" presStyleIdx="4" presStyleCnt="6">
        <dgm:presLayoutVars>
          <dgm:chMax val="0"/>
          <dgm:chPref val="0"/>
        </dgm:presLayoutVars>
      </dgm:prSet>
      <dgm:spPr/>
    </dgm:pt>
    <dgm:pt modelId="{1E2C7D2A-3289-4C61-861C-853F0738D49F}" type="pres">
      <dgm:prSet presAssocID="{75DE1430-CCD4-41B8-B6B2-BBC55009FD5E}" presName="sibTrans" presStyleCnt="0"/>
      <dgm:spPr/>
    </dgm:pt>
    <dgm:pt modelId="{6A97FB53-4865-491F-8C62-C516C1F473BA}" type="pres">
      <dgm:prSet presAssocID="{7819C46C-D68D-47D5-B6C7-272EF031485F}" presName="compNode" presStyleCnt="0"/>
      <dgm:spPr/>
    </dgm:pt>
    <dgm:pt modelId="{058937F9-8539-48E9-B3CC-70718BC0BB4C}" type="pres">
      <dgm:prSet presAssocID="{7819C46C-D68D-47D5-B6C7-272EF031485F}" presName="bgRect" presStyleLbl="bgShp" presStyleIdx="5" presStyleCnt="6"/>
      <dgm:spPr/>
    </dgm:pt>
    <dgm:pt modelId="{EF7ED5E7-99C8-40A9-BB18-C09079B1C03D}" type="pres">
      <dgm:prSet presAssocID="{7819C46C-D68D-47D5-B6C7-272EF031485F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68577222-733D-49EC-8F3F-9A669EA74423}" type="pres">
      <dgm:prSet presAssocID="{7819C46C-D68D-47D5-B6C7-272EF031485F}" presName="spaceRect" presStyleCnt="0"/>
      <dgm:spPr/>
    </dgm:pt>
    <dgm:pt modelId="{C19119D9-DD7C-421E-B11E-62243F4B5FB0}" type="pres">
      <dgm:prSet presAssocID="{7819C46C-D68D-47D5-B6C7-272EF031485F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C98A0F09-237A-49D4-99EC-A5AEDED147A8}" type="presOf" srcId="{41C36C03-9F20-4503-AA84-8378F7DF3F90}" destId="{EF1257C4-E452-4E3B-9103-ED275E6185FD}" srcOrd="0" destOrd="0" presId="urn:microsoft.com/office/officeart/2018/2/layout/IconVerticalSolidList"/>
    <dgm:cxn modelId="{91A65E12-97AF-4CDA-B29C-36258D283B8A}" srcId="{C9652A6B-99C1-4434-85DB-DB88C8DDAA3B}" destId="{41C36C03-9F20-4503-AA84-8378F7DF3F90}" srcOrd="0" destOrd="0" parTransId="{7D232484-E16C-4AA8-A558-066358657133}" sibTransId="{4353175F-5BB3-46E4-A736-E9A4628CC7BC}"/>
    <dgm:cxn modelId="{23F4CB37-D21D-45B3-BBB7-E5089E6062FB}" type="presOf" srcId="{C9652A6B-99C1-4434-85DB-DB88C8DDAA3B}" destId="{40027D52-1CBD-4C0E-A319-F3BA267E012F}" srcOrd="0" destOrd="0" presId="urn:microsoft.com/office/officeart/2018/2/layout/IconVerticalSolidList"/>
    <dgm:cxn modelId="{E018395A-C076-4582-8076-74726B474E2A}" srcId="{C9652A6B-99C1-4434-85DB-DB88C8DDAA3B}" destId="{3261E47C-52F6-4FE4-8C29-1B1FF83063F1}" srcOrd="1" destOrd="0" parTransId="{87A3C10D-A673-4326-8EBF-220498B8EF4C}" sibTransId="{6EDD7692-1B15-4441-AE23-9EA583364D6F}"/>
    <dgm:cxn modelId="{899E7C5B-B43A-440B-AF3C-DA684FDAE9FB}" type="presOf" srcId="{A75244CE-4270-4B2F-A45B-AF1ED13BB56C}" destId="{07614FBA-CDDA-4273-A042-2FF8908CAF04}" srcOrd="0" destOrd="0" presId="urn:microsoft.com/office/officeart/2018/2/layout/IconVerticalSolidList"/>
    <dgm:cxn modelId="{93C4F869-6D27-444A-872C-00156515DC09}" type="presOf" srcId="{88004EEA-DB0B-41F5-920F-8C10B5C9BEE8}" destId="{642033B3-3EE7-48BE-89A5-F39FB2B7B365}" srcOrd="0" destOrd="0" presId="urn:microsoft.com/office/officeart/2018/2/layout/IconVerticalSolidList"/>
    <dgm:cxn modelId="{58E81F9B-FCA5-48CC-A8A0-6E6626969CAD}" type="presOf" srcId="{B0CE6E54-2B07-4CD1-9B51-857DF98DAD4C}" destId="{8E52BCDF-5F8A-4C0F-8244-7505043F57E7}" srcOrd="0" destOrd="0" presId="urn:microsoft.com/office/officeart/2018/2/layout/IconVerticalSolidList"/>
    <dgm:cxn modelId="{27BCE1AF-B6D5-4C8C-93E9-18F62E53EB77}" srcId="{C9652A6B-99C1-4434-85DB-DB88C8DDAA3B}" destId="{B0CE6E54-2B07-4CD1-9B51-857DF98DAD4C}" srcOrd="2" destOrd="0" parTransId="{BC162A77-EB49-4AE2-8040-E824BCBBF025}" sibTransId="{20B16731-4DD4-4335-AB81-E8E829A6102F}"/>
    <dgm:cxn modelId="{05CEF9C2-F9AD-45B3-857C-2F6E6A56D8C0}" type="presOf" srcId="{3261E47C-52F6-4FE4-8C29-1B1FF83063F1}" destId="{5B4A1AB6-560D-4012-87F6-83D776BB341C}" srcOrd="0" destOrd="0" presId="urn:microsoft.com/office/officeart/2018/2/layout/IconVerticalSolidList"/>
    <dgm:cxn modelId="{88D38EC7-8A40-4DF4-973E-DBDE8539B547}" srcId="{C9652A6B-99C1-4434-85DB-DB88C8DDAA3B}" destId="{7819C46C-D68D-47D5-B6C7-272EF031485F}" srcOrd="5" destOrd="0" parTransId="{90348113-F482-438A-8261-B1E849831BEA}" sibTransId="{C6A1FD95-F5D8-4663-BAB4-EB95A38D98C1}"/>
    <dgm:cxn modelId="{BA21ACE8-CC74-4768-8DA8-A89E746CBE00}" srcId="{C9652A6B-99C1-4434-85DB-DB88C8DDAA3B}" destId="{88004EEA-DB0B-41F5-920F-8C10B5C9BEE8}" srcOrd="4" destOrd="0" parTransId="{8D03F139-789E-4625-8B26-4CAB7165A99C}" sibTransId="{75DE1430-CCD4-41B8-B6B2-BBC55009FD5E}"/>
    <dgm:cxn modelId="{35E1EFED-DA37-4D4A-A675-AF39F93ED0C2}" type="presOf" srcId="{7819C46C-D68D-47D5-B6C7-272EF031485F}" destId="{C19119D9-DD7C-421E-B11E-62243F4B5FB0}" srcOrd="0" destOrd="0" presId="urn:microsoft.com/office/officeart/2018/2/layout/IconVerticalSolidList"/>
    <dgm:cxn modelId="{3227C5F2-5210-4E4C-B074-87A6F16996EE}" srcId="{C9652A6B-99C1-4434-85DB-DB88C8DDAA3B}" destId="{A75244CE-4270-4B2F-A45B-AF1ED13BB56C}" srcOrd="3" destOrd="0" parTransId="{38157164-18D2-4A93-97B7-165D7B675279}" sibTransId="{E166B312-E62B-4C80-AEF2-653B0790605B}"/>
    <dgm:cxn modelId="{E1693879-E04B-4E88-9E92-C0096E20D568}" type="presParOf" srcId="{40027D52-1CBD-4C0E-A319-F3BA267E012F}" destId="{E5C1288D-F5B6-47DE-B11F-5B8865275693}" srcOrd="0" destOrd="0" presId="urn:microsoft.com/office/officeart/2018/2/layout/IconVerticalSolidList"/>
    <dgm:cxn modelId="{2C192E1F-F2D1-457B-BBE4-76978CD83AD7}" type="presParOf" srcId="{E5C1288D-F5B6-47DE-B11F-5B8865275693}" destId="{887277A3-1AF9-4787-90F5-646834ED4AEB}" srcOrd="0" destOrd="0" presId="urn:microsoft.com/office/officeart/2018/2/layout/IconVerticalSolidList"/>
    <dgm:cxn modelId="{3CE69F79-6288-430C-A22B-05C7210D637B}" type="presParOf" srcId="{E5C1288D-F5B6-47DE-B11F-5B8865275693}" destId="{A0610640-5920-49A4-ADCC-24FE925EC238}" srcOrd="1" destOrd="0" presId="urn:microsoft.com/office/officeart/2018/2/layout/IconVerticalSolidList"/>
    <dgm:cxn modelId="{79D0ADE1-8B3A-4D01-B062-404FB8E043C1}" type="presParOf" srcId="{E5C1288D-F5B6-47DE-B11F-5B8865275693}" destId="{1A1A3BBD-02C0-4305-A075-9588F36F15C2}" srcOrd="2" destOrd="0" presId="urn:microsoft.com/office/officeart/2018/2/layout/IconVerticalSolidList"/>
    <dgm:cxn modelId="{4EB75B51-3425-4465-AF5E-280B9CEE1D79}" type="presParOf" srcId="{E5C1288D-F5B6-47DE-B11F-5B8865275693}" destId="{EF1257C4-E452-4E3B-9103-ED275E6185FD}" srcOrd="3" destOrd="0" presId="urn:microsoft.com/office/officeart/2018/2/layout/IconVerticalSolidList"/>
    <dgm:cxn modelId="{A9EF41D2-231C-4D59-95B4-F40556F9B6E7}" type="presParOf" srcId="{40027D52-1CBD-4C0E-A319-F3BA267E012F}" destId="{19875769-54EE-4470-9240-2CDFE26DFE53}" srcOrd="1" destOrd="0" presId="urn:microsoft.com/office/officeart/2018/2/layout/IconVerticalSolidList"/>
    <dgm:cxn modelId="{C8B7976A-DEF3-493F-AF1B-CF78D42515C3}" type="presParOf" srcId="{40027D52-1CBD-4C0E-A319-F3BA267E012F}" destId="{D2EDE79D-617B-493C-A9A0-C3FEF15F13B9}" srcOrd="2" destOrd="0" presId="urn:microsoft.com/office/officeart/2018/2/layout/IconVerticalSolidList"/>
    <dgm:cxn modelId="{573A0666-D3E4-4E1C-A78D-65FF3AEEB718}" type="presParOf" srcId="{D2EDE79D-617B-493C-A9A0-C3FEF15F13B9}" destId="{8988962A-4C35-4146-A525-1C62CB7A0B30}" srcOrd="0" destOrd="0" presId="urn:microsoft.com/office/officeart/2018/2/layout/IconVerticalSolidList"/>
    <dgm:cxn modelId="{A40702C7-4620-4B4A-A89A-A13505AD7919}" type="presParOf" srcId="{D2EDE79D-617B-493C-A9A0-C3FEF15F13B9}" destId="{BB83449D-428A-4C44-8FEB-C751CB95861C}" srcOrd="1" destOrd="0" presId="urn:microsoft.com/office/officeart/2018/2/layout/IconVerticalSolidList"/>
    <dgm:cxn modelId="{BEF1AE87-81CB-46DA-AAC6-59493950283E}" type="presParOf" srcId="{D2EDE79D-617B-493C-A9A0-C3FEF15F13B9}" destId="{72CF59AB-C267-463A-A3A6-FF0A4DFAEE8B}" srcOrd="2" destOrd="0" presId="urn:microsoft.com/office/officeart/2018/2/layout/IconVerticalSolidList"/>
    <dgm:cxn modelId="{88BC57FA-2579-4B10-8558-5CD9EB00DDB1}" type="presParOf" srcId="{D2EDE79D-617B-493C-A9A0-C3FEF15F13B9}" destId="{5B4A1AB6-560D-4012-87F6-83D776BB341C}" srcOrd="3" destOrd="0" presId="urn:microsoft.com/office/officeart/2018/2/layout/IconVerticalSolidList"/>
    <dgm:cxn modelId="{109849C4-44BA-4EC8-83C2-AAD683F4BCFC}" type="presParOf" srcId="{40027D52-1CBD-4C0E-A319-F3BA267E012F}" destId="{F606A3BE-7531-4C1A-9D54-0321964C345D}" srcOrd="3" destOrd="0" presId="urn:microsoft.com/office/officeart/2018/2/layout/IconVerticalSolidList"/>
    <dgm:cxn modelId="{005143D2-17BD-4C90-A44B-E9D93591F22A}" type="presParOf" srcId="{40027D52-1CBD-4C0E-A319-F3BA267E012F}" destId="{A2279B7D-769C-489D-8850-632693692D96}" srcOrd="4" destOrd="0" presId="urn:microsoft.com/office/officeart/2018/2/layout/IconVerticalSolidList"/>
    <dgm:cxn modelId="{ADB1122D-A2AD-42F2-91C9-02A3F6A28EC7}" type="presParOf" srcId="{A2279B7D-769C-489D-8850-632693692D96}" destId="{9101B34E-CE4C-46DC-B9C1-F69F21AF1CAB}" srcOrd="0" destOrd="0" presId="urn:microsoft.com/office/officeart/2018/2/layout/IconVerticalSolidList"/>
    <dgm:cxn modelId="{3D14FFAA-68BB-4CDE-A7AA-9C5F13ED2D50}" type="presParOf" srcId="{A2279B7D-769C-489D-8850-632693692D96}" destId="{71F844AF-52A3-436F-82A5-D08466AF30B4}" srcOrd="1" destOrd="0" presId="urn:microsoft.com/office/officeart/2018/2/layout/IconVerticalSolidList"/>
    <dgm:cxn modelId="{6C8193A5-7ADD-4E4A-A7ED-E009537BD5B4}" type="presParOf" srcId="{A2279B7D-769C-489D-8850-632693692D96}" destId="{76B3319F-5A98-475E-8B27-4F7FEEEF3D90}" srcOrd="2" destOrd="0" presId="urn:microsoft.com/office/officeart/2018/2/layout/IconVerticalSolidList"/>
    <dgm:cxn modelId="{850F91B8-403E-4403-9D37-EB6162E66C97}" type="presParOf" srcId="{A2279B7D-769C-489D-8850-632693692D96}" destId="{8E52BCDF-5F8A-4C0F-8244-7505043F57E7}" srcOrd="3" destOrd="0" presId="urn:microsoft.com/office/officeart/2018/2/layout/IconVerticalSolidList"/>
    <dgm:cxn modelId="{588B84E8-0175-4BA2-B481-C6D9A6D4E0A8}" type="presParOf" srcId="{40027D52-1CBD-4C0E-A319-F3BA267E012F}" destId="{24EEA6BF-8526-479D-A81B-8E37D2090B9E}" srcOrd="5" destOrd="0" presId="urn:microsoft.com/office/officeart/2018/2/layout/IconVerticalSolidList"/>
    <dgm:cxn modelId="{0CED9942-7DBE-43DD-AD64-4C260D280068}" type="presParOf" srcId="{40027D52-1CBD-4C0E-A319-F3BA267E012F}" destId="{A34738C0-DB1F-4802-8323-266AE8FFE34B}" srcOrd="6" destOrd="0" presId="urn:microsoft.com/office/officeart/2018/2/layout/IconVerticalSolidList"/>
    <dgm:cxn modelId="{20375830-D154-41D4-B2BC-4017CF2DA31D}" type="presParOf" srcId="{A34738C0-DB1F-4802-8323-266AE8FFE34B}" destId="{8083AECC-8B03-4DDE-B8C9-DA16D24CA40E}" srcOrd="0" destOrd="0" presId="urn:microsoft.com/office/officeart/2018/2/layout/IconVerticalSolidList"/>
    <dgm:cxn modelId="{6AF13A9D-11C9-4CF2-BD90-4A56EC08B674}" type="presParOf" srcId="{A34738C0-DB1F-4802-8323-266AE8FFE34B}" destId="{452E0326-9120-47E4-8086-67687742E717}" srcOrd="1" destOrd="0" presId="urn:microsoft.com/office/officeart/2018/2/layout/IconVerticalSolidList"/>
    <dgm:cxn modelId="{445F967D-D0EE-41F9-8D7E-179CD3916C03}" type="presParOf" srcId="{A34738C0-DB1F-4802-8323-266AE8FFE34B}" destId="{34D4CD2E-6259-4546-BAE1-2BB06AE56EC3}" srcOrd="2" destOrd="0" presId="urn:microsoft.com/office/officeart/2018/2/layout/IconVerticalSolidList"/>
    <dgm:cxn modelId="{BC29D45D-523D-4390-89E5-2EBD24A0242F}" type="presParOf" srcId="{A34738C0-DB1F-4802-8323-266AE8FFE34B}" destId="{07614FBA-CDDA-4273-A042-2FF8908CAF04}" srcOrd="3" destOrd="0" presId="urn:microsoft.com/office/officeart/2018/2/layout/IconVerticalSolidList"/>
    <dgm:cxn modelId="{23662884-3324-48A7-B737-58BD0C9A34F0}" type="presParOf" srcId="{40027D52-1CBD-4C0E-A319-F3BA267E012F}" destId="{E62ED244-BBBF-4AC1-B674-E159C59932DA}" srcOrd="7" destOrd="0" presId="urn:microsoft.com/office/officeart/2018/2/layout/IconVerticalSolidList"/>
    <dgm:cxn modelId="{59299FEF-E30F-4A6F-B299-B93A3AF57043}" type="presParOf" srcId="{40027D52-1CBD-4C0E-A319-F3BA267E012F}" destId="{FACB547E-870B-4EC9-841D-0DDE6DC5F125}" srcOrd="8" destOrd="0" presId="urn:microsoft.com/office/officeart/2018/2/layout/IconVerticalSolidList"/>
    <dgm:cxn modelId="{2AFCFABD-0455-4A08-870F-E5BBD321A090}" type="presParOf" srcId="{FACB547E-870B-4EC9-841D-0DDE6DC5F125}" destId="{A69D84FA-16AF-45E4-97C7-AEF5DF728102}" srcOrd="0" destOrd="0" presId="urn:microsoft.com/office/officeart/2018/2/layout/IconVerticalSolidList"/>
    <dgm:cxn modelId="{25702219-B022-445F-BA40-F2775240271E}" type="presParOf" srcId="{FACB547E-870B-4EC9-841D-0DDE6DC5F125}" destId="{9E8685C9-15B5-4BD2-ABF5-3191819778C4}" srcOrd="1" destOrd="0" presId="urn:microsoft.com/office/officeart/2018/2/layout/IconVerticalSolidList"/>
    <dgm:cxn modelId="{35D83F20-E98D-4226-B284-E909CA017B5B}" type="presParOf" srcId="{FACB547E-870B-4EC9-841D-0DDE6DC5F125}" destId="{C04D87A2-04F4-4B10-A740-CDA11A72139B}" srcOrd="2" destOrd="0" presId="urn:microsoft.com/office/officeart/2018/2/layout/IconVerticalSolidList"/>
    <dgm:cxn modelId="{87CE92AD-73D5-4613-A3A8-9C64B17C2552}" type="presParOf" srcId="{FACB547E-870B-4EC9-841D-0DDE6DC5F125}" destId="{642033B3-3EE7-48BE-89A5-F39FB2B7B365}" srcOrd="3" destOrd="0" presId="urn:microsoft.com/office/officeart/2018/2/layout/IconVerticalSolidList"/>
    <dgm:cxn modelId="{29E5EE11-78DA-4F6F-A6BA-BC9F23CD1FA8}" type="presParOf" srcId="{40027D52-1CBD-4C0E-A319-F3BA267E012F}" destId="{1E2C7D2A-3289-4C61-861C-853F0738D49F}" srcOrd="9" destOrd="0" presId="urn:microsoft.com/office/officeart/2018/2/layout/IconVerticalSolidList"/>
    <dgm:cxn modelId="{60B6D8A2-DE73-4DC7-BF8B-8BB3AA42F657}" type="presParOf" srcId="{40027D52-1CBD-4C0E-A319-F3BA267E012F}" destId="{6A97FB53-4865-491F-8C62-C516C1F473BA}" srcOrd="10" destOrd="0" presId="urn:microsoft.com/office/officeart/2018/2/layout/IconVerticalSolidList"/>
    <dgm:cxn modelId="{2EFFB58D-E41D-4DF7-B883-F67DC2ADD90C}" type="presParOf" srcId="{6A97FB53-4865-491F-8C62-C516C1F473BA}" destId="{058937F9-8539-48E9-B3CC-70718BC0BB4C}" srcOrd="0" destOrd="0" presId="urn:microsoft.com/office/officeart/2018/2/layout/IconVerticalSolidList"/>
    <dgm:cxn modelId="{76B6B44A-31BE-41ED-B0EB-02B0CBCE4117}" type="presParOf" srcId="{6A97FB53-4865-491F-8C62-C516C1F473BA}" destId="{EF7ED5E7-99C8-40A9-BB18-C09079B1C03D}" srcOrd="1" destOrd="0" presId="urn:microsoft.com/office/officeart/2018/2/layout/IconVerticalSolidList"/>
    <dgm:cxn modelId="{DEAE56E0-C62E-4E4E-B9CD-96EEBEE29D9E}" type="presParOf" srcId="{6A97FB53-4865-491F-8C62-C516C1F473BA}" destId="{68577222-733D-49EC-8F3F-9A669EA74423}" srcOrd="2" destOrd="0" presId="urn:microsoft.com/office/officeart/2018/2/layout/IconVerticalSolidList"/>
    <dgm:cxn modelId="{142B5C93-8F36-4DB1-B5A1-4BD7B14EBA91}" type="presParOf" srcId="{6A97FB53-4865-491F-8C62-C516C1F473BA}" destId="{C19119D9-DD7C-421E-B11E-62243F4B5FB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A45B234-7D51-44BF-B5EA-D839BBD20576}" type="doc">
      <dgm:prSet loTypeId="urn:microsoft.com/office/officeart/2005/8/layout/hierarchy3" loCatId="hierarchy" qsTypeId="urn:microsoft.com/office/officeart/2005/8/quickstyle/simple3" qsCatId="simple" csTypeId="urn:microsoft.com/office/officeart/2005/8/colors/accent6_1" csCatId="accent6" phldr="1"/>
      <dgm:spPr/>
      <dgm:t>
        <a:bodyPr/>
        <a:lstStyle/>
        <a:p>
          <a:endParaRPr lang="de-DE"/>
        </a:p>
      </dgm:t>
    </dgm:pt>
    <dgm:pt modelId="{ACD49F0E-5ED0-4AEC-A044-69DA7D44AAEF}" type="pres">
      <dgm:prSet presAssocID="{CA45B234-7D51-44BF-B5EA-D839BBD20576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</dgm:ptLst>
  <dgm:cxnLst>
    <dgm:cxn modelId="{4203FC63-9765-43A5-8B5C-4B1AD7CB60D6}" type="presOf" srcId="{CA45B234-7D51-44BF-B5EA-D839BBD20576}" destId="{ACD49F0E-5ED0-4AEC-A044-69DA7D44AAEF}" srcOrd="0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7472F3F-F824-47A3-A2DD-9B57EBCBE5EC}" type="doc">
      <dgm:prSet loTypeId="urn:microsoft.com/office/officeart/2005/8/layout/hProcess9" loCatId="process" qsTypeId="urn:microsoft.com/office/officeart/2005/8/quickstyle/simple1" qsCatId="simple" csTypeId="urn:microsoft.com/office/officeart/2005/8/colors/accent6_5" csCatId="accent6" phldr="1"/>
      <dgm:spPr/>
    </dgm:pt>
    <dgm:pt modelId="{525A8C01-F369-4E2D-98DF-BA22342159B7}">
      <dgm:prSet/>
      <dgm:spPr/>
      <dgm:t>
        <a:bodyPr/>
        <a:lstStyle/>
        <a:p>
          <a:r>
            <a:rPr lang="de-DE"/>
            <a:t>Integration </a:t>
          </a:r>
          <a:r>
            <a:rPr lang="de-DE" err="1"/>
            <a:t>into</a:t>
          </a:r>
          <a:r>
            <a:rPr lang="de-DE"/>
            <a:t> </a:t>
          </a:r>
          <a:r>
            <a:rPr lang="de-DE" err="1"/>
            <a:t>the</a:t>
          </a:r>
          <a:r>
            <a:rPr lang="de-DE"/>
            <a:t> </a:t>
          </a:r>
          <a:r>
            <a:rPr lang="de-DE" err="1"/>
            <a:t>existing</a:t>
          </a:r>
          <a:r>
            <a:rPr lang="de-DE"/>
            <a:t> CI/CD </a:t>
          </a:r>
          <a:r>
            <a:rPr lang="de-DE" err="1"/>
            <a:t>pipeline</a:t>
          </a:r>
          <a:endParaRPr lang="de-DE"/>
        </a:p>
      </dgm:t>
    </dgm:pt>
    <dgm:pt modelId="{59C20557-CA3F-4C9D-A22B-73B910C543D9}" type="parTrans" cxnId="{C1DA297A-3E94-45B5-A021-BEDA0D7A308B}">
      <dgm:prSet/>
      <dgm:spPr/>
      <dgm:t>
        <a:bodyPr/>
        <a:lstStyle/>
        <a:p>
          <a:endParaRPr lang="de-DE"/>
        </a:p>
      </dgm:t>
    </dgm:pt>
    <dgm:pt modelId="{D9FA1D45-2FBA-438B-8656-464F06F50AB3}" type="sibTrans" cxnId="{C1DA297A-3E94-45B5-A021-BEDA0D7A308B}">
      <dgm:prSet/>
      <dgm:spPr/>
      <dgm:t>
        <a:bodyPr/>
        <a:lstStyle/>
        <a:p>
          <a:endParaRPr lang="de-DE"/>
        </a:p>
      </dgm:t>
    </dgm:pt>
    <dgm:pt modelId="{C6241699-1AFE-40D9-B25C-7B6F7365DD20}">
      <dgm:prSet/>
      <dgm:spPr/>
      <dgm:t>
        <a:bodyPr/>
        <a:lstStyle/>
        <a:p>
          <a:r>
            <a:rPr lang="de-DE" dirty="0"/>
            <a:t>AI-Driven Security </a:t>
          </a:r>
          <a:r>
            <a:rPr lang="de-DE" dirty="0" err="1"/>
            <a:t>Testing</a:t>
          </a:r>
          <a:endParaRPr lang="de-DE" dirty="0"/>
        </a:p>
      </dgm:t>
    </dgm:pt>
    <dgm:pt modelId="{0A7F2FD5-221C-4500-B4AD-8F991FAF8D1A}" type="parTrans" cxnId="{F9C7E569-1287-4E9D-A19A-93AFE939FA45}">
      <dgm:prSet/>
      <dgm:spPr/>
      <dgm:t>
        <a:bodyPr/>
        <a:lstStyle/>
        <a:p>
          <a:endParaRPr lang="de-DE"/>
        </a:p>
      </dgm:t>
    </dgm:pt>
    <dgm:pt modelId="{E7E7F6D8-45D4-443E-95CF-4BA796ADF11B}" type="sibTrans" cxnId="{F9C7E569-1287-4E9D-A19A-93AFE939FA45}">
      <dgm:prSet/>
      <dgm:spPr/>
      <dgm:t>
        <a:bodyPr/>
        <a:lstStyle/>
        <a:p>
          <a:endParaRPr lang="de-DE"/>
        </a:p>
      </dgm:t>
    </dgm:pt>
    <dgm:pt modelId="{D1BA8AEA-6431-4E71-A3E1-13DB9CB2BE91}">
      <dgm:prSet/>
      <dgm:spPr/>
      <dgm:t>
        <a:bodyPr/>
        <a:lstStyle/>
        <a:p>
          <a:r>
            <a:rPr lang="en-US"/>
            <a:t>Automation of test artifact generation</a:t>
          </a:r>
          <a:endParaRPr lang="de-DE" b="1"/>
        </a:p>
      </dgm:t>
    </dgm:pt>
    <dgm:pt modelId="{B814BD71-9C1E-4E12-8AD4-B9D31B7147B3}" type="parTrans" cxnId="{6553CBB3-BB98-4554-A576-1AA112BED71D}">
      <dgm:prSet/>
      <dgm:spPr/>
      <dgm:t>
        <a:bodyPr/>
        <a:lstStyle/>
        <a:p>
          <a:endParaRPr lang="de-DE"/>
        </a:p>
      </dgm:t>
    </dgm:pt>
    <dgm:pt modelId="{7B955B55-CC7E-4992-ADCF-993D9EE4BE63}" type="sibTrans" cxnId="{6553CBB3-BB98-4554-A576-1AA112BED71D}">
      <dgm:prSet/>
      <dgm:spPr/>
      <dgm:t>
        <a:bodyPr/>
        <a:lstStyle/>
        <a:p>
          <a:endParaRPr lang="de-DE"/>
        </a:p>
      </dgm:t>
    </dgm:pt>
    <dgm:pt modelId="{0B571A53-91A3-8A4B-ADE1-D3CF16E23B0F}">
      <dgm:prSet/>
      <dgm:spPr/>
      <dgm:t>
        <a:bodyPr/>
        <a:lstStyle/>
        <a:p>
          <a:r>
            <a:rPr lang="en-US"/>
            <a:t>AI Generated fuzz test cases and intelligent  mutation</a:t>
          </a:r>
        </a:p>
      </dgm:t>
    </dgm:pt>
    <dgm:pt modelId="{725EFBA9-100F-9F44-A82A-4191DE4B28DF}" type="parTrans" cxnId="{90C24E90-562B-D84F-AF95-DA8081AB42B9}">
      <dgm:prSet/>
      <dgm:spPr/>
      <dgm:t>
        <a:bodyPr/>
        <a:lstStyle/>
        <a:p>
          <a:endParaRPr lang="en-US"/>
        </a:p>
      </dgm:t>
    </dgm:pt>
    <dgm:pt modelId="{554DA3D7-B828-9142-86F9-2F599A66CCFF}" type="sibTrans" cxnId="{90C24E90-562B-D84F-AF95-DA8081AB42B9}">
      <dgm:prSet/>
      <dgm:spPr/>
      <dgm:t>
        <a:bodyPr/>
        <a:lstStyle/>
        <a:p>
          <a:endParaRPr lang="en-US"/>
        </a:p>
      </dgm:t>
    </dgm:pt>
    <dgm:pt modelId="{B0531B96-671C-4ECB-9FB7-0C24AF3AE647}" type="pres">
      <dgm:prSet presAssocID="{87472F3F-F824-47A3-A2DD-9B57EBCBE5EC}" presName="CompostProcess" presStyleCnt="0">
        <dgm:presLayoutVars>
          <dgm:dir/>
          <dgm:resizeHandles val="exact"/>
        </dgm:presLayoutVars>
      </dgm:prSet>
      <dgm:spPr/>
    </dgm:pt>
    <dgm:pt modelId="{D27B59FE-EA82-4528-BFE1-8DD2310F9A4D}" type="pres">
      <dgm:prSet presAssocID="{87472F3F-F824-47A3-A2DD-9B57EBCBE5EC}" presName="arrow" presStyleLbl="bgShp" presStyleIdx="0" presStyleCnt="1"/>
      <dgm:spPr/>
    </dgm:pt>
    <dgm:pt modelId="{A3C4F375-7647-44A0-80D5-A22F0C47AE31}" type="pres">
      <dgm:prSet presAssocID="{87472F3F-F824-47A3-A2DD-9B57EBCBE5EC}" presName="linearProcess" presStyleCnt="0"/>
      <dgm:spPr/>
    </dgm:pt>
    <dgm:pt modelId="{6E667A3D-D402-EB4E-844C-8793BB6B4150}" type="pres">
      <dgm:prSet presAssocID="{0B571A53-91A3-8A4B-ADE1-D3CF16E23B0F}" presName="textNode" presStyleLbl="node1" presStyleIdx="0" presStyleCnt="4">
        <dgm:presLayoutVars>
          <dgm:bulletEnabled val="1"/>
        </dgm:presLayoutVars>
      </dgm:prSet>
      <dgm:spPr/>
    </dgm:pt>
    <dgm:pt modelId="{5E642987-7B31-3C4F-93B3-F4B6206BC5D7}" type="pres">
      <dgm:prSet presAssocID="{554DA3D7-B828-9142-86F9-2F599A66CCFF}" presName="sibTrans" presStyleCnt="0"/>
      <dgm:spPr/>
    </dgm:pt>
    <dgm:pt modelId="{76BF342E-5150-4955-9E5F-9C2D4F0C8091}" type="pres">
      <dgm:prSet presAssocID="{D1BA8AEA-6431-4E71-A3E1-13DB9CB2BE91}" presName="textNode" presStyleLbl="node1" presStyleIdx="1" presStyleCnt="4">
        <dgm:presLayoutVars>
          <dgm:bulletEnabled val="1"/>
        </dgm:presLayoutVars>
      </dgm:prSet>
      <dgm:spPr/>
    </dgm:pt>
    <dgm:pt modelId="{0C8B03B6-8990-4300-B4D8-F2206920B994}" type="pres">
      <dgm:prSet presAssocID="{7B955B55-CC7E-4992-ADCF-993D9EE4BE63}" presName="sibTrans" presStyleCnt="0"/>
      <dgm:spPr/>
    </dgm:pt>
    <dgm:pt modelId="{6872C086-D6F4-4F4A-BA49-D41B93D316BD}" type="pres">
      <dgm:prSet presAssocID="{525A8C01-F369-4E2D-98DF-BA22342159B7}" presName="textNode" presStyleLbl="node1" presStyleIdx="2" presStyleCnt="4">
        <dgm:presLayoutVars>
          <dgm:bulletEnabled val="1"/>
        </dgm:presLayoutVars>
      </dgm:prSet>
      <dgm:spPr/>
    </dgm:pt>
    <dgm:pt modelId="{4212E716-184F-426F-9387-3ED83C7E7C8C}" type="pres">
      <dgm:prSet presAssocID="{D9FA1D45-2FBA-438B-8656-464F06F50AB3}" presName="sibTrans" presStyleCnt="0"/>
      <dgm:spPr/>
    </dgm:pt>
    <dgm:pt modelId="{AC62DD2A-8107-4208-BF4D-082678A3639C}" type="pres">
      <dgm:prSet presAssocID="{C6241699-1AFE-40D9-B25C-7B6F7365DD20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C3D0D338-3F26-472A-9E88-949E1CA0F789}" type="presOf" srcId="{87472F3F-F824-47A3-A2DD-9B57EBCBE5EC}" destId="{B0531B96-671C-4ECB-9FB7-0C24AF3AE647}" srcOrd="0" destOrd="0" presId="urn:microsoft.com/office/officeart/2005/8/layout/hProcess9"/>
    <dgm:cxn modelId="{A62DB951-761E-9F47-9995-BE45C8B1651D}" type="presOf" srcId="{0B571A53-91A3-8A4B-ADE1-D3CF16E23B0F}" destId="{6E667A3D-D402-EB4E-844C-8793BB6B4150}" srcOrd="0" destOrd="0" presId="urn:microsoft.com/office/officeart/2005/8/layout/hProcess9"/>
    <dgm:cxn modelId="{F9C7E569-1287-4E9D-A19A-93AFE939FA45}" srcId="{87472F3F-F824-47A3-A2DD-9B57EBCBE5EC}" destId="{C6241699-1AFE-40D9-B25C-7B6F7365DD20}" srcOrd="3" destOrd="0" parTransId="{0A7F2FD5-221C-4500-B4AD-8F991FAF8D1A}" sibTransId="{E7E7F6D8-45D4-443E-95CF-4BA796ADF11B}"/>
    <dgm:cxn modelId="{658ACF71-01EB-8743-A604-E0EEE5555B36}" type="presOf" srcId="{D1BA8AEA-6431-4E71-A3E1-13DB9CB2BE91}" destId="{76BF342E-5150-4955-9E5F-9C2D4F0C8091}" srcOrd="0" destOrd="0" presId="urn:microsoft.com/office/officeart/2005/8/layout/hProcess9"/>
    <dgm:cxn modelId="{C1DA297A-3E94-45B5-A021-BEDA0D7A308B}" srcId="{87472F3F-F824-47A3-A2DD-9B57EBCBE5EC}" destId="{525A8C01-F369-4E2D-98DF-BA22342159B7}" srcOrd="2" destOrd="0" parTransId="{59C20557-CA3F-4C9D-A22B-73B910C543D9}" sibTransId="{D9FA1D45-2FBA-438B-8656-464F06F50AB3}"/>
    <dgm:cxn modelId="{AB5A2088-8436-8C4A-B2CF-5F806ACE6BAA}" type="presOf" srcId="{C6241699-1AFE-40D9-B25C-7B6F7365DD20}" destId="{AC62DD2A-8107-4208-BF4D-082678A3639C}" srcOrd="0" destOrd="0" presId="urn:microsoft.com/office/officeart/2005/8/layout/hProcess9"/>
    <dgm:cxn modelId="{8A85B68C-1226-B240-B3C2-B78AACED5760}" type="presOf" srcId="{525A8C01-F369-4E2D-98DF-BA22342159B7}" destId="{6872C086-D6F4-4F4A-BA49-D41B93D316BD}" srcOrd="0" destOrd="0" presId="urn:microsoft.com/office/officeart/2005/8/layout/hProcess9"/>
    <dgm:cxn modelId="{90C24E90-562B-D84F-AF95-DA8081AB42B9}" srcId="{87472F3F-F824-47A3-A2DD-9B57EBCBE5EC}" destId="{0B571A53-91A3-8A4B-ADE1-D3CF16E23B0F}" srcOrd="0" destOrd="0" parTransId="{725EFBA9-100F-9F44-A82A-4191DE4B28DF}" sibTransId="{554DA3D7-B828-9142-86F9-2F599A66CCFF}"/>
    <dgm:cxn modelId="{6553CBB3-BB98-4554-A576-1AA112BED71D}" srcId="{87472F3F-F824-47A3-A2DD-9B57EBCBE5EC}" destId="{D1BA8AEA-6431-4E71-A3E1-13DB9CB2BE91}" srcOrd="1" destOrd="0" parTransId="{B814BD71-9C1E-4E12-8AD4-B9D31B7147B3}" sibTransId="{7B955B55-CC7E-4992-ADCF-993D9EE4BE63}"/>
    <dgm:cxn modelId="{4CAED079-B234-7649-B7A1-2314EB7B483B}" type="presParOf" srcId="{B0531B96-671C-4ECB-9FB7-0C24AF3AE647}" destId="{D27B59FE-EA82-4528-BFE1-8DD2310F9A4D}" srcOrd="0" destOrd="0" presId="urn:microsoft.com/office/officeart/2005/8/layout/hProcess9"/>
    <dgm:cxn modelId="{F64A841C-32EF-3349-AC42-35C0EC7C05E2}" type="presParOf" srcId="{B0531B96-671C-4ECB-9FB7-0C24AF3AE647}" destId="{A3C4F375-7647-44A0-80D5-A22F0C47AE31}" srcOrd="1" destOrd="0" presId="urn:microsoft.com/office/officeart/2005/8/layout/hProcess9"/>
    <dgm:cxn modelId="{9706033A-20E4-A94E-AACE-24DBDBD041D8}" type="presParOf" srcId="{A3C4F375-7647-44A0-80D5-A22F0C47AE31}" destId="{6E667A3D-D402-EB4E-844C-8793BB6B4150}" srcOrd="0" destOrd="0" presId="urn:microsoft.com/office/officeart/2005/8/layout/hProcess9"/>
    <dgm:cxn modelId="{499C8BD7-464D-BC4F-91B2-9C5C7FE14B14}" type="presParOf" srcId="{A3C4F375-7647-44A0-80D5-A22F0C47AE31}" destId="{5E642987-7B31-3C4F-93B3-F4B6206BC5D7}" srcOrd="1" destOrd="0" presId="urn:microsoft.com/office/officeart/2005/8/layout/hProcess9"/>
    <dgm:cxn modelId="{97630489-590C-5D4B-A6EF-DD1D77AEFBFE}" type="presParOf" srcId="{A3C4F375-7647-44A0-80D5-A22F0C47AE31}" destId="{76BF342E-5150-4955-9E5F-9C2D4F0C8091}" srcOrd="2" destOrd="0" presId="urn:microsoft.com/office/officeart/2005/8/layout/hProcess9"/>
    <dgm:cxn modelId="{59DD2325-6EC5-314A-A496-C0DA1BD27D49}" type="presParOf" srcId="{A3C4F375-7647-44A0-80D5-A22F0C47AE31}" destId="{0C8B03B6-8990-4300-B4D8-F2206920B994}" srcOrd="3" destOrd="0" presId="urn:microsoft.com/office/officeart/2005/8/layout/hProcess9"/>
    <dgm:cxn modelId="{9C4F0AB4-4DE2-394A-945E-96CA86DD2983}" type="presParOf" srcId="{A3C4F375-7647-44A0-80D5-A22F0C47AE31}" destId="{6872C086-D6F4-4F4A-BA49-D41B93D316BD}" srcOrd="4" destOrd="0" presId="urn:microsoft.com/office/officeart/2005/8/layout/hProcess9"/>
    <dgm:cxn modelId="{38B89C5E-0D74-104E-B5C5-886801305DAA}" type="presParOf" srcId="{A3C4F375-7647-44A0-80D5-A22F0C47AE31}" destId="{4212E716-184F-426F-9387-3ED83C7E7C8C}" srcOrd="5" destOrd="0" presId="urn:microsoft.com/office/officeart/2005/8/layout/hProcess9"/>
    <dgm:cxn modelId="{D66771EC-48FE-1849-84D0-BFA88C8FBD66}" type="presParOf" srcId="{A3C4F375-7647-44A0-80D5-A22F0C47AE31}" destId="{AC62DD2A-8107-4208-BF4D-082678A3639C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DE329E9-4F49-4B13-BED4-3C8D3E99564F}" type="doc">
      <dgm:prSet loTypeId="urn:microsoft.com/office/officeart/2005/8/layout/process1" loCatId="process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de-DE"/>
        </a:p>
      </dgm:t>
    </dgm:pt>
    <dgm:pt modelId="{7261B936-7F25-4C58-919F-F8872D7CAA2B}">
      <dgm:prSet/>
      <dgm:spPr/>
      <dgm:t>
        <a:bodyPr/>
        <a:lstStyle/>
        <a:p>
          <a:r>
            <a:rPr lang="de-DE"/>
            <a:t>AI-Integration</a:t>
          </a:r>
        </a:p>
      </dgm:t>
    </dgm:pt>
    <dgm:pt modelId="{9D087509-20C6-4E90-8796-A2802EF0E2D7}" type="parTrans" cxnId="{7C5AB2D7-8CB7-4A6A-B236-2018719FE86F}">
      <dgm:prSet/>
      <dgm:spPr/>
      <dgm:t>
        <a:bodyPr/>
        <a:lstStyle/>
        <a:p>
          <a:endParaRPr lang="de-DE"/>
        </a:p>
      </dgm:t>
    </dgm:pt>
    <dgm:pt modelId="{3B78ED60-BCD3-492C-9EF8-BF48573D6235}" type="sibTrans" cxnId="{7C5AB2D7-8CB7-4A6A-B236-2018719FE86F}">
      <dgm:prSet/>
      <dgm:spPr/>
      <dgm:t>
        <a:bodyPr/>
        <a:lstStyle/>
        <a:p>
          <a:endParaRPr lang="de-DE"/>
        </a:p>
      </dgm:t>
    </dgm:pt>
    <dgm:pt modelId="{5CD4ADCE-9908-49E3-8961-5481D8552D60}">
      <dgm:prSet/>
      <dgm:spPr/>
      <dgm:t>
        <a:bodyPr/>
        <a:lstStyle/>
        <a:p>
          <a:r>
            <a:rPr lang="de-DE" dirty="0"/>
            <a:t>CI/CD Integration</a:t>
          </a:r>
        </a:p>
      </dgm:t>
    </dgm:pt>
    <dgm:pt modelId="{FC66D5F7-05CE-44CB-AFFD-E68E55044407}" type="parTrans" cxnId="{56E44786-29C5-45C7-ACAE-2B66598B6A5A}">
      <dgm:prSet/>
      <dgm:spPr/>
      <dgm:t>
        <a:bodyPr/>
        <a:lstStyle/>
        <a:p>
          <a:endParaRPr lang="de-DE"/>
        </a:p>
      </dgm:t>
    </dgm:pt>
    <dgm:pt modelId="{1F180511-ACC5-42BD-AA7F-FEE6FEF1B395}" type="sibTrans" cxnId="{56E44786-29C5-45C7-ACAE-2B66598B6A5A}">
      <dgm:prSet/>
      <dgm:spPr/>
      <dgm:t>
        <a:bodyPr/>
        <a:lstStyle/>
        <a:p>
          <a:endParaRPr lang="de-DE"/>
        </a:p>
      </dgm:t>
    </dgm:pt>
    <dgm:pt modelId="{635A713C-4583-4523-9249-06653BCA41D8}">
      <dgm:prSet/>
      <dgm:spPr/>
      <dgm:t>
        <a:bodyPr/>
        <a:lstStyle/>
        <a:p>
          <a:r>
            <a:rPr lang="de-DE" dirty="0" err="1"/>
            <a:t>Artifact</a:t>
          </a:r>
          <a:r>
            <a:rPr lang="de-DE" dirty="0"/>
            <a:t> Generation</a:t>
          </a:r>
        </a:p>
      </dgm:t>
    </dgm:pt>
    <dgm:pt modelId="{973F930B-846A-433B-8929-D25CF8299EC7}" type="parTrans" cxnId="{37959496-04BD-4A99-8FF6-329CF8DC11DE}">
      <dgm:prSet/>
      <dgm:spPr/>
      <dgm:t>
        <a:bodyPr/>
        <a:lstStyle/>
        <a:p>
          <a:endParaRPr lang="de-DE"/>
        </a:p>
      </dgm:t>
    </dgm:pt>
    <dgm:pt modelId="{76204969-66A0-4FC9-87BB-5E02BF05883A}" type="sibTrans" cxnId="{37959496-04BD-4A99-8FF6-329CF8DC11DE}">
      <dgm:prSet/>
      <dgm:spPr/>
      <dgm:t>
        <a:bodyPr/>
        <a:lstStyle/>
        <a:p>
          <a:endParaRPr lang="de-DE"/>
        </a:p>
      </dgm:t>
    </dgm:pt>
    <dgm:pt modelId="{52EE39C9-7AAA-460C-A2AC-AD285616AC45}">
      <dgm:prSet/>
      <dgm:spPr/>
      <dgm:t>
        <a:bodyPr/>
        <a:lstStyle/>
        <a:p>
          <a:r>
            <a:rPr lang="de-DE"/>
            <a:t>Documentation</a:t>
          </a:r>
        </a:p>
      </dgm:t>
    </dgm:pt>
    <dgm:pt modelId="{905F13FB-0F84-4F00-9D69-217C66C02F97}" type="parTrans" cxnId="{21FF97A6-9993-46AD-9632-39E34D601DD2}">
      <dgm:prSet/>
      <dgm:spPr/>
      <dgm:t>
        <a:bodyPr/>
        <a:lstStyle/>
        <a:p>
          <a:endParaRPr lang="de-DE"/>
        </a:p>
      </dgm:t>
    </dgm:pt>
    <dgm:pt modelId="{7C1E574A-77A1-43D4-AF73-F04445C00966}" type="sibTrans" cxnId="{21FF97A6-9993-46AD-9632-39E34D601DD2}">
      <dgm:prSet/>
      <dgm:spPr/>
      <dgm:t>
        <a:bodyPr/>
        <a:lstStyle/>
        <a:p>
          <a:endParaRPr lang="de-DE"/>
        </a:p>
      </dgm:t>
    </dgm:pt>
    <dgm:pt modelId="{BC262C48-DC54-4AF3-B365-79830BEA02AB}">
      <dgm:prSet/>
      <dgm:spPr/>
      <dgm:t>
        <a:bodyPr/>
        <a:lstStyle/>
        <a:p>
          <a:r>
            <a:rPr lang="de-DE"/>
            <a:t>White box Fuzzing</a:t>
          </a:r>
        </a:p>
      </dgm:t>
    </dgm:pt>
    <dgm:pt modelId="{F52D1140-DCB9-46E6-BF6E-A9FBA3DAFE8E}" type="parTrans" cxnId="{C341FC88-9238-45B8-9C70-6CF6DAF9039C}">
      <dgm:prSet/>
      <dgm:spPr/>
      <dgm:t>
        <a:bodyPr/>
        <a:lstStyle/>
        <a:p>
          <a:endParaRPr lang="de-DE"/>
        </a:p>
      </dgm:t>
    </dgm:pt>
    <dgm:pt modelId="{3FAF87E0-074A-4A69-8B49-656B4E1C9CB2}" type="sibTrans" cxnId="{C341FC88-9238-45B8-9C70-6CF6DAF9039C}">
      <dgm:prSet/>
      <dgm:spPr/>
      <dgm:t>
        <a:bodyPr/>
        <a:lstStyle/>
        <a:p>
          <a:endParaRPr lang="de-DE"/>
        </a:p>
      </dgm:t>
    </dgm:pt>
    <dgm:pt modelId="{24D93D33-185A-4FCD-9D20-448145D77B05}">
      <dgm:prSet/>
      <dgm:spPr/>
      <dgm:t>
        <a:bodyPr/>
        <a:lstStyle/>
        <a:p>
          <a:r>
            <a:rPr lang="de-DE" dirty="0"/>
            <a:t>Analysis and Evaluation</a:t>
          </a:r>
        </a:p>
      </dgm:t>
    </dgm:pt>
    <dgm:pt modelId="{5599CBC8-6025-46AC-8039-E7172302183E}" type="parTrans" cxnId="{CF66EE69-9ABC-4C81-BFCB-4145039B375C}">
      <dgm:prSet/>
      <dgm:spPr/>
      <dgm:t>
        <a:bodyPr/>
        <a:lstStyle/>
        <a:p>
          <a:endParaRPr lang="de-DE"/>
        </a:p>
      </dgm:t>
    </dgm:pt>
    <dgm:pt modelId="{4B10FE27-3E8B-4AF2-9C1F-9CC72EDEF4E6}" type="sibTrans" cxnId="{CF66EE69-9ABC-4C81-BFCB-4145039B375C}">
      <dgm:prSet/>
      <dgm:spPr/>
      <dgm:t>
        <a:bodyPr/>
        <a:lstStyle/>
        <a:p>
          <a:endParaRPr lang="de-DE"/>
        </a:p>
      </dgm:t>
    </dgm:pt>
    <dgm:pt modelId="{1559ECEE-7BFA-452F-8CBB-2C5BE1965A1E}" type="pres">
      <dgm:prSet presAssocID="{0DE329E9-4F49-4B13-BED4-3C8D3E99564F}" presName="Name0" presStyleCnt="0">
        <dgm:presLayoutVars>
          <dgm:dir/>
          <dgm:resizeHandles val="exact"/>
        </dgm:presLayoutVars>
      </dgm:prSet>
      <dgm:spPr/>
    </dgm:pt>
    <dgm:pt modelId="{C10DD8CB-A3F0-49CA-928C-6E0E0742D899}" type="pres">
      <dgm:prSet presAssocID="{BC262C48-DC54-4AF3-B365-79830BEA02AB}" presName="node" presStyleLbl="node1" presStyleIdx="0" presStyleCnt="6">
        <dgm:presLayoutVars>
          <dgm:bulletEnabled val="1"/>
        </dgm:presLayoutVars>
      </dgm:prSet>
      <dgm:spPr/>
    </dgm:pt>
    <dgm:pt modelId="{E064BF05-B52B-43E5-8FC1-DB28672790DF}" type="pres">
      <dgm:prSet presAssocID="{3FAF87E0-074A-4A69-8B49-656B4E1C9CB2}" presName="sibTrans" presStyleLbl="sibTrans2D1" presStyleIdx="0" presStyleCnt="5"/>
      <dgm:spPr/>
    </dgm:pt>
    <dgm:pt modelId="{B93691E7-21FC-48FA-8B9C-C3EE644ACCAB}" type="pres">
      <dgm:prSet presAssocID="{3FAF87E0-074A-4A69-8B49-656B4E1C9CB2}" presName="connectorText" presStyleLbl="sibTrans2D1" presStyleIdx="0" presStyleCnt="5"/>
      <dgm:spPr/>
    </dgm:pt>
    <dgm:pt modelId="{B6DEEDF3-8E93-4FE9-8949-12AC4A7C6599}" type="pres">
      <dgm:prSet presAssocID="{7261B936-7F25-4C58-919F-F8872D7CAA2B}" presName="node" presStyleLbl="node1" presStyleIdx="1" presStyleCnt="6">
        <dgm:presLayoutVars>
          <dgm:bulletEnabled val="1"/>
        </dgm:presLayoutVars>
      </dgm:prSet>
      <dgm:spPr/>
    </dgm:pt>
    <dgm:pt modelId="{C58C9B2C-B5BF-4B6C-8F9F-54681B42EE46}" type="pres">
      <dgm:prSet presAssocID="{3B78ED60-BCD3-492C-9EF8-BF48573D6235}" presName="sibTrans" presStyleLbl="sibTrans2D1" presStyleIdx="1" presStyleCnt="5"/>
      <dgm:spPr/>
    </dgm:pt>
    <dgm:pt modelId="{607A532C-CEC6-4A20-847C-5E04F7AF1CC9}" type="pres">
      <dgm:prSet presAssocID="{3B78ED60-BCD3-492C-9EF8-BF48573D6235}" presName="connectorText" presStyleLbl="sibTrans2D1" presStyleIdx="1" presStyleCnt="5"/>
      <dgm:spPr/>
    </dgm:pt>
    <dgm:pt modelId="{6BEE1703-9782-4962-909B-DC37CA99CE82}" type="pres">
      <dgm:prSet presAssocID="{24D93D33-185A-4FCD-9D20-448145D77B05}" presName="node" presStyleLbl="node1" presStyleIdx="2" presStyleCnt="6">
        <dgm:presLayoutVars>
          <dgm:bulletEnabled val="1"/>
        </dgm:presLayoutVars>
      </dgm:prSet>
      <dgm:spPr/>
    </dgm:pt>
    <dgm:pt modelId="{6B78D792-C287-4DC7-B463-86A19DAD3E78}" type="pres">
      <dgm:prSet presAssocID="{4B10FE27-3E8B-4AF2-9C1F-9CC72EDEF4E6}" presName="sibTrans" presStyleLbl="sibTrans2D1" presStyleIdx="2" presStyleCnt="5"/>
      <dgm:spPr/>
    </dgm:pt>
    <dgm:pt modelId="{FA999015-9D0E-4A19-93E8-4C3222C242F5}" type="pres">
      <dgm:prSet presAssocID="{4B10FE27-3E8B-4AF2-9C1F-9CC72EDEF4E6}" presName="connectorText" presStyleLbl="sibTrans2D1" presStyleIdx="2" presStyleCnt="5"/>
      <dgm:spPr/>
    </dgm:pt>
    <dgm:pt modelId="{ED470518-6134-477D-92DE-CF1DFE14D9CF}" type="pres">
      <dgm:prSet presAssocID="{5CD4ADCE-9908-49E3-8961-5481D8552D60}" presName="node" presStyleLbl="node1" presStyleIdx="3" presStyleCnt="6">
        <dgm:presLayoutVars>
          <dgm:bulletEnabled val="1"/>
        </dgm:presLayoutVars>
      </dgm:prSet>
      <dgm:spPr/>
    </dgm:pt>
    <dgm:pt modelId="{D45DE0BE-41A3-41A0-9BF6-CE1EC0ACFCC2}" type="pres">
      <dgm:prSet presAssocID="{1F180511-ACC5-42BD-AA7F-FEE6FEF1B395}" presName="sibTrans" presStyleLbl="sibTrans2D1" presStyleIdx="3" presStyleCnt="5"/>
      <dgm:spPr/>
    </dgm:pt>
    <dgm:pt modelId="{9426B0F6-8085-4D2C-96A1-622666A381FE}" type="pres">
      <dgm:prSet presAssocID="{1F180511-ACC5-42BD-AA7F-FEE6FEF1B395}" presName="connectorText" presStyleLbl="sibTrans2D1" presStyleIdx="3" presStyleCnt="5"/>
      <dgm:spPr/>
    </dgm:pt>
    <dgm:pt modelId="{E0068A07-AAE5-4DB2-A24C-16F76B7BE00C}" type="pres">
      <dgm:prSet presAssocID="{635A713C-4583-4523-9249-06653BCA41D8}" presName="node" presStyleLbl="node1" presStyleIdx="4" presStyleCnt="6">
        <dgm:presLayoutVars>
          <dgm:bulletEnabled val="1"/>
        </dgm:presLayoutVars>
      </dgm:prSet>
      <dgm:spPr/>
    </dgm:pt>
    <dgm:pt modelId="{E5F55175-7A8A-4F99-B240-792025252389}" type="pres">
      <dgm:prSet presAssocID="{76204969-66A0-4FC9-87BB-5E02BF05883A}" presName="sibTrans" presStyleLbl="sibTrans2D1" presStyleIdx="4" presStyleCnt="5"/>
      <dgm:spPr/>
    </dgm:pt>
    <dgm:pt modelId="{C54F31CE-CB07-4552-977C-533562A8B9D6}" type="pres">
      <dgm:prSet presAssocID="{76204969-66A0-4FC9-87BB-5E02BF05883A}" presName="connectorText" presStyleLbl="sibTrans2D1" presStyleIdx="4" presStyleCnt="5"/>
      <dgm:spPr/>
    </dgm:pt>
    <dgm:pt modelId="{E71EA13A-DDD5-4C8A-A537-1854410439FA}" type="pres">
      <dgm:prSet presAssocID="{52EE39C9-7AAA-460C-A2AC-AD285616AC45}" presName="node" presStyleLbl="node1" presStyleIdx="5" presStyleCnt="6">
        <dgm:presLayoutVars>
          <dgm:bulletEnabled val="1"/>
        </dgm:presLayoutVars>
      </dgm:prSet>
      <dgm:spPr/>
    </dgm:pt>
  </dgm:ptLst>
  <dgm:cxnLst>
    <dgm:cxn modelId="{6B3EC909-7F8B-4E21-A80A-24A28180B668}" type="presOf" srcId="{1F180511-ACC5-42BD-AA7F-FEE6FEF1B395}" destId="{D45DE0BE-41A3-41A0-9BF6-CE1EC0ACFCC2}" srcOrd="0" destOrd="0" presId="urn:microsoft.com/office/officeart/2005/8/layout/process1"/>
    <dgm:cxn modelId="{4B31E209-6736-4F3C-BA5A-6FE82A3A64B0}" type="presOf" srcId="{5CD4ADCE-9908-49E3-8961-5481D8552D60}" destId="{ED470518-6134-477D-92DE-CF1DFE14D9CF}" srcOrd="0" destOrd="0" presId="urn:microsoft.com/office/officeart/2005/8/layout/process1"/>
    <dgm:cxn modelId="{2A45B00B-A052-45A7-ACD6-2131D4DB191E}" type="presOf" srcId="{52EE39C9-7AAA-460C-A2AC-AD285616AC45}" destId="{E71EA13A-DDD5-4C8A-A537-1854410439FA}" srcOrd="0" destOrd="0" presId="urn:microsoft.com/office/officeart/2005/8/layout/process1"/>
    <dgm:cxn modelId="{BB1CA91F-F4DC-458B-B820-60368E02C5E3}" type="presOf" srcId="{3B78ED60-BCD3-492C-9EF8-BF48573D6235}" destId="{C58C9B2C-B5BF-4B6C-8F9F-54681B42EE46}" srcOrd="0" destOrd="0" presId="urn:microsoft.com/office/officeart/2005/8/layout/process1"/>
    <dgm:cxn modelId="{A1D5CD21-01A2-4398-80D0-2C74C1F5A920}" type="presOf" srcId="{4B10FE27-3E8B-4AF2-9C1F-9CC72EDEF4E6}" destId="{6B78D792-C287-4DC7-B463-86A19DAD3E78}" srcOrd="0" destOrd="0" presId="urn:microsoft.com/office/officeart/2005/8/layout/process1"/>
    <dgm:cxn modelId="{06E07D52-441E-473C-A33B-EE9B5C76991D}" type="presOf" srcId="{76204969-66A0-4FC9-87BB-5E02BF05883A}" destId="{C54F31CE-CB07-4552-977C-533562A8B9D6}" srcOrd="1" destOrd="0" presId="urn:microsoft.com/office/officeart/2005/8/layout/process1"/>
    <dgm:cxn modelId="{60AA7A54-8506-47A4-B115-A4FF812176E5}" type="presOf" srcId="{0DE329E9-4F49-4B13-BED4-3C8D3E99564F}" destId="{1559ECEE-7BFA-452F-8CBB-2C5BE1965A1E}" srcOrd="0" destOrd="0" presId="urn:microsoft.com/office/officeart/2005/8/layout/process1"/>
    <dgm:cxn modelId="{E8C91F65-1ED0-4BFF-9D1D-E0ADA8FE6E6E}" type="presOf" srcId="{3FAF87E0-074A-4A69-8B49-656B4E1C9CB2}" destId="{E064BF05-B52B-43E5-8FC1-DB28672790DF}" srcOrd="0" destOrd="0" presId="urn:microsoft.com/office/officeart/2005/8/layout/process1"/>
    <dgm:cxn modelId="{CF66EE69-9ABC-4C81-BFCB-4145039B375C}" srcId="{0DE329E9-4F49-4B13-BED4-3C8D3E99564F}" destId="{24D93D33-185A-4FCD-9D20-448145D77B05}" srcOrd="2" destOrd="0" parTransId="{5599CBC8-6025-46AC-8039-E7172302183E}" sibTransId="{4B10FE27-3E8B-4AF2-9C1F-9CC72EDEF4E6}"/>
    <dgm:cxn modelId="{9E4A9079-CB0E-4736-B5DB-AA3698B88DD1}" type="presOf" srcId="{76204969-66A0-4FC9-87BB-5E02BF05883A}" destId="{E5F55175-7A8A-4F99-B240-792025252389}" srcOrd="0" destOrd="0" presId="urn:microsoft.com/office/officeart/2005/8/layout/process1"/>
    <dgm:cxn modelId="{670CA984-5795-4636-9CF9-D41F03337D76}" type="presOf" srcId="{635A713C-4583-4523-9249-06653BCA41D8}" destId="{E0068A07-AAE5-4DB2-A24C-16F76B7BE00C}" srcOrd="0" destOrd="0" presId="urn:microsoft.com/office/officeart/2005/8/layout/process1"/>
    <dgm:cxn modelId="{56E44786-29C5-45C7-ACAE-2B66598B6A5A}" srcId="{0DE329E9-4F49-4B13-BED4-3C8D3E99564F}" destId="{5CD4ADCE-9908-49E3-8961-5481D8552D60}" srcOrd="3" destOrd="0" parTransId="{FC66D5F7-05CE-44CB-AFFD-E68E55044407}" sibTransId="{1F180511-ACC5-42BD-AA7F-FEE6FEF1B395}"/>
    <dgm:cxn modelId="{C341FC88-9238-45B8-9C70-6CF6DAF9039C}" srcId="{0DE329E9-4F49-4B13-BED4-3C8D3E99564F}" destId="{BC262C48-DC54-4AF3-B365-79830BEA02AB}" srcOrd="0" destOrd="0" parTransId="{F52D1140-DCB9-46E6-BF6E-A9FBA3DAFE8E}" sibTransId="{3FAF87E0-074A-4A69-8B49-656B4E1C9CB2}"/>
    <dgm:cxn modelId="{FFB2D490-2EF8-41C7-B6C6-AAA9F99876DB}" type="presOf" srcId="{24D93D33-185A-4FCD-9D20-448145D77B05}" destId="{6BEE1703-9782-4962-909B-DC37CA99CE82}" srcOrd="0" destOrd="0" presId="urn:microsoft.com/office/officeart/2005/8/layout/process1"/>
    <dgm:cxn modelId="{37959496-04BD-4A99-8FF6-329CF8DC11DE}" srcId="{0DE329E9-4F49-4B13-BED4-3C8D3E99564F}" destId="{635A713C-4583-4523-9249-06653BCA41D8}" srcOrd="4" destOrd="0" parTransId="{973F930B-846A-433B-8929-D25CF8299EC7}" sibTransId="{76204969-66A0-4FC9-87BB-5E02BF05883A}"/>
    <dgm:cxn modelId="{21FF97A6-9993-46AD-9632-39E34D601DD2}" srcId="{0DE329E9-4F49-4B13-BED4-3C8D3E99564F}" destId="{52EE39C9-7AAA-460C-A2AC-AD285616AC45}" srcOrd="5" destOrd="0" parTransId="{905F13FB-0F84-4F00-9D69-217C66C02F97}" sibTransId="{7C1E574A-77A1-43D4-AF73-F04445C00966}"/>
    <dgm:cxn modelId="{865C29C1-22D1-4A7A-90F2-FFBF045A2216}" type="presOf" srcId="{3B78ED60-BCD3-492C-9EF8-BF48573D6235}" destId="{607A532C-CEC6-4A20-847C-5E04F7AF1CC9}" srcOrd="1" destOrd="0" presId="urn:microsoft.com/office/officeart/2005/8/layout/process1"/>
    <dgm:cxn modelId="{5C5343C7-1331-431A-A4BC-598AAA146962}" type="presOf" srcId="{3FAF87E0-074A-4A69-8B49-656B4E1C9CB2}" destId="{B93691E7-21FC-48FA-8B9C-C3EE644ACCAB}" srcOrd="1" destOrd="0" presId="urn:microsoft.com/office/officeart/2005/8/layout/process1"/>
    <dgm:cxn modelId="{282112D7-48CB-4D86-B443-5B50C0DC3FBD}" type="presOf" srcId="{BC262C48-DC54-4AF3-B365-79830BEA02AB}" destId="{C10DD8CB-A3F0-49CA-928C-6E0E0742D899}" srcOrd="0" destOrd="0" presId="urn:microsoft.com/office/officeart/2005/8/layout/process1"/>
    <dgm:cxn modelId="{7C5AB2D7-8CB7-4A6A-B236-2018719FE86F}" srcId="{0DE329E9-4F49-4B13-BED4-3C8D3E99564F}" destId="{7261B936-7F25-4C58-919F-F8872D7CAA2B}" srcOrd="1" destOrd="0" parTransId="{9D087509-20C6-4E90-8796-A2802EF0E2D7}" sibTransId="{3B78ED60-BCD3-492C-9EF8-BF48573D6235}"/>
    <dgm:cxn modelId="{038F15E7-F73E-4094-A69F-640EC30FA5A4}" type="presOf" srcId="{4B10FE27-3E8B-4AF2-9C1F-9CC72EDEF4E6}" destId="{FA999015-9D0E-4A19-93E8-4C3222C242F5}" srcOrd="1" destOrd="0" presId="urn:microsoft.com/office/officeart/2005/8/layout/process1"/>
    <dgm:cxn modelId="{53E3A0EB-BFD2-4049-80AD-E160701A9F87}" type="presOf" srcId="{7261B936-7F25-4C58-919F-F8872D7CAA2B}" destId="{B6DEEDF3-8E93-4FE9-8949-12AC4A7C6599}" srcOrd="0" destOrd="0" presId="urn:microsoft.com/office/officeart/2005/8/layout/process1"/>
    <dgm:cxn modelId="{C28B91FC-9459-437D-B012-D68C393C7C83}" type="presOf" srcId="{1F180511-ACC5-42BD-AA7F-FEE6FEF1B395}" destId="{9426B0F6-8085-4D2C-96A1-622666A381FE}" srcOrd="1" destOrd="0" presId="urn:microsoft.com/office/officeart/2005/8/layout/process1"/>
    <dgm:cxn modelId="{3AD01C91-5B6E-462E-A30C-3360F62867E3}" type="presParOf" srcId="{1559ECEE-7BFA-452F-8CBB-2C5BE1965A1E}" destId="{C10DD8CB-A3F0-49CA-928C-6E0E0742D899}" srcOrd="0" destOrd="0" presId="urn:microsoft.com/office/officeart/2005/8/layout/process1"/>
    <dgm:cxn modelId="{81BF7FB0-7B5C-4DE5-8CF2-395CA147B986}" type="presParOf" srcId="{1559ECEE-7BFA-452F-8CBB-2C5BE1965A1E}" destId="{E064BF05-B52B-43E5-8FC1-DB28672790DF}" srcOrd="1" destOrd="0" presId="urn:microsoft.com/office/officeart/2005/8/layout/process1"/>
    <dgm:cxn modelId="{2384F783-067C-4EED-B648-39E3DA8D8A98}" type="presParOf" srcId="{E064BF05-B52B-43E5-8FC1-DB28672790DF}" destId="{B93691E7-21FC-48FA-8B9C-C3EE644ACCAB}" srcOrd="0" destOrd="0" presId="urn:microsoft.com/office/officeart/2005/8/layout/process1"/>
    <dgm:cxn modelId="{BACA6ACC-B3B0-45FE-870E-4D13653BE221}" type="presParOf" srcId="{1559ECEE-7BFA-452F-8CBB-2C5BE1965A1E}" destId="{B6DEEDF3-8E93-4FE9-8949-12AC4A7C6599}" srcOrd="2" destOrd="0" presId="urn:microsoft.com/office/officeart/2005/8/layout/process1"/>
    <dgm:cxn modelId="{B952BA21-4D25-4B75-9EA7-E7473A1DC161}" type="presParOf" srcId="{1559ECEE-7BFA-452F-8CBB-2C5BE1965A1E}" destId="{C58C9B2C-B5BF-4B6C-8F9F-54681B42EE46}" srcOrd="3" destOrd="0" presId="urn:microsoft.com/office/officeart/2005/8/layout/process1"/>
    <dgm:cxn modelId="{E21B03B8-CE93-4CEE-9B6C-36236BEFA254}" type="presParOf" srcId="{C58C9B2C-B5BF-4B6C-8F9F-54681B42EE46}" destId="{607A532C-CEC6-4A20-847C-5E04F7AF1CC9}" srcOrd="0" destOrd="0" presId="urn:microsoft.com/office/officeart/2005/8/layout/process1"/>
    <dgm:cxn modelId="{1BCBA9E5-26F0-4DBB-BED8-D4ADA85F96F8}" type="presParOf" srcId="{1559ECEE-7BFA-452F-8CBB-2C5BE1965A1E}" destId="{6BEE1703-9782-4962-909B-DC37CA99CE82}" srcOrd="4" destOrd="0" presId="urn:microsoft.com/office/officeart/2005/8/layout/process1"/>
    <dgm:cxn modelId="{65B23231-CE01-4225-905B-DA0E6B257FC5}" type="presParOf" srcId="{1559ECEE-7BFA-452F-8CBB-2C5BE1965A1E}" destId="{6B78D792-C287-4DC7-B463-86A19DAD3E78}" srcOrd="5" destOrd="0" presId="urn:microsoft.com/office/officeart/2005/8/layout/process1"/>
    <dgm:cxn modelId="{7D799482-0AB0-4EDE-8F41-7EC2978A472F}" type="presParOf" srcId="{6B78D792-C287-4DC7-B463-86A19DAD3E78}" destId="{FA999015-9D0E-4A19-93E8-4C3222C242F5}" srcOrd="0" destOrd="0" presId="urn:microsoft.com/office/officeart/2005/8/layout/process1"/>
    <dgm:cxn modelId="{B9928D55-592B-4A6B-8A3C-674B52BE1288}" type="presParOf" srcId="{1559ECEE-7BFA-452F-8CBB-2C5BE1965A1E}" destId="{ED470518-6134-477D-92DE-CF1DFE14D9CF}" srcOrd="6" destOrd="0" presId="urn:microsoft.com/office/officeart/2005/8/layout/process1"/>
    <dgm:cxn modelId="{0079AADD-1E1B-40C5-9E7C-F3F9E5B71106}" type="presParOf" srcId="{1559ECEE-7BFA-452F-8CBB-2C5BE1965A1E}" destId="{D45DE0BE-41A3-41A0-9BF6-CE1EC0ACFCC2}" srcOrd="7" destOrd="0" presId="urn:microsoft.com/office/officeart/2005/8/layout/process1"/>
    <dgm:cxn modelId="{32B51C42-8FF5-4DBE-85B2-B5201DEEC8E1}" type="presParOf" srcId="{D45DE0BE-41A3-41A0-9BF6-CE1EC0ACFCC2}" destId="{9426B0F6-8085-4D2C-96A1-622666A381FE}" srcOrd="0" destOrd="0" presId="urn:microsoft.com/office/officeart/2005/8/layout/process1"/>
    <dgm:cxn modelId="{20D5D39B-A235-4183-B745-46E9DDA6F3C2}" type="presParOf" srcId="{1559ECEE-7BFA-452F-8CBB-2C5BE1965A1E}" destId="{E0068A07-AAE5-4DB2-A24C-16F76B7BE00C}" srcOrd="8" destOrd="0" presId="urn:microsoft.com/office/officeart/2005/8/layout/process1"/>
    <dgm:cxn modelId="{D9AFBC61-52D0-4415-935C-8C8F2329B980}" type="presParOf" srcId="{1559ECEE-7BFA-452F-8CBB-2C5BE1965A1E}" destId="{E5F55175-7A8A-4F99-B240-792025252389}" srcOrd="9" destOrd="0" presId="urn:microsoft.com/office/officeart/2005/8/layout/process1"/>
    <dgm:cxn modelId="{C578D011-779A-451B-9094-9269FBAFC411}" type="presParOf" srcId="{E5F55175-7A8A-4F99-B240-792025252389}" destId="{C54F31CE-CB07-4552-977C-533562A8B9D6}" srcOrd="0" destOrd="0" presId="urn:microsoft.com/office/officeart/2005/8/layout/process1"/>
    <dgm:cxn modelId="{052044F9-7A5C-4357-AB53-83F3901ABF79}" type="presParOf" srcId="{1559ECEE-7BFA-452F-8CBB-2C5BE1965A1E}" destId="{E71EA13A-DDD5-4C8A-A537-1854410439FA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0E2DF06-0D06-7F4C-9978-848B53946EE1}" type="doc">
      <dgm:prSet loTypeId="urn:microsoft.com/office/officeart/2005/8/layout/orgChart1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34B928C-2585-E841-BF7B-ED007AEFEE98}" type="asst">
      <dgm:prSet phldrT="[Text]"/>
      <dgm:spPr/>
      <dgm:t>
        <a:bodyPr/>
        <a:lstStyle/>
        <a:p>
          <a:r>
            <a:rPr lang="en-US" dirty="0" err="1"/>
            <a:t>api</a:t>
          </a:r>
          <a:endParaRPr lang="en-US" dirty="0"/>
        </a:p>
      </dgm:t>
    </dgm:pt>
    <dgm:pt modelId="{392800E6-7742-5542-A663-7B35C04322D6}" type="sibTrans" cxnId="{D65F32C5-410C-3A42-9ED0-57983999CC52}">
      <dgm:prSet/>
      <dgm:spPr/>
      <dgm:t>
        <a:bodyPr/>
        <a:lstStyle/>
        <a:p>
          <a:endParaRPr lang="en-US"/>
        </a:p>
      </dgm:t>
    </dgm:pt>
    <dgm:pt modelId="{F4F84EAB-B204-C64C-AB08-E15216797A89}" type="parTrans" cxnId="{D65F32C5-410C-3A42-9ED0-57983999CC52}">
      <dgm:prSet/>
      <dgm:spPr/>
      <dgm:t>
        <a:bodyPr/>
        <a:lstStyle/>
        <a:p>
          <a:endParaRPr lang="en-US"/>
        </a:p>
      </dgm:t>
    </dgm:pt>
    <dgm:pt modelId="{A9CC8A88-F5AB-604B-8065-C899EA839303}" type="asst">
      <dgm:prSet phldrT="[Text]"/>
      <dgm:spPr/>
      <dgm:t>
        <a:bodyPr/>
        <a:lstStyle/>
        <a:p>
          <a:r>
            <a:rPr lang="en-US" dirty="0"/>
            <a:t>local</a:t>
          </a:r>
        </a:p>
      </dgm:t>
    </dgm:pt>
    <dgm:pt modelId="{D765F274-D749-3A46-B22F-EE789B73ED21}" type="sibTrans" cxnId="{61B10ABC-2C28-4A4E-B04C-24E5EA8B90EC}">
      <dgm:prSet/>
      <dgm:spPr/>
      <dgm:t>
        <a:bodyPr/>
        <a:lstStyle/>
        <a:p>
          <a:endParaRPr lang="en-US"/>
        </a:p>
      </dgm:t>
    </dgm:pt>
    <dgm:pt modelId="{00C13D02-9486-2B40-B1D8-61C3F420AF25}" type="parTrans" cxnId="{61B10ABC-2C28-4A4E-B04C-24E5EA8B90EC}">
      <dgm:prSet/>
      <dgm:spPr/>
      <dgm:t>
        <a:bodyPr/>
        <a:lstStyle/>
        <a:p>
          <a:endParaRPr lang="en-US"/>
        </a:p>
      </dgm:t>
    </dgm:pt>
    <dgm:pt modelId="{EED6B620-F621-4D48-8196-39B6107039D5}">
      <dgm:prSet phldrT="[Text]"/>
      <dgm:spPr/>
      <dgm:t>
        <a:bodyPr/>
        <a:lstStyle/>
        <a:p>
          <a:r>
            <a:rPr lang="en-US" dirty="0"/>
            <a:t>LLMs</a:t>
          </a:r>
        </a:p>
      </dgm:t>
    </dgm:pt>
    <dgm:pt modelId="{08BFBB52-97C9-384C-BE94-56C78C118A7B}" type="sibTrans" cxnId="{5055D7C3-F86A-9548-8ADE-58A223ABD0B4}">
      <dgm:prSet/>
      <dgm:spPr/>
      <dgm:t>
        <a:bodyPr/>
        <a:lstStyle/>
        <a:p>
          <a:endParaRPr lang="en-US"/>
        </a:p>
      </dgm:t>
    </dgm:pt>
    <dgm:pt modelId="{C58CC79E-3EB6-A84D-A6F4-FE7FBFC108CC}" type="parTrans" cxnId="{5055D7C3-F86A-9548-8ADE-58A223ABD0B4}">
      <dgm:prSet/>
      <dgm:spPr/>
      <dgm:t>
        <a:bodyPr/>
        <a:lstStyle/>
        <a:p>
          <a:endParaRPr lang="en-US"/>
        </a:p>
      </dgm:t>
    </dgm:pt>
    <dgm:pt modelId="{44B7352D-A0B5-9244-8069-5A17624B2334}" type="asst">
      <dgm:prSet/>
      <dgm:spPr/>
      <dgm:t>
        <a:bodyPr/>
        <a:lstStyle/>
        <a:p>
          <a:r>
            <a:rPr lang="en-US" dirty="0" err="1"/>
            <a:t>llama.cpp</a:t>
          </a:r>
          <a:endParaRPr lang="en-US" dirty="0"/>
        </a:p>
      </dgm:t>
    </dgm:pt>
    <dgm:pt modelId="{41F88030-639D-2C4B-B5AB-D953D297FB79}" type="parTrans" cxnId="{F0A5E2F6-5939-994B-A6D8-56239D73EFC6}">
      <dgm:prSet/>
      <dgm:spPr/>
      <dgm:t>
        <a:bodyPr/>
        <a:lstStyle/>
        <a:p>
          <a:endParaRPr lang="en-US"/>
        </a:p>
      </dgm:t>
    </dgm:pt>
    <dgm:pt modelId="{551698B0-E2FC-734F-A56D-B4A3C0DF4C66}" type="sibTrans" cxnId="{F0A5E2F6-5939-994B-A6D8-56239D73EFC6}">
      <dgm:prSet/>
      <dgm:spPr/>
      <dgm:t>
        <a:bodyPr/>
        <a:lstStyle/>
        <a:p>
          <a:endParaRPr lang="en-US"/>
        </a:p>
      </dgm:t>
    </dgm:pt>
    <dgm:pt modelId="{149EE9D6-88A7-5F44-BF07-C5E5B98A18C1}" type="asst">
      <dgm:prSet/>
      <dgm:spPr/>
      <dgm:t>
        <a:bodyPr/>
        <a:lstStyle/>
        <a:p>
          <a:r>
            <a:rPr lang="en-US" dirty="0" err="1"/>
            <a:t>ollama</a:t>
          </a:r>
          <a:endParaRPr lang="en-US" dirty="0"/>
        </a:p>
      </dgm:t>
    </dgm:pt>
    <dgm:pt modelId="{182AE657-673F-E448-A57A-F4AB02C3A719}" type="parTrans" cxnId="{DFC8D8A7-6FC7-A94B-8A68-EFC64116E4F0}">
      <dgm:prSet/>
      <dgm:spPr/>
      <dgm:t>
        <a:bodyPr/>
        <a:lstStyle/>
        <a:p>
          <a:endParaRPr lang="en-US"/>
        </a:p>
      </dgm:t>
    </dgm:pt>
    <dgm:pt modelId="{194DF54A-8E9E-EF48-96FD-EA8DCD93A2E3}" type="sibTrans" cxnId="{DFC8D8A7-6FC7-A94B-8A68-EFC64116E4F0}">
      <dgm:prSet/>
      <dgm:spPr/>
      <dgm:t>
        <a:bodyPr/>
        <a:lstStyle/>
        <a:p>
          <a:endParaRPr lang="en-US"/>
        </a:p>
      </dgm:t>
    </dgm:pt>
    <dgm:pt modelId="{41A444D4-8C82-2E44-AE60-7CDB2B82FCB9}" type="asst">
      <dgm:prSet phldrT="[Text]"/>
      <dgm:spPr/>
      <dgm:t>
        <a:bodyPr/>
        <a:lstStyle/>
        <a:p>
          <a:r>
            <a:rPr lang="en-US" dirty="0" err="1"/>
            <a:t>openai</a:t>
          </a:r>
          <a:endParaRPr lang="en-US" dirty="0"/>
        </a:p>
      </dgm:t>
    </dgm:pt>
    <dgm:pt modelId="{D22A4094-E3B8-7F43-82B9-128F95D2E1BC}" type="parTrans" cxnId="{484B01A1-9E03-494B-A2B6-9C249D6DED3D}">
      <dgm:prSet/>
      <dgm:spPr/>
      <dgm:t>
        <a:bodyPr/>
        <a:lstStyle/>
        <a:p>
          <a:endParaRPr lang="en-US"/>
        </a:p>
      </dgm:t>
    </dgm:pt>
    <dgm:pt modelId="{44171222-52E6-5847-8621-75FB0362FA44}" type="sibTrans" cxnId="{484B01A1-9E03-494B-A2B6-9C249D6DED3D}">
      <dgm:prSet/>
      <dgm:spPr/>
      <dgm:t>
        <a:bodyPr/>
        <a:lstStyle/>
        <a:p>
          <a:endParaRPr lang="en-US"/>
        </a:p>
      </dgm:t>
    </dgm:pt>
    <dgm:pt modelId="{B65BE66F-7654-AE41-90A1-CBC5842B1D32}" type="asst">
      <dgm:prSet/>
      <dgm:spPr/>
      <dgm:t>
        <a:bodyPr/>
        <a:lstStyle/>
        <a:p>
          <a:r>
            <a:rPr lang="en-US" dirty="0" err="1"/>
            <a:t>lm</a:t>
          </a:r>
          <a:r>
            <a:rPr lang="en-US" dirty="0"/>
            <a:t> studio</a:t>
          </a:r>
        </a:p>
      </dgm:t>
    </dgm:pt>
    <dgm:pt modelId="{399C84AF-5E73-6946-B509-F17AADF71819}" type="parTrans" cxnId="{F21B978F-BEBE-C542-9498-6F976F6E687F}">
      <dgm:prSet/>
      <dgm:spPr/>
      <dgm:t>
        <a:bodyPr/>
        <a:lstStyle/>
        <a:p>
          <a:endParaRPr lang="en-US"/>
        </a:p>
      </dgm:t>
    </dgm:pt>
    <dgm:pt modelId="{067F5C9B-E9B5-BA4F-B0DD-B8210CE6C655}" type="sibTrans" cxnId="{F21B978F-BEBE-C542-9498-6F976F6E687F}">
      <dgm:prSet/>
      <dgm:spPr/>
      <dgm:t>
        <a:bodyPr/>
        <a:lstStyle/>
        <a:p>
          <a:endParaRPr lang="en-US"/>
        </a:p>
      </dgm:t>
    </dgm:pt>
    <dgm:pt modelId="{7A4B3E37-EDF6-DE49-AC8D-6312E549DE3D}" type="asst">
      <dgm:prSet/>
      <dgm:spPr/>
      <dgm:t>
        <a:bodyPr/>
        <a:lstStyle/>
        <a:p>
          <a:r>
            <a:rPr lang="en-US" dirty="0"/>
            <a:t>custom </a:t>
          </a:r>
          <a:r>
            <a:rPr lang="en-US" dirty="0" err="1"/>
            <a:t>api</a:t>
          </a:r>
          <a:endParaRPr lang="en-US" dirty="0"/>
        </a:p>
      </dgm:t>
    </dgm:pt>
    <dgm:pt modelId="{9DDEFC82-798C-F74F-A42A-EB56290225C5}" type="parTrans" cxnId="{29F81852-6A27-0842-8F24-AEA3A7051A18}">
      <dgm:prSet/>
      <dgm:spPr/>
      <dgm:t>
        <a:bodyPr/>
        <a:lstStyle/>
        <a:p>
          <a:endParaRPr lang="en-US"/>
        </a:p>
      </dgm:t>
    </dgm:pt>
    <dgm:pt modelId="{0739F9F1-1944-3E46-B5F2-FE5B10078AEB}" type="sibTrans" cxnId="{29F81852-6A27-0842-8F24-AEA3A7051A18}">
      <dgm:prSet/>
      <dgm:spPr/>
      <dgm:t>
        <a:bodyPr/>
        <a:lstStyle/>
        <a:p>
          <a:endParaRPr lang="en-US"/>
        </a:p>
      </dgm:t>
    </dgm:pt>
    <dgm:pt modelId="{2AEDB853-1A58-2C40-BDBA-7E811A536CED}" type="asst">
      <dgm:prSet phldrT="[Text]"/>
      <dgm:spPr/>
      <dgm:t>
        <a:bodyPr/>
        <a:lstStyle/>
        <a:p>
          <a:r>
            <a:rPr lang="en-US" dirty="0" err="1"/>
            <a:t>Gpt</a:t>
          </a:r>
          <a:r>
            <a:rPr lang="en-US" dirty="0"/>
            <a:t> - 4o</a:t>
          </a:r>
        </a:p>
      </dgm:t>
    </dgm:pt>
    <dgm:pt modelId="{81ACDF42-0D64-E447-9C71-13238C18C32A}" type="parTrans" cxnId="{70AD9DC9-047C-334A-B41B-AA1C67AFAC49}">
      <dgm:prSet/>
      <dgm:spPr/>
      <dgm:t>
        <a:bodyPr/>
        <a:lstStyle/>
        <a:p>
          <a:endParaRPr lang="en-US"/>
        </a:p>
      </dgm:t>
    </dgm:pt>
    <dgm:pt modelId="{F54779A5-0722-4746-A24F-2477BF18310A}" type="sibTrans" cxnId="{70AD9DC9-047C-334A-B41B-AA1C67AFAC49}">
      <dgm:prSet/>
      <dgm:spPr/>
      <dgm:t>
        <a:bodyPr/>
        <a:lstStyle/>
        <a:p>
          <a:endParaRPr lang="en-US"/>
        </a:p>
      </dgm:t>
    </dgm:pt>
    <dgm:pt modelId="{3E308E82-B52E-1149-A690-CA1A3E0D8A64}" type="asst">
      <dgm:prSet phldrT="[Text]"/>
      <dgm:spPr/>
      <dgm:t>
        <a:bodyPr/>
        <a:lstStyle/>
        <a:p>
          <a:r>
            <a:rPr lang="en-US" dirty="0" err="1"/>
            <a:t>Gpt</a:t>
          </a:r>
          <a:r>
            <a:rPr lang="en-US" dirty="0"/>
            <a:t>  5</a:t>
          </a:r>
        </a:p>
      </dgm:t>
    </dgm:pt>
    <dgm:pt modelId="{8B4EF4B3-A0AC-2D4A-8C9F-EA93572AD7E6}" type="parTrans" cxnId="{3A854716-2809-A247-B294-7E1B0C57C429}">
      <dgm:prSet/>
      <dgm:spPr/>
      <dgm:t>
        <a:bodyPr/>
        <a:lstStyle/>
        <a:p>
          <a:endParaRPr lang="en-US"/>
        </a:p>
      </dgm:t>
    </dgm:pt>
    <dgm:pt modelId="{FF7623AA-EB81-2449-8EBD-85CE41DE147B}" type="sibTrans" cxnId="{3A854716-2809-A247-B294-7E1B0C57C429}">
      <dgm:prSet/>
      <dgm:spPr/>
      <dgm:t>
        <a:bodyPr/>
        <a:lstStyle/>
        <a:p>
          <a:endParaRPr lang="en-US"/>
        </a:p>
      </dgm:t>
    </dgm:pt>
    <dgm:pt modelId="{D60D64AB-D938-E841-8BA3-6E34C0622A73}" type="pres">
      <dgm:prSet presAssocID="{40E2DF06-0D06-7F4C-9978-848B53946EE1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EB4C3EA6-83FB-884A-BC4C-A2295DC774AC}" type="pres">
      <dgm:prSet presAssocID="{EED6B620-F621-4D48-8196-39B6107039D5}" presName="hierRoot1" presStyleCnt="0">
        <dgm:presLayoutVars>
          <dgm:hierBranch val="init"/>
        </dgm:presLayoutVars>
      </dgm:prSet>
      <dgm:spPr/>
    </dgm:pt>
    <dgm:pt modelId="{4D088004-9AF5-AE4E-BEB9-615E16DFB27D}" type="pres">
      <dgm:prSet presAssocID="{EED6B620-F621-4D48-8196-39B6107039D5}" presName="rootComposite1" presStyleCnt="0"/>
      <dgm:spPr/>
    </dgm:pt>
    <dgm:pt modelId="{AFA81F7E-0F1F-1446-AC60-CE3C504C7701}" type="pres">
      <dgm:prSet presAssocID="{EED6B620-F621-4D48-8196-39B6107039D5}" presName="rootText1" presStyleLbl="node0" presStyleIdx="0" presStyleCnt="1" custLinFactNeighborX="30295" custLinFactNeighborY="-198">
        <dgm:presLayoutVars>
          <dgm:chPref val="3"/>
        </dgm:presLayoutVars>
      </dgm:prSet>
      <dgm:spPr/>
    </dgm:pt>
    <dgm:pt modelId="{25BD1194-B16F-4544-BA27-A30E36B00BBD}" type="pres">
      <dgm:prSet presAssocID="{EED6B620-F621-4D48-8196-39B6107039D5}" presName="rootConnector1" presStyleLbl="node1" presStyleIdx="0" presStyleCnt="0"/>
      <dgm:spPr/>
    </dgm:pt>
    <dgm:pt modelId="{1F88A731-C890-2F4D-89AB-7CB55FB976F5}" type="pres">
      <dgm:prSet presAssocID="{EED6B620-F621-4D48-8196-39B6107039D5}" presName="hierChild2" presStyleCnt="0"/>
      <dgm:spPr/>
    </dgm:pt>
    <dgm:pt modelId="{DA091EAF-D5D4-FE40-9DC7-423B91FA265A}" type="pres">
      <dgm:prSet presAssocID="{EED6B620-F621-4D48-8196-39B6107039D5}" presName="hierChild3" presStyleCnt="0"/>
      <dgm:spPr/>
    </dgm:pt>
    <dgm:pt modelId="{B28266EE-1507-D846-B28F-1EF97D0A6141}" type="pres">
      <dgm:prSet presAssocID="{00C13D02-9486-2B40-B1D8-61C3F420AF25}" presName="Name111" presStyleLbl="parChTrans1D2" presStyleIdx="0" presStyleCnt="2"/>
      <dgm:spPr/>
    </dgm:pt>
    <dgm:pt modelId="{A9D5623E-18CB-3142-B293-22E486347102}" type="pres">
      <dgm:prSet presAssocID="{A9CC8A88-F5AB-604B-8065-C899EA839303}" presName="hierRoot3" presStyleCnt="0">
        <dgm:presLayoutVars>
          <dgm:hierBranch val="init"/>
        </dgm:presLayoutVars>
      </dgm:prSet>
      <dgm:spPr/>
    </dgm:pt>
    <dgm:pt modelId="{6FA9DDAD-B6F6-C241-964F-C4FCE81571D7}" type="pres">
      <dgm:prSet presAssocID="{A9CC8A88-F5AB-604B-8065-C899EA839303}" presName="rootComposite3" presStyleCnt="0"/>
      <dgm:spPr/>
    </dgm:pt>
    <dgm:pt modelId="{3950DFB6-5F9A-9C44-9310-33D2B7AA7D44}" type="pres">
      <dgm:prSet presAssocID="{A9CC8A88-F5AB-604B-8065-C899EA839303}" presName="rootText3" presStyleLbl="asst1" presStyleIdx="0" presStyleCnt="9">
        <dgm:presLayoutVars>
          <dgm:chPref val="3"/>
        </dgm:presLayoutVars>
      </dgm:prSet>
      <dgm:spPr/>
    </dgm:pt>
    <dgm:pt modelId="{D5C32CFA-4775-5541-8240-6578BA7B5979}" type="pres">
      <dgm:prSet presAssocID="{A9CC8A88-F5AB-604B-8065-C899EA839303}" presName="rootConnector3" presStyleLbl="asst1" presStyleIdx="0" presStyleCnt="9"/>
      <dgm:spPr/>
    </dgm:pt>
    <dgm:pt modelId="{6C5FB592-E82A-1D4D-8045-F15EC2738033}" type="pres">
      <dgm:prSet presAssocID="{A9CC8A88-F5AB-604B-8065-C899EA839303}" presName="hierChild6" presStyleCnt="0"/>
      <dgm:spPr/>
    </dgm:pt>
    <dgm:pt modelId="{CE4A5EAA-E652-A84A-80AA-6A882A6CED69}" type="pres">
      <dgm:prSet presAssocID="{A9CC8A88-F5AB-604B-8065-C899EA839303}" presName="hierChild7" presStyleCnt="0"/>
      <dgm:spPr/>
    </dgm:pt>
    <dgm:pt modelId="{EBA20B90-A7FF-6247-B8A0-75880587689F}" type="pres">
      <dgm:prSet presAssocID="{41F88030-639D-2C4B-B5AB-D953D297FB79}" presName="Name111" presStyleLbl="parChTrans1D3" presStyleIdx="0" presStyleCnt="5"/>
      <dgm:spPr/>
    </dgm:pt>
    <dgm:pt modelId="{9CA0594E-38AC-4C41-A803-233BF501B483}" type="pres">
      <dgm:prSet presAssocID="{44B7352D-A0B5-9244-8069-5A17624B2334}" presName="hierRoot3" presStyleCnt="0">
        <dgm:presLayoutVars>
          <dgm:hierBranch val="init"/>
        </dgm:presLayoutVars>
      </dgm:prSet>
      <dgm:spPr/>
    </dgm:pt>
    <dgm:pt modelId="{D768B99B-D9E3-3F4E-A15D-9565AA3DA5A6}" type="pres">
      <dgm:prSet presAssocID="{44B7352D-A0B5-9244-8069-5A17624B2334}" presName="rootComposite3" presStyleCnt="0"/>
      <dgm:spPr/>
    </dgm:pt>
    <dgm:pt modelId="{D11304DC-C761-D24A-884E-AEC9443073E9}" type="pres">
      <dgm:prSet presAssocID="{44B7352D-A0B5-9244-8069-5A17624B2334}" presName="rootText3" presStyleLbl="asst1" presStyleIdx="1" presStyleCnt="9">
        <dgm:presLayoutVars>
          <dgm:chPref val="3"/>
        </dgm:presLayoutVars>
      </dgm:prSet>
      <dgm:spPr/>
    </dgm:pt>
    <dgm:pt modelId="{67F3E117-B4CE-1249-9BEE-B5A8F5482D7D}" type="pres">
      <dgm:prSet presAssocID="{44B7352D-A0B5-9244-8069-5A17624B2334}" presName="rootConnector3" presStyleLbl="asst1" presStyleIdx="1" presStyleCnt="9"/>
      <dgm:spPr/>
    </dgm:pt>
    <dgm:pt modelId="{313E2358-6318-8E4E-82B8-59AF06A36A5A}" type="pres">
      <dgm:prSet presAssocID="{44B7352D-A0B5-9244-8069-5A17624B2334}" presName="hierChild6" presStyleCnt="0"/>
      <dgm:spPr/>
    </dgm:pt>
    <dgm:pt modelId="{B8E4D2DD-C050-F84C-BE72-F308D7808E35}" type="pres">
      <dgm:prSet presAssocID="{44B7352D-A0B5-9244-8069-5A17624B2334}" presName="hierChild7" presStyleCnt="0"/>
      <dgm:spPr/>
    </dgm:pt>
    <dgm:pt modelId="{C9C164BD-E3F3-0749-9525-A24AE549120D}" type="pres">
      <dgm:prSet presAssocID="{182AE657-673F-E448-A57A-F4AB02C3A719}" presName="Name111" presStyleLbl="parChTrans1D3" presStyleIdx="1" presStyleCnt="5"/>
      <dgm:spPr/>
    </dgm:pt>
    <dgm:pt modelId="{1D1C7F80-E4E9-624B-80EC-D2ABC980FBA3}" type="pres">
      <dgm:prSet presAssocID="{149EE9D6-88A7-5F44-BF07-C5E5B98A18C1}" presName="hierRoot3" presStyleCnt="0">
        <dgm:presLayoutVars>
          <dgm:hierBranch val="init"/>
        </dgm:presLayoutVars>
      </dgm:prSet>
      <dgm:spPr/>
    </dgm:pt>
    <dgm:pt modelId="{E049FCDA-01BE-C14C-9545-9D2322131695}" type="pres">
      <dgm:prSet presAssocID="{149EE9D6-88A7-5F44-BF07-C5E5B98A18C1}" presName="rootComposite3" presStyleCnt="0"/>
      <dgm:spPr/>
    </dgm:pt>
    <dgm:pt modelId="{CFCF7BF9-0B5A-244C-8352-6EFB835981B8}" type="pres">
      <dgm:prSet presAssocID="{149EE9D6-88A7-5F44-BF07-C5E5B98A18C1}" presName="rootText3" presStyleLbl="asst1" presStyleIdx="2" presStyleCnt="9">
        <dgm:presLayoutVars>
          <dgm:chPref val="3"/>
        </dgm:presLayoutVars>
      </dgm:prSet>
      <dgm:spPr/>
    </dgm:pt>
    <dgm:pt modelId="{C2F0E41C-9FAA-1E47-AC04-6A2EBAE86B58}" type="pres">
      <dgm:prSet presAssocID="{149EE9D6-88A7-5F44-BF07-C5E5B98A18C1}" presName="rootConnector3" presStyleLbl="asst1" presStyleIdx="2" presStyleCnt="9"/>
      <dgm:spPr/>
    </dgm:pt>
    <dgm:pt modelId="{DB26D959-4C95-CC4D-9040-7D34023FD237}" type="pres">
      <dgm:prSet presAssocID="{149EE9D6-88A7-5F44-BF07-C5E5B98A18C1}" presName="hierChild6" presStyleCnt="0"/>
      <dgm:spPr/>
    </dgm:pt>
    <dgm:pt modelId="{CBBFBA4C-68D8-B847-9838-632ED7B242F3}" type="pres">
      <dgm:prSet presAssocID="{149EE9D6-88A7-5F44-BF07-C5E5B98A18C1}" presName="hierChild7" presStyleCnt="0"/>
      <dgm:spPr/>
    </dgm:pt>
    <dgm:pt modelId="{561EB181-22B2-C54C-B5E8-6E8E4F20009B}" type="pres">
      <dgm:prSet presAssocID="{399C84AF-5E73-6946-B509-F17AADF71819}" presName="Name111" presStyleLbl="parChTrans1D3" presStyleIdx="2" presStyleCnt="5"/>
      <dgm:spPr/>
    </dgm:pt>
    <dgm:pt modelId="{50DC9781-BEA4-3948-BB5D-8651B6281682}" type="pres">
      <dgm:prSet presAssocID="{B65BE66F-7654-AE41-90A1-CBC5842B1D32}" presName="hierRoot3" presStyleCnt="0">
        <dgm:presLayoutVars>
          <dgm:hierBranch val="init"/>
        </dgm:presLayoutVars>
      </dgm:prSet>
      <dgm:spPr/>
    </dgm:pt>
    <dgm:pt modelId="{6F3E83C3-1BD8-D242-B790-3D70535E45ED}" type="pres">
      <dgm:prSet presAssocID="{B65BE66F-7654-AE41-90A1-CBC5842B1D32}" presName="rootComposite3" presStyleCnt="0"/>
      <dgm:spPr/>
    </dgm:pt>
    <dgm:pt modelId="{73EB6162-9CD8-844D-8B9B-8369B5833E72}" type="pres">
      <dgm:prSet presAssocID="{B65BE66F-7654-AE41-90A1-CBC5842B1D32}" presName="rootText3" presStyleLbl="asst1" presStyleIdx="3" presStyleCnt="9">
        <dgm:presLayoutVars>
          <dgm:chPref val="3"/>
        </dgm:presLayoutVars>
      </dgm:prSet>
      <dgm:spPr/>
    </dgm:pt>
    <dgm:pt modelId="{76A9041E-BBAA-824B-A336-967316D0A22B}" type="pres">
      <dgm:prSet presAssocID="{B65BE66F-7654-AE41-90A1-CBC5842B1D32}" presName="rootConnector3" presStyleLbl="asst1" presStyleIdx="3" presStyleCnt="9"/>
      <dgm:spPr/>
    </dgm:pt>
    <dgm:pt modelId="{2C316290-E640-6F44-BDDF-DB70D21B709D}" type="pres">
      <dgm:prSet presAssocID="{B65BE66F-7654-AE41-90A1-CBC5842B1D32}" presName="hierChild6" presStyleCnt="0"/>
      <dgm:spPr/>
    </dgm:pt>
    <dgm:pt modelId="{DF4F938E-DD1C-A24C-AD92-B88651164D70}" type="pres">
      <dgm:prSet presAssocID="{B65BE66F-7654-AE41-90A1-CBC5842B1D32}" presName="hierChild7" presStyleCnt="0"/>
      <dgm:spPr/>
    </dgm:pt>
    <dgm:pt modelId="{E72B8484-80AB-6D42-BE12-5DE4DB8C52B0}" type="pres">
      <dgm:prSet presAssocID="{9DDEFC82-798C-F74F-A42A-EB56290225C5}" presName="Name111" presStyleLbl="parChTrans1D3" presStyleIdx="3" presStyleCnt="5"/>
      <dgm:spPr/>
    </dgm:pt>
    <dgm:pt modelId="{CD5C1E8B-0A1A-2840-8E77-24622BF45368}" type="pres">
      <dgm:prSet presAssocID="{7A4B3E37-EDF6-DE49-AC8D-6312E549DE3D}" presName="hierRoot3" presStyleCnt="0">
        <dgm:presLayoutVars>
          <dgm:hierBranch val="init"/>
        </dgm:presLayoutVars>
      </dgm:prSet>
      <dgm:spPr/>
    </dgm:pt>
    <dgm:pt modelId="{D4C16283-60D2-E041-BBB1-1A8DF3B6BF18}" type="pres">
      <dgm:prSet presAssocID="{7A4B3E37-EDF6-DE49-AC8D-6312E549DE3D}" presName="rootComposite3" presStyleCnt="0"/>
      <dgm:spPr/>
    </dgm:pt>
    <dgm:pt modelId="{3890F61A-57A5-454D-953A-8A24DEDBF4E5}" type="pres">
      <dgm:prSet presAssocID="{7A4B3E37-EDF6-DE49-AC8D-6312E549DE3D}" presName="rootText3" presStyleLbl="asst1" presStyleIdx="4" presStyleCnt="9">
        <dgm:presLayoutVars>
          <dgm:chPref val="3"/>
        </dgm:presLayoutVars>
      </dgm:prSet>
      <dgm:spPr/>
    </dgm:pt>
    <dgm:pt modelId="{B2F9355F-AAB2-534B-A9FE-8902D6807AC6}" type="pres">
      <dgm:prSet presAssocID="{7A4B3E37-EDF6-DE49-AC8D-6312E549DE3D}" presName="rootConnector3" presStyleLbl="asst1" presStyleIdx="4" presStyleCnt="9"/>
      <dgm:spPr/>
    </dgm:pt>
    <dgm:pt modelId="{21601310-3755-6043-B479-9B5BA2C22C3E}" type="pres">
      <dgm:prSet presAssocID="{7A4B3E37-EDF6-DE49-AC8D-6312E549DE3D}" presName="hierChild6" presStyleCnt="0"/>
      <dgm:spPr/>
    </dgm:pt>
    <dgm:pt modelId="{5A819425-2568-CC40-8FAE-C74108BCB63D}" type="pres">
      <dgm:prSet presAssocID="{7A4B3E37-EDF6-DE49-AC8D-6312E549DE3D}" presName="hierChild7" presStyleCnt="0"/>
      <dgm:spPr/>
    </dgm:pt>
    <dgm:pt modelId="{6B189F2D-103D-3343-BC47-F4847CCBC895}" type="pres">
      <dgm:prSet presAssocID="{F4F84EAB-B204-C64C-AB08-E15216797A89}" presName="Name111" presStyleLbl="parChTrans1D2" presStyleIdx="1" presStyleCnt="2"/>
      <dgm:spPr/>
    </dgm:pt>
    <dgm:pt modelId="{8E42FA9E-A64B-DE4C-A148-11F1EA0457D5}" type="pres">
      <dgm:prSet presAssocID="{934B928C-2585-E841-BF7B-ED007AEFEE98}" presName="hierRoot3" presStyleCnt="0">
        <dgm:presLayoutVars>
          <dgm:hierBranch val="init"/>
        </dgm:presLayoutVars>
      </dgm:prSet>
      <dgm:spPr/>
    </dgm:pt>
    <dgm:pt modelId="{903D0D1C-3EA5-7744-A3DB-D25B509E2A03}" type="pres">
      <dgm:prSet presAssocID="{934B928C-2585-E841-BF7B-ED007AEFEE98}" presName="rootComposite3" presStyleCnt="0"/>
      <dgm:spPr/>
    </dgm:pt>
    <dgm:pt modelId="{E14778A8-E10D-7849-BCDB-7C42C4B4C33B}" type="pres">
      <dgm:prSet presAssocID="{934B928C-2585-E841-BF7B-ED007AEFEE98}" presName="rootText3" presStyleLbl="asst1" presStyleIdx="5" presStyleCnt="9">
        <dgm:presLayoutVars>
          <dgm:chPref val="3"/>
        </dgm:presLayoutVars>
      </dgm:prSet>
      <dgm:spPr/>
    </dgm:pt>
    <dgm:pt modelId="{6322E013-F4CD-6840-87F1-59095A02AE26}" type="pres">
      <dgm:prSet presAssocID="{934B928C-2585-E841-BF7B-ED007AEFEE98}" presName="rootConnector3" presStyleLbl="asst1" presStyleIdx="5" presStyleCnt="9"/>
      <dgm:spPr/>
    </dgm:pt>
    <dgm:pt modelId="{45F30656-D048-F441-BBA7-42BB93FA3FAD}" type="pres">
      <dgm:prSet presAssocID="{934B928C-2585-E841-BF7B-ED007AEFEE98}" presName="hierChild6" presStyleCnt="0"/>
      <dgm:spPr/>
    </dgm:pt>
    <dgm:pt modelId="{67780769-B641-E146-BE39-AD5314D7B20B}" type="pres">
      <dgm:prSet presAssocID="{934B928C-2585-E841-BF7B-ED007AEFEE98}" presName="hierChild7" presStyleCnt="0"/>
      <dgm:spPr/>
    </dgm:pt>
    <dgm:pt modelId="{DF37DC96-DD74-5B46-9151-72794DB960A0}" type="pres">
      <dgm:prSet presAssocID="{D22A4094-E3B8-7F43-82B9-128F95D2E1BC}" presName="Name111" presStyleLbl="parChTrans1D3" presStyleIdx="4" presStyleCnt="5"/>
      <dgm:spPr/>
    </dgm:pt>
    <dgm:pt modelId="{4B0B7330-A186-0948-A052-EFAEFA0CBCDD}" type="pres">
      <dgm:prSet presAssocID="{41A444D4-8C82-2E44-AE60-7CDB2B82FCB9}" presName="hierRoot3" presStyleCnt="0">
        <dgm:presLayoutVars>
          <dgm:hierBranch val="init"/>
        </dgm:presLayoutVars>
      </dgm:prSet>
      <dgm:spPr/>
    </dgm:pt>
    <dgm:pt modelId="{1E8374B4-AAC1-7849-908C-F4FA1BC8BC01}" type="pres">
      <dgm:prSet presAssocID="{41A444D4-8C82-2E44-AE60-7CDB2B82FCB9}" presName="rootComposite3" presStyleCnt="0"/>
      <dgm:spPr/>
    </dgm:pt>
    <dgm:pt modelId="{5A2D6C47-40CF-0E4D-AC7F-8EADBF60BD15}" type="pres">
      <dgm:prSet presAssocID="{41A444D4-8C82-2E44-AE60-7CDB2B82FCB9}" presName="rootText3" presStyleLbl="asst1" presStyleIdx="6" presStyleCnt="9">
        <dgm:presLayoutVars>
          <dgm:chPref val="3"/>
        </dgm:presLayoutVars>
      </dgm:prSet>
      <dgm:spPr/>
    </dgm:pt>
    <dgm:pt modelId="{63E219CB-EDDB-A548-AFE0-8259B6AF6330}" type="pres">
      <dgm:prSet presAssocID="{41A444D4-8C82-2E44-AE60-7CDB2B82FCB9}" presName="rootConnector3" presStyleLbl="asst1" presStyleIdx="6" presStyleCnt="9"/>
      <dgm:spPr/>
    </dgm:pt>
    <dgm:pt modelId="{A65297C8-00BB-324A-B222-2B5F456C3366}" type="pres">
      <dgm:prSet presAssocID="{41A444D4-8C82-2E44-AE60-7CDB2B82FCB9}" presName="hierChild6" presStyleCnt="0"/>
      <dgm:spPr/>
    </dgm:pt>
    <dgm:pt modelId="{9D226426-7272-1F4A-AABF-982024F15EBC}" type="pres">
      <dgm:prSet presAssocID="{41A444D4-8C82-2E44-AE60-7CDB2B82FCB9}" presName="hierChild7" presStyleCnt="0"/>
      <dgm:spPr/>
    </dgm:pt>
    <dgm:pt modelId="{2A85948A-942B-FF41-BED3-8E3D66B8B531}" type="pres">
      <dgm:prSet presAssocID="{81ACDF42-0D64-E447-9C71-13238C18C32A}" presName="Name111" presStyleLbl="parChTrans1D4" presStyleIdx="0" presStyleCnt="2"/>
      <dgm:spPr/>
    </dgm:pt>
    <dgm:pt modelId="{BD2512A4-6FCF-F641-88E3-4738C1973A25}" type="pres">
      <dgm:prSet presAssocID="{2AEDB853-1A58-2C40-BDBA-7E811A536CED}" presName="hierRoot3" presStyleCnt="0">
        <dgm:presLayoutVars>
          <dgm:hierBranch val="init"/>
        </dgm:presLayoutVars>
      </dgm:prSet>
      <dgm:spPr/>
    </dgm:pt>
    <dgm:pt modelId="{73BB12BA-2B4B-DD46-9409-8AA7E6942D2D}" type="pres">
      <dgm:prSet presAssocID="{2AEDB853-1A58-2C40-BDBA-7E811A536CED}" presName="rootComposite3" presStyleCnt="0"/>
      <dgm:spPr/>
    </dgm:pt>
    <dgm:pt modelId="{189773A4-DB47-D44D-939A-44C7E5F94912}" type="pres">
      <dgm:prSet presAssocID="{2AEDB853-1A58-2C40-BDBA-7E811A536CED}" presName="rootText3" presStyleLbl="asst1" presStyleIdx="7" presStyleCnt="9">
        <dgm:presLayoutVars>
          <dgm:chPref val="3"/>
        </dgm:presLayoutVars>
      </dgm:prSet>
      <dgm:spPr/>
    </dgm:pt>
    <dgm:pt modelId="{885469B3-FCBD-6E4F-9CAF-45F98638E30F}" type="pres">
      <dgm:prSet presAssocID="{2AEDB853-1A58-2C40-BDBA-7E811A536CED}" presName="rootConnector3" presStyleLbl="asst1" presStyleIdx="7" presStyleCnt="9"/>
      <dgm:spPr/>
    </dgm:pt>
    <dgm:pt modelId="{F849F5FA-B16C-1C42-B353-DF201AEE7A3E}" type="pres">
      <dgm:prSet presAssocID="{2AEDB853-1A58-2C40-BDBA-7E811A536CED}" presName="hierChild6" presStyleCnt="0"/>
      <dgm:spPr/>
    </dgm:pt>
    <dgm:pt modelId="{1DF9687B-2F8F-774E-B241-9358EE74361E}" type="pres">
      <dgm:prSet presAssocID="{2AEDB853-1A58-2C40-BDBA-7E811A536CED}" presName="hierChild7" presStyleCnt="0"/>
      <dgm:spPr/>
    </dgm:pt>
    <dgm:pt modelId="{3D369D37-2FD0-734F-9642-F5CC618EB998}" type="pres">
      <dgm:prSet presAssocID="{8B4EF4B3-A0AC-2D4A-8C9F-EA93572AD7E6}" presName="Name111" presStyleLbl="parChTrans1D4" presStyleIdx="1" presStyleCnt="2"/>
      <dgm:spPr/>
    </dgm:pt>
    <dgm:pt modelId="{DE272BE3-2210-A844-B310-D2ECB3AEC614}" type="pres">
      <dgm:prSet presAssocID="{3E308E82-B52E-1149-A690-CA1A3E0D8A64}" presName="hierRoot3" presStyleCnt="0">
        <dgm:presLayoutVars>
          <dgm:hierBranch val="init"/>
        </dgm:presLayoutVars>
      </dgm:prSet>
      <dgm:spPr/>
    </dgm:pt>
    <dgm:pt modelId="{8FB24B9B-1119-664E-BC06-9709329FD7DE}" type="pres">
      <dgm:prSet presAssocID="{3E308E82-B52E-1149-A690-CA1A3E0D8A64}" presName="rootComposite3" presStyleCnt="0"/>
      <dgm:spPr/>
    </dgm:pt>
    <dgm:pt modelId="{44EF7BA6-9236-9F44-938E-A7A5D9FC9F5E}" type="pres">
      <dgm:prSet presAssocID="{3E308E82-B52E-1149-A690-CA1A3E0D8A64}" presName="rootText3" presStyleLbl="asst1" presStyleIdx="8" presStyleCnt="9">
        <dgm:presLayoutVars>
          <dgm:chPref val="3"/>
        </dgm:presLayoutVars>
      </dgm:prSet>
      <dgm:spPr/>
    </dgm:pt>
    <dgm:pt modelId="{18B9BC54-8C89-CA46-92B6-1DA6E15CB431}" type="pres">
      <dgm:prSet presAssocID="{3E308E82-B52E-1149-A690-CA1A3E0D8A64}" presName="rootConnector3" presStyleLbl="asst1" presStyleIdx="8" presStyleCnt="9"/>
      <dgm:spPr/>
    </dgm:pt>
    <dgm:pt modelId="{F5DAE1A2-2FDF-C44D-86FC-FEE65929E82B}" type="pres">
      <dgm:prSet presAssocID="{3E308E82-B52E-1149-A690-CA1A3E0D8A64}" presName="hierChild6" presStyleCnt="0"/>
      <dgm:spPr/>
    </dgm:pt>
    <dgm:pt modelId="{29B9C548-F804-234A-85C1-A2C85C5E8D0C}" type="pres">
      <dgm:prSet presAssocID="{3E308E82-B52E-1149-A690-CA1A3E0D8A64}" presName="hierChild7" presStyleCnt="0"/>
      <dgm:spPr/>
    </dgm:pt>
  </dgm:ptLst>
  <dgm:cxnLst>
    <dgm:cxn modelId="{AF46210A-9DA2-8F43-A994-C4168554A2DB}" type="presOf" srcId="{3E308E82-B52E-1149-A690-CA1A3E0D8A64}" destId="{18B9BC54-8C89-CA46-92B6-1DA6E15CB431}" srcOrd="1" destOrd="0" presId="urn:microsoft.com/office/officeart/2005/8/layout/orgChart1"/>
    <dgm:cxn modelId="{7B77020F-37EC-9547-AFB4-A7611C044592}" type="presOf" srcId="{2AEDB853-1A58-2C40-BDBA-7E811A536CED}" destId="{885469B3-FCBD-6E4F-9CAF-45F98638E30F}" srcOrd="1" destOrd="0" presId="urn:microsoft.com/office/officeart/2005/8/layout/orgChart1"/>
    <dgm:cxn modelId="{6F3F8513-686B-F945-98EB-5B3202BFDBE7}" type="presOf" srcId="{EED6B620-F621-4D48-8196-39B6107039D5}" destId="{AFA81F7E-0F1F-1446-AC60-CE3C504C7701}" srcOrd="0" destOrd="0" presId="urn:microsoft.com/office/officeart/2005/8/layout/orgChart1"/>
    <dgm:cxn modelId="{3D20E513-26A5-5F4B-8E13-6D6B2A98285D}" type="presOf" srcId="{41A444D4-8C82-2E44-AE60-7CDB2B82FCB9}" destId="{5A2D6C47-40CF-0E4D-AC7F-8EADBF60BD15}" srcOrd="0" destOrd="0" presId="urn:microsoft.com/office/officeart/2005/8/layout/orgChart1"/>
    <dgm:cxn modelId="{3A854716-2809-A247-B294-7E1B0C57C429}" srcId="{41A444D4-8C82-2E44-AE60-7CDB2B82FCB9}" destId="{3E308E82-B52E-1149-A690-CA1A3E0D8A64}" srcOrd="1" destOrd="0" parTransId="{8B4EF4B3-A0AC-2D4A-8C9F-EA93572AD7E6}" sibTransId="{FF7623AA-EB81-2449-8EBD-85CE41DE147B}"/>
    <dgm:cxn modelId="{947E0B24-B987-F940-9AEE-7465FE74318C}" type="presOf" srcId="{40E2DF06-0D06-7F4C-9978-848B53946EE1}" destId="{D60D64AB-D938-E841-8BA3-6E34C0622A73}" srcOrd="0" destOrd="0" presId="urn:microsoft.com/office/officeart/2005/8/layout/orgChart1"/>
    <dgm:cxn modelId="{FD1D5524-E3A2-9C40-8E82-CAF18BB2AA5D}" type="presOf" srcId="{B65BE66F-7654-AE41-90A1-CBC5842B1D32}" destId="{73EB6162-9CD8-844D-8B9B-8369B5833E72}" srcOrd="0" destOrd="0" presId="urn:microsoft.com/office/officeart/2005/8/layout/orgChart1"/>
    <dgm:cxn modelId="{916BE328-9112-CF4D-A606-4E4A9D2B72BD}" type="presOf" srcId="{7A4B3E37-EDF6-DE49-AC8D-6312E549DE3D}" destId="{B2F9355F-AAB2-534B-A9FE-8902D6807AC6}" srcOrd="1" destOrd="0" presId="urn:microsoft.com/office/officeart/2005/8/layout/orgChart1"/>
    <dgm:cxn modelId="{DF6E652B-6B87-E747-A612-4B4C336EE54D}" type="presOf" srcId="{F4F84EAB-B204-C64C-AB08-E15216797A89}" destId="{6B189F2D-103D-3343-BC47-F4847CCBC895}" srcOrd="0" destOrd="0" presId="urn:microsoft.com/office/officeart/2005/8/layout/orgChart1"/>
    <dgm:cxn modelId="{1F88A73C-AC51-AD4E-B3E6-EAA7E9EF0A25}" type="presOf" srcId="{B65BE66F-7654-AE41-90A1-CBC5842B1D32}" destId="{76A9041E-BBAA-824B-A336-967316D0A22B}" srcOrd="1" destOrd="0" presId="urn:microsoft.com/office/officeart/2005/8/layout/orgChart1"/>
    <dgm:cxn modelId="{D89FFB3C-20C2-744E-A45C-9DBC35D8497C}" type="presOf" srcId="{8B4EF4B3-A0AC-2D4A-8C9F-EA93572AD7E6}" destId="{3D369D37-2FD0-734F-9642-F5CC618EB998}" srcOrd="0" destOrd="0" presId="urn:microsoft.com/office/officeart/2005/8/layout/orgChart1"/>
    <dgm:cxn modelId="{036C3742-A566-2342-8965-B17DD09585F5}" type="presOf" srcId="{EED6B620-F621-4D48-8196-39B6107039D5}" destId="{25BD1194-B16F-4544-BA27-A30E36B00BBD}" srcOrd="1" destOrd="0" presId="urn:microsoft.com/office/officeart/2005/8/layout/orgChart1"/>
    <dgm:cxn modelId="{8D13A042-8463-DB48-9BF1-8C973AE9187D}" type="presOf" srcId="{A9CC8A88-F5AB-604B-8065-C899EA839303}" destId="{D5C32CFA-4775-5541-8240-6578BA7B5979}" srcOrd="1" destOrd="0" presId="urn:microsoft.com/office/officeart/2005/8/layout/orgChart1"/>
    <dgm:cxn modelId="{0C74E742-E912-0B40-A38E-B45D1D7A5225}" type="presOf" srcId="{81ACDF42-0D64-E447-9C71-13238C18C32A}" destId="{2A85948A-942B-FF41-BED3-8E3D66B8B531}" srcOrd="0" destOrd="0" presId="urn:microsoft.com/office/officeart/2005/8/layout/orgChart1"/>
    <dgm:cxn modelId="{29F81852-6A27-0842-8F24-AEA3A7051A18}" srcId="{A9CC8A88-F5AB-604B-8065-C899EA839303}" destId="{7A4B3E37-EDF6-DE49-AC8D-6312E549DE3D}" srcOrd="3" destOrd="0" parTransId="{9DDEFC82-798C-F74F-A42A-EB56290225C5}" sibTransId="{0739F9F1-1944-3E46-B5F2-FE5B10078AEB}"/>
    <dgm:cxn modelId="{2F52075B-676B-6F47-A657-6BB429FCF7C2}" type="presOf" srcId="{182AE657-673F-E448-A57A-F4AB02C3A719}" destId="{C9C164BD-E3F3-0749-9525-A24AE549120D}" srcOrd="0" destOrd="0" presId="urn:microsoft.com/office/officeart/2005/8/layout/orgChart1"/>
    <dgm:cxn modelId="{75526C60-3115-224C-9984-DBB5B4BFBF57}" type="presOf" srcId="{934B928C-2585-E841-BF7B-ED007AEFEE98}" destId="{E14778A8-E10D-7849-BCDB-7C42C4B4C33B}" srcOrd="0" destOrd="0" presId="urn:microsoft.com/office/officeart/2005/8/layout/orgChart1"/>
    <dgm:cxn modelId="{6D3F1272-4CBE-2D41-A466-0256F8C15D0D}" type="presOf" srcId="{9DDEFC82-798C-F74F-A42A-EB56290225C5}" destId="{E72B8484-80AB-6D42-BE12-5DE4DB8C52B0}" srcOrd="0" destOrd="0" presId="urn:microsoft.com/office/officeart/2005/8/layout/orgChart1"/>
    <dgm:cxn modelId="{9DD2A67A-9BF3-B845-A2C3-E4A57EA38F7E}" type="presOf" srcId="{00C13D02-9486-2B40-B1D8-61C3F420AF25}" destId="{B28266EE-1507-D846-B28F-1EF97D0A6141}" srcOrd="0" destOrd="0" presId="urn:microsoft.com/office/officeart/2005/8/layout/orgChart1"/>
    <dgm:cxn modelId="{9A7EAE87-7F5D-0341-9B30-42CFCA5379C4}" type="presOf" srcId="{7A4B3E37-EDF6-DE49-AC8D-6312E549DE3D}" destId="{3890F61A-57A5-454D-953A-8A24DEDBF4E5}" srcOrd="0" destOrd="0" presId="urn:microsoft.com/office/officeart/2005/8/layout/orgChart1"/>
    <dgm:cxn modelId="{F21B978F-BEBE-C542-9498-6F976F6E687F}" srcId="{A9CC8A88-F5AB-604B-8065-C899EA839303}" destId="{B65BE66F-7654-AE41-90A1-CBC5842B1D32}" srcOrd="2" destOrd="0" parTransId="{399C84AF-5E73-6946-B509-F17AADF71819}" sibTransId="{067F5C9B-E9B5-BA4F-B0DD-B8210CE6C655}"/>
    <dgm:cxn modelId="{11827894-2563-1B40-A389-1998027B5FB3}" type="presOf" srcId="{3E308E82-B52E-1149-A690-CA1A3E0D8A64}" destId="{44EF7BA6-9236-9F44-938E-A7A5D9FC9F5E}" srcOrd="0" destOrd="0" presId="urn:microsoft.com/office/officeart/2005/8/layout/orgChart1"/>
    <dgm:cxn modelId="{DFA36C9D-889D-F44B-8CA5-43D4C4DEA632}" type="presOf" srcId="{41A444D4-8C82-2E44-AE60-7CDB2B82FCB9}" destId="{63E219CB-EDDB-A548-AFE0-8259B6AF6330}" srcOrd="1" destOrd="0" presId="urn:microsoft.com/office/officeart/2005/8/layout/orgChart1"/>
    <dgm:cxn modelId="{484B01A1-9E03-494B-A2B6-9C249D6DED3D}" srcId="{934B928C-2585-E841-BF7B-ED007AEFEE98}" destId="{41A444D4-8C82-2E44-AE60-7CDB2B82FCB9}" srcOrd="0" destOrd="0" parTransId="{D22A4094-E3B8-7F43-82B9-128F95D2E1BC}" sibTransId="{44171222-52E6-5847-8621-75FB0362FA44}"/>
    <dgm:cxn modelId="{DFC8D8A7-6FC7-A94B-8A68-EFC64116E4F0}" srcId="{A9CC8A88-F5AB-604B-8065-C899EA839303}" destId="{149EE9D6-88A7-5F44-BF07-C5E5B98A18C1}" srcOrd="1" destOrd="0" parTransId="{182AE657-673F-E448-A57A-F4AB02C3A719}" sibTransId="{194DF54A-8E9E-EF48-96FD-EA8DCD93A2E3}"/>
    <dgm:cxn modelId="{320C0DAD-DE73-884D-9131-BD7A1FE7AB42}" type="presOf" srcId="{41F88030-639D-2C4B-B5AB-D953D297FB79}" destId="{EBA20B90-A7FF-6247-B8A0-75880587689F}" srcOrd="0" destOrd="0" presId="urn:microsoft.com/office/officeart/2005/8/layout/orgChart1"/>
    <dgm:cxn modelId="{13DCA3B3-CDBF-3A49-ABBB-4557E25475B3}" type="presOf" srcId="{44B7352D-A0B5-9244-8069-5A17624B2334}" destId="{67F3E117-B4CE-1249-9BEE-B5A8F5482D7D}" srcOrd="1" destOrd="0" presId="urn:microsoft.com/office/officeart/2005/8/layout/orgChart1"/>
    <dgm:cxn modelId="{61B10ABC-2C28-4A4E-B04C-24E5EA8B90EC}" srcId="{EED6B620-F621-4D48-8196-39B6107039D5}" destId="{A9CC8A88-F5AB-604B-8065-C899EA839303}" srcOrd="0" destOrd="0" parTransId="{00C13D02-9486-2B40-B1D8-61C3F420AF25}" sibTransId="{D765F274-D749-3A46-B22F-EE789B73ED21}"/>
    <dgm:cxn modelId="{5A26C9BF-0A80-F24B-B365-8656DB620A33}" type="presOf" srcId="{149EE9D6-88A7-5F44-BF07-C5E5B98A18C1}" destId="{C2F0E41C-9FAA-1E47-AC04-6A2EBAE86B58}" srcOrd="1" destOrd="0" presId="urn:microsoft.com/office/officeart/2005/8/layout/orgChart1"/>
    <dgm:cxn modelId="{5055D7C3-F86A-9548-8ADE-58A223ABD0B4}" srcId="{40E2DF06-0D06-7F4C-9978-848B53946EE1}" destId="{EED6B620-F621-4D48-8196-39B6107039D5}" srcOrd="0" destOrd="0" parTransId="{C58CC79E-3EB6-A84D-A6F4-FE7FBFC108CC}" sibTransId="{08BFBB52-97C9-384C-BE94-56C78C118A7B}"/>
    <dgm:cxn modelId="{D65F32C5-410C-3A42-9ED0-57983999CC52}" srcId="{EED6B620-F621-4D48-8196-39B6107039D5}" destId="{934B928C-2585-E841-BF7B-ED007AEFEE98}" srcOrd="1" destOrd="0" parTransId="{F4F84EAB-B204-C64C-AB08-E15216797A89}" sibTransId="{392800E6-7742-5542-A663-7B35C04322D6}"/>
    <dgm:cxn modelId="{70AD9DC9-047C-334A-B41B-AA1C67AFAC49}" srcId="{41A444D4-8C82-2E44-AE60-7CDB2B82FCB9}" destId="{2AEDB853-1A58-2C40-BDBA-7E811A536CED}" srcOrd="0" destOrd="0" parTransId="{81ACDF42-0D64-E447-9C71-13238C18C32A}" sibTransId="{F54779A5-0722-4746-A24F-2477BF18310A}"/>
    <dgm:cxn modelId="{0A1F3DCF-E1E2-1443-BFF6-43FB87A16885}" type="presOf" srcId="{399C84AF-5E73-6946-B509-F17AADF71819}" destId="{561EB181-22B2-C54C-B5E8-6E8E4F20009B}" srcOrd="0" destOrd="0" presId="urn:microsoft.com/office/officeart/2005/8/layout/orgChart1"/>
    <dgm:cxn modelId="{CDBAF3EE-2742-7546-90D2-481E504AED35}" type="presOf" srcId="{2AEDB853-1A58-2C40-BDBA-7E811A536CED}" destId="{189773A4-DB47-D44D-939A-44C7E5F94912}" srcOrd="0" destOrd="0" presId="urn:microsoft.com/office/officeart/2005/8/layout/orgChart1"/>
    <dgm:cxn modelId="{A34CFFF4-F6EE-5C41-9E71-B2A3E0CD4BA6}" type="presOf" srcId="{44B7352D-A0B5-9244-8069-5A17624B2334}" destId="{D11304DC-C761-D24A-884E-AEC9443073E9}" srcOrd="0" destOrd="0" presId="urn:microsoft.com/office/officeart/2005/8/layout/orgChart1"/>
    <dgm:cxn modelId="{F0A5E2F6-5939-994B-A6D8-56239D73EFC6}" srcId="{A9CC8A88-F5AB-604B-8065-C899EA839303}" destId="{44B7352D-A0B5-9244-8069-5A17624B2334}" srcOrd="0" destOrd="0" parTransId="{41F88030-639D-2C4B-B5AB-D953D297FB79}" sibTransId="{551698B0-E2FC-734F-A56D-B4A3C0DF4C66}"/>
    <dgm:cxn modelId="{450081F8-6D55-F54E-9A17-CE965246677B}" type="presOf" srcId="{149EE9D6-88A7-5F44-BF07-C5E5B98A18C1}" destId="{CFCF7BF9-0B5A-244C-8352-6EFB835981B8}" srcOrd="0" destOrd="0" presId="urn:microsoft.com/office/officeart/2005/8/layout/orgChart1"/>
    <dgm:cxn modelId="{068452FA-2C3A-2843-811F-1358763B358C}" type="presOf" srcId="{934B928C-2585-E841-BF7B-ED007AEFEE98}" destId="{6322E013-F4CD-6840-87F1-59095A02AE26}" srcOrd="1" destOrd="0" presId="urn:microsoft.com/office/officeart/2005/8/layout/orgChart1"/>
    <dgm:cxn modelId="{469C2DFD-A6C9-C943-8591-02A2B6197C13}" type="presOf" srcId="{A9CC8A88-F5AB-604B-8065-C899EA839303}" destId="{3950DFB6-5F9A-9C44-9310-33D2B7AA7D44}" srcOrd="0" destOrd="0" presId="urn:microsoft.com/office/officeart/2005/8/layout/orgChart1"/>
    <dgm:cxn modelId="{DCE5BFFE-52B5-4D48-9DAE-66500E75B17D}" type="presOf" srcId="{D22A4094-E3B8-7F43-82B9-128F95D2E1BC}" destId="{DF37DC96-DD74-5B46-9151-72794DB960A0}" srcOrd="0" destOrd="0" presId="urn:microsoft.com/office/officeart/2005/8/layout/orgChart1"/>
    <dgm:cxn modelId="{3FFDB84E-33CB-2146-B7C1-6E6315E6B69F}" type="presParOf" srcId="{D60D64AB-D938-E841-8BA3-6E34C0622A73}" destId="{EB4C3EA6-83FB-884A-BC4C-A2295DC774AC}" srcOrd="0" destOrd="0" presId="urn:microsoft.com/office/officeart/2005/8/layout/orgChart1"/>
    <dgm:cxn modelId="{3FAF8BE7-9729-164A-B4CC-5EE59CDA0017}" type="presParOf" srcId="{EB4C3EA6-83FB-884A-BC4C-A2295DC774AC}" destId="{4D088004-9AF5-AE4E-BEB9-615E16DFB27D}" srcOrd="0" destOrd="0" presId="urn:microsoft.com/office/officeart/2005/8/layout/orgChart1"/>
    <dgm:cxn modelId="{6D56C46A-59BF-7C49-8856-DC31BE7EE565}" type="presParOf" srcId="{4D088004-9AF5-AE4E-BEB9-615E16DFB27D}" destId="{AFA81F7E-0F1F-1446-AC60-CE3C504C7701}" srcOrd="0" destOrd="0" presId="urn:microsoft.com/office/officeart/2005/8/layout/orgChart1"/>
    <dgm:cxn modelId="{366AAE1A-2668-A14C-BE96-28E13C3FF4A4}" type="presParOf" srcId="{4D088004-9AF5-AE4E-BEB9-615E16DFB27D}" destId="{25BD1194-B16F-4544-BA27-A30E36B00BBD}" srcOrd="1" destOrd="0" presId="urn:microsoft.com/office/officeart/2005/8/layout/orgChart1"/>
    <dgm:cxn modelId="{50FF3878-415C-4E4F-88DE-3FE464CC1205}" type="presParOf" srcId="{EB4C3EA6-83FB-884A-BC4C-A2295DC774AC}" destId="{1F88A731-C890-2F4D-89AB-7CB55FB976F5}" srcOrd="1" destOrd="0" presId="urn:microsoft.com/office/officeart/2005/8/layout/orgChart1"/>
    <dgm:cxn modelId="{7776204B-D585-8743-B4D4-5DBB4B8E0438}" type="presParOf" srcId="{EB4C3EA6-83FB-884A-BC4C-A2295DC774AC}" destId="{DA091EAF-D5D4-FE40-9DC7-423B91FA265A}" srcOrd="2" destOrd="0" presId="urn:microsoft.com/office/officeart/2005/8/layout/orgChart1"/>
    <dgm:cxn modelId="{C980B863-CEB2-D94B-950C-66A51B368FAE}" type="presParOf" srcId="{DA091EAF-D5D4-FE40-9DC7-423B91FA265A}" destId="{B28266EE-1507-D846-B28F-1EF97D0A6141}" srcOrd="0" destOrd="0" presId="urn:microsoft.com/office/officeart/2005/8/layout/orgChart1"/>
    <dgm:cxn modelId="{CD604F4C-C7E8-B444-BD37-EB411BF98B9A}" type="presParOf" srcId="{DA091EAF-D5D4-FE40-9DC7-423B91FA265A}" destId="{A9D5623E-18CB-3142-B293-22E486347102}" srcOrd="1" destOrd="0" presId="urn:microsoft.com/office/officeart/2005/8/layout/orgChart1"/>
    <dgm:cxn modelId="{D31DDFFE-1C03-2840-AF11-735DD137193F}" type="presParOf" srcId="{A9D5623E-18CB-3142-B293-22E486347102}" destId="{6FA9DDAD-B6F6-C241-964F-C4FCE81571D7}" srcOrd="0" destOrd="0" presId="urn:microsoft.com/office/officeart/2005/8/layout/orgChart1"/>
    <dgm:cxn modelId="{7DE7DDB5-B2C9-444F-B7F6-487918C4288A}" type="presParOf" srcId="{6FA9DDAD-B6F6-C241-964F-C4FCE81571D7}" destId="{3950DFB6-5F9A-9C44-9310-33D2B7AA7D44}" srcOrd="0" destOrd="0" presId="urn:microsoft.com/office/officeart/2005/8/layout/orgChart1"/>
    <dgm:cxn modelId="{88E20336-48A9-3744-8B0C-6EB99303A6F3}" type="presParOf" srcId="{6FA9DDAD-B6F6-C241-964F-C4FCE81571D7}" destId="{D5C32CFA-4775-5541-8240-6578BA7B5979}" srcOrd="1" destOrd="0" presId="urn:microsoft.com/office/officeart/2005/8/layout/orgChart1"/>
    <dgm:cxn modelId="{E22BC359-D07C-FB4A-A68F-515FDC29C7BE}" type="presParOf" srcId="{A9D5623E-18CB-3142-B293-22E486347102}" destId="{6C5FB592-E82A-1D4D-8045-F15EC2738033}" srcOrd="1" destOrd="0" presId="urn:microsoft.com/office/officeart/2005/8/layout/orgChart1"/>
    <dgm:cxn modelId="{4175B28B-F39B-CE49-90E8-30CD17B22A79}" type="presParOf" srcId="{A9D5623E-18CB-3142-B293-22E486347102}" destId="{CE4A5EAA-E652-A84A-80AA-6A882A6CED69}" srcOrd="2" destOrd="0" presId="urn:microsoft.com/office/officeart/2005/8/layout/orgChart1"/>
    <dgm:cxn modelId="{7DD201EA-898C-9642-BC23-696A14AF9251}" type="presParOf" srcId="{CE4A5EAA-E652-A84A-80AA-6A882A6CED69}" destId="{EBA20B90-A7FF-6247-B8A0-75880587689F}" srcOrd="0" destOrd="0" presId="urn:microsoft.com/office/officeart/2005/8/layout/orgChart1"/>
    <dgm:cxn modelId="{1085C05D-7DCB-794A-A8F7-E4105FC5FC2A}" type="presParOf" srcId="{CE4A5EAA-E652-A84A-80AA-6A882A6CED69}" destId="{9CA0594E-38AC-4C41-A803-233BF501B483}" srcOrd="1" destOrd="0" presId="urn:microsoft.com/office/officeart/2005/8/layout/orgChart1"/>
    <dgm:cxn modelId="{6A52D7E5-790F-FC48-B320-1E441133AFE9}" type="presParOf" srcId="{9CA0594E-38AC-4C41-A803-233BF501B483}" destId="{D768B99B-D9E3-3F4E-A15D-9565AA3DA5A6}" srcOrd="0" destOrd="0" presId="urn:microsoft.com/office/officeart/2005/8/layout/orgChart1"/>
    <dgm:cxn modelId="{12F1A865-4912-1F49-B9BF-05D9E6D25D83}" type="presParOf" srcId="{D768B99B-D9E3-3F4E-A15D-9565AA3DA5A6}" destId="{D11304DC-C761-D24A-884E-AEC9443073E9}" srcOrd="0" destOrd="0" presId="urn:microsoft.com/office/officeart/2005/8/layout/orgChart1"/>
    <dgm:cxn modelId="{5B4369FC-617E-A344-A640-91BACE45F70E}" type="presParOf" srcId="{D768B99B-D9E3-3F4E-A15D-9565AA3DA5A6}" destId="{67F3E117-B4CE-1249-9BEE-B5A8F5482D7D}" srcOrd="1" destOrd="0" presId="urn:microsoft.com/office/officeart/2005/8/layout/orgChart1"/>
    <dgm:cxn modelId="{3DB851A9-D5A3-3143-B9D5-5F9206A2661C}" type="presParOf" srcId="{9CA0594E-38AC-4C41-A803-233BF501B483}" destId="{313E2358-6318-8E4E-82B8-59AF06A36A5A}" srcOrd="1" destOrd="0" presId="urn:microsoft.com/office/officeart/2005/8/layout/orgChart1"/>
    <dgm:cxn modelId="{F72DD213-38D8-024B-B066-2EA7B28CA586}" type="presParOf" srcId="{9CA0594E-38AC-4C41-A803-233BF501B483}" destId="{B8E4D2DD-C050-F84C-BE72-F308D7808E35}" srcOrd="2" destOrd="0" presId="urn:microsoft.com/office/officeart/2005/8/layout/orgChart1"/>
    <dgm:cxn modelId="{9D014FBE-D103-DB45-BDCB-5F291081EFC3}" type="presParOf" srcId="{CE4A5EAA-E652-A84A-80AA-6A882A6CED69}" destId="{C9C164BD-E3F3-0749-9525-A24AE549120D}" srcOrd="2" destOrd="0" presId="urn:microsoft.com/office/officeart/2005/8/layout/orgChart1"/>
    <dgm:cxn modelId="{9F2FBA42-F309-5540-8D68-91C6192A3925}" type="presParOf" srcId="{CE4A5EAA-E652-A84A-80AA-6A882A6CED69}" destId="{1D1C7F80-E4E9-624B-80EC-D2ABC980FBA3}" srcOrd="3" destOrd="0" presId="urn:microsoft.com/office/officeart/2005/8/layout/orgChart1"/>
    <dgm:cxn modelId="{6F9A99CC-6BB0-A744-9FFE-5427F5D9C8CB}" type="presParOf" srcId="{1D1C7F80-E4E9-624B-80EC-D2ABC980FBA3}" destId="{E049FCDA-01BE-C14C-9545-9D2322131695}" srcOrd="0" destOrd="0" presId="urn:microsoft.com/office/officeart/2005/8/layout/orgChart1"/>
    <dgm:cxn modelId="{98C12549-6E08-D74E-89FB-32947C2068C1}" type="presParOf" srcId="{E049FCDA-01BE-C14C-9545-9D2322131695}" destId="{CFCF7BF9-0B5A-244C-8352-6EFB835981B8}" srcOrd="0" destOrd="0" presId="urn:microsoft.com/office/officeart/2005/8/layout/orgChart1"/>
    <dgm:cxn modelId="{FB788D92-DCF1-1344-8CBF-76AEEE290CCD}" type="presParOf" srcId="{E049FCDA-01BE-C14C-9545-9D2322131695}" destId="{C2F0E41C-9FAA-1E47-AC04-6A2EBAE86B58}" srcOrd="1" destOrd="0" presId="urn:microsoft.com/office/officeart/2005/8/layout/orgChart1"/>
    <dgm:cxn modelId="{3C0D1690-61D0-C944-97C0-A7F1FDAAAB92}" type="presParOf" srcId="{1D1C7F80-E4E9-624B-80EC-D2ABC980FBA3}" destId="{DB26D959-4C95-CC4D-9040-7D34023FD237}" srcOrd="1" destOrd="0" presId="urn:microsoft.com/office/officeart/2005/8/layout/orgChart1"/>
    <dgm:cxn modelId="{04298809-2D39-3C47-94F3-535235A473B1}" type="presParOf" srcId="{1D1C7F80-E4E9-624B-80EC-D2ABC980FBA3}" destId="{CBBFBA4C-68D8-B847-9838-632ED7B242F3}" srcOrd="2" destOrd="0" presId="urn:microsoft.com/office/officeart/2005/8/layout/orgChart1"/>
    <dgm:cxn modelId="{F4B9E990-69F4-5D41-86DA-F71C520F671C}" type="presParOf" srcId="{CE4A5EAA-E652-A84A-80AA-6A882A6CED69}" destId="{561EB181-22B2-C54C-B5E8-6E8E4F20009B}" srcOrd="4" destOrd="0" presId="urn:microsoft.com/office/officeart/2005/8/layout/orgChart1"/>
    <dgm:cxn modelId="{24A9554D-49A4-B249-9F90-B248CCB04D3F}" type="presParOf" srcId="{CE4A5EAA-E652-A84A-80AA-6A882A6CED69}" destId="{50DC9781-BEA4-3948-BB5D-8651B6281682}" srcOrd="5" destOrd="0" presId="urn:microsoft.com/office/officeart/2005/8/layout/orgChart1"/>
    <dgm:cxn modelId="{383DF7E3-08DC-F544-9DC7-FCABC4BC8FBC}" type="presParOf" srcId="{50DC9781-BEA4-3948-BB5D-8651B6281682}" destId="{6F3E83C3-1BD8-D242-B790-3D70535E45ED}" srcOrd="0" destOrd="0" presId="urn:microsoft.com/office/officeart/2005/8/layout/orgChart1"/>
    <dgm:cxn modelId="{9E356271-CDD5-774D-B495-80C660BC665B}" type="presParOf" srcId="{6F3E83C3-1BD8-D242-B790-3D70535E45ED}" destId="{73EB6162-9CD8-844D-8B9B-8369B5833E72}" srcOrd="0" destOrd="0" presId="urn:microsoft.com/office/officeart/2005/8/layout/orgChart1"/>
    <dgm:cxn modelId="{377BDFD3-0043-894B-AD4F-DBB4031BADF2}" type="presParOf" srcId="{6F3E83C3-1BD8-D242-B790-3D70535E45ED}" destId="{76A9041E-BBAA-824B-A336-967316D0A22B}" srcOrd="1" destOrd="0" presId="urn:microsoft.com/office/officeart/2005/8/layout/orgChart1"/>
    <dgm:cxn modelId="{63CE9B57-4B8F-884C-ABE7-D01D190376E9}" type="presParOf" srcId="{50DC9781-BEA4-3948-BB5D-8651B6281682}" destId="{2C316290-E640-6F44-BDDF-DB70D21B709D}" srcOrd="1" destOrd="0" presId="urn:microsoft.com/office/officeart/2005/8/layout/orgChart1"/>
    <dgm:cxn modelId="{1F1A74F7-1047-D446-8CAE-A61DF53F9DB5}" type="presParOf" srcId="{50DC9781-BEA4-3948-BB5D-8651B6281682}" destId="{DF4F938E-DD1C-A24C-AD92-B88651164D70}" srcOrd="2" destOrd="0" presId="urn:microsoft.com/office/officeart/2005/8/layout/orgChart1"/>
    <dgm:cxn modelId="{B6B58E8E-BFC3-734F-8608-D68F42598FAB}" type="presParOf" srcId="{CE4A5EAA-E652-A84A-80AA-6A882A6CED69}" destId="{E72B8484-80AB-6D42-BE12-5DE4DB8C52B0}" srcOrd="6" destOrd="0" presId="urn:microsoft.com/office/officeart/2005/8/layout/orgChart1"/>
    <dgm:cxn modelId="{42CD8327-3D28-284E-B051-E304BCBA5EA9}" type="presParOf" srcId="{CE4A5EAA-E652-A84A-80AA-6A882A6CED69}" destId="{CD5C1E8B-0A1A-2840-8E77-24622BF45368}" srcOrd="7" destOrd="0" presId="urn:microsoft.com/office/officeart/2005/8/layout/orgChart1"/>
    <dgm:cxn modelId="{5FBA7D1A-CAE2-9640-BC3C-E6BDAD0845C6}" type="presParOf" srcId="{CD5C1E8B-0A1A-2840-8E77-24622BF45368}" destId="{D4C16283-60D2-E041-BBB1-1A8DF3B6BF18}" srcOrd="0" destOrd="0" presId="urn:microsoft.com/office/officeart/2005/8/layout/orgChart1"/>
    <dgm:cxn modelId="{F20E0FCD-EFFF-A64F-B495-715DE20A1465}" type="presParOf" srcId="{D4C16283-60D2-E041-BBB1-1A8DF3B6BF18}" destId="{3890F61A-57A5-454D-953A-8A24DEDBF4E5}" srcOrd="0" destOrd="0" presId="urn:microsoft.com/office/officeart/2005/8/layout/orgChart1"/>
    <dgm:cxn modelId="{1672F133-427D-6B4A-A277-EBFB0DBF1EE7}" type="presParOf" srcId="{D4C16283-60D2-E041-BBB1-1A8DF3B6BF18}" destId="{B2F9355F-AAB2-534B-A9FE-8902D6807AC6}" srcOrd="1" destOrd="0" presId="urn:microsoft.com/office/officeart/2005/8/layout/orgChart1"/>
    <dgm:cxn modelId="{F5F0FFF3-7D4B-0D4A-97FE-DAF4F364044C}" type="presParOf" srcId="{CD5C1E8B-0A1A-2840-8E77-24622BF45368}" destId="{21601310-3755-6043-B479-9B5BA2C22C3E}" srcOrd="1" destOrd="0" presId="urn:microsoft.com/office/officeart/2005/8/layout/orgChart1"/>
    <dgm:cxn modelId="{1A053157-215F-F44E-A0D5-E02C1614FB6D}" type="presParOf" srcId="{CD5C1E8B-0A1A-2840-8E77-24622BF45368}" destId="{5A819425-2568-CC40-8FAE-C74108BCB63D}" srcOrd="2" destOrd="0" presId="urn:microsoft.com/office/officeart/2005/8/layout/orgChart1"/>
    <dgm:cxn modelId="{39AB190D-A247-3A4A-8BDD-75E230FAFED6}" type="presParOf" srcId="{DA091EAF-D5D4-FE40-9DC7-423B91FA265A}" destId="{6B189F2D-103D-3343-BC47-F4847CCBC895}" srcOrd="2" destOrd="0" presId="urn:microsoft.com/office/officeart/2005/8/layout/orgChart1"/>
    <dgm:cxn modelId="{62BEED3C-BA74-C847-9CDF-5D70A0178179}" type="presParOf" srcId="{DA091EAF-D5D4-FE40-9DC7-423B91FA265A}" destId="{8E42FA9E-A64B-DE4C-A148-11F1EA0457D5}" srcOrd="3" destOrd="0" presId="urn:microsoft.com/office/officeart/2005/8/layout/orgChart1"/>
    <dgm:cxn modelId="{9B8BC199-A2F5-374D-BD24-183C1DA39324}" type="presParOf" srcId="{8E42FA9E-A64B-DE4C-A148-11F1EA0457D5}" destId="{903D0D1C-3EA5-7744-A3DB-D25B509E2A03}" srcOrd="0" destOrd="0" presId="urn:microsoft.com/office/officeart/2005/8/layout/orgChart1"/>
    <dgm:cxn modelId="{30E88890-E761-F14D-9C11-AE1F261F18FB}" type="presParOf" srcId="{903D0D1C-3EA5-7744-A3DB-D25B509E2A03}" destId="{E14778A8-E10D-7849-BCDB-7C42C4B4C33B}" srcOrd="0" destOrd="0" presId="urn:microsoft.com/office/officeart/2005/8/layout/orgChart1"/>
    <dgm:cxn modelId="{CCC78D3E-49DE-7F42-9CB5-4291D05B5B77}" type="presParOf" srcId="{903D0D1C-3EA5-7744-A3DB-D25B509E2A03}" destId="{6322E013-F4CD-6840-87F1-59095A02AE26}" srcOrd="1" destOrd="0" presId="urn:microsoft.com/office/officeart/2005/8/layout/orgChart1"/>
    <dgm:cxn modelId="{DC48A331-DCAC-CC44-90DD-89915005ABF3}" type="presParOf" srcId="{8E42FA9E-A64B-DE4C-A148-11F1EA0457D5}" destId="{45F30656-D048-F441-BBA7-42BB93FA3FAD}" srcOrd="1" destOrd="0" presId="urn:microsoft.com/office/officeart/2005/8/layout/orgChart1"/>
    <dgm:cxn modelId="{23745A1B-047B-EC43-B922-75C3836A6B24}" type="presParOf" srcId="{8E42FA9E-A64B-DE4C-A148-11F1EA0457D5}" destId="{67780769-B641-E146-BE39-AD5314D7B20B}" srcOrd="2" destOrd="0" presId="urn:microsoft.com/office/officeart/2005/8/layout/orgChart1"/>
    <dgm:cxn modelId="{AC70C7D6-D077-F648-8219-284828D1B811}" type="presParOf" srcId="{67780769-B641-E146-BE39-AD5314D7B20B}" destId="{DF37DC96-DD74-5B46-9151-72794DB960A0}" srcOrd="0" destOrd="0" presId="urn:microsoft.com/office/officeart/2005/8/layout/orgChart1"/>
    <dgm:cxn modelId="{FB62367B-E3F1-7D4A-AD61-B0C8809E0A08}" type="presParOf" srcId="{67780769-B641-E146-BE39-AD5314D7B20B}" destId="{4B0B7330-A186-0948-A052-EFAEFA0CBCDD}" srcOrd="1" destOrd="0" presId="urn:microsoft.com/office/officeart/2005/8/layout/orgChart1"/>
    <dgm:cxn modelId="{E10FC187-1D27-4A40-9933-CE81AD463871}" type="presParOf" srcId="{4B0B7330-A186-0948-A052-EFAEFA0CBCDD}" destId="{1E8374B4-AAC1-7849-908C-F4FA1BC8BC01}" srcOrd="0" destOrd="0" presId="urn:microsoft.com/office/officeart/2005/8/layout/orgChart1"/>
    <dgm:cxn modelId="{9FB93087-0C63-9542-BEA1-01434DE0E892}" type="presParOf" srcId="{1E8374B4-AAC1-7849-908C-F4FA1BC8BC01}" destId="{5A2D6C47-40CF-0E4D-AC7F-8EADBF60BD15}" srcOrd="0" destOrd="0" presId="urn:microsoft.com/office/officeart/2005/8/layout/orgChart1"/>
    <dgm:cxn modelId="{3F06AE87-9A40-4549-94C0-B58A754CBC0C}" type="presParOf" srcId="{1E8374B4-AAC1-7849-908C-F4FA1BC8BC01}" destId="{63E219CB-EDDB-A548-AFE0-8259B6AF6330}" srcOrd="1" destOrd="0" presId="urn:microsoft.com/office/officeart/2005/8/layout/orgChart1"/>
    <dgm:cxn modelId="{5D8DE783-C56F-EA4A-BBA8-66013AC14972}" type="presParOf" srcId="{4B0B7330-A186-0948-A052-EFAEFA0CBCDD}" destId="{A65297C8-00BB-324A-B222-2B5F456C3366}" srcOrd="1" destOrd="0" presId="urn:microsoft.com/office/officeart/2005/8/layout/orgChart1"/>
    <dgm:cxn modelId="{0CA8F4E1-7453-CC4A-A6B1-C2EEFFD0383F}" type="presParOf" srcId="{4B0B7330-A186-0948-A052-EFAEFA0CBCDD}" destId="{9D226426-7272-1F4A-AABF-982024F15EBC}" srcOrd="2" destOrd="0" presId="urn:microsoft.com/office/officeart/2005/8/layout/orgChart1"/>
    <dgm:cxn modelId="{79E2B80E-3F08-3F4F-BF05-A44F73BE609F}" type="presParOf" srcId="{9D226426-7272-1F4A-AABF-982024F15EBC}" destId="{2A85948A-942B-FF41-BED3-8E3D66B8B531}" srcOrd="0" destOrd="0" presId="urn:microsoft.com/office/officeart/2005/8/layout/orgChart1"/>
    <dgm:cxn modelId="{2FE51E3E-C569-3C4F-8DA2-6D7AAA25C3AA}" type="presParOf" srcId="{9D226426-7272-1F4A-AABF-982024F15EBC}" destId="{BD2512A4-6FCF-F641-88E3-4738C1973A25}" srcOrd="1" destOrd="0" presId="urn:microsoft.com/office/officeart/2005/8/layout/orgChart1"/>
    <dgm:cxn modelId="{40913113-3DDD-984B-91D8-5F2C5E03FA5C}" type="presParOf" srcId="{BD2512A4-6FCF-F641-88E3-4738C1973A25}" destId="{73BB12BA-2B4B-DD46-9409-8AA7E6942D2D}" srcOrd="0" destOrd="0" presId="urn:microsoft.com/office/officeart/2005/8/layout/orgChart1"/>
    <dgm:cxn modelId="{41612D20-F4A7-6E43-B453-35A8A8C0668C}" type="presParOf" srcId="{73BB12BA-2B4B-DD46-9409-8AA7E6942D2D}" destId="{189773A4-DB47-D44D-939A-44C7E5F94912}" srcOrd="0" destOrd="0" presId="urn:microsoft.com/office/officeart/2005/8/layout/orgChart1"/>
    <dgm:cxn modelId="{83B7289E-F750-2145-8F5D-175A381232B1}" type="presParOf" srcId="{73BB12BA-2B4B-DD46-9409-8AA7E6942D2D}" destId="{885469B3-FCBD-6E4F-9CAF-45F98638E30F}" srcOrd="1" destOrd="0" presId="urn:microsoft.com/office/officeart/2005/8/layout/orgChart1"/>
    <dgm:cxn modelId="{0FE1F886-05C8-EF4F-8984-1D37E64DB199}" type="presParOf" srcId="{BD2512A4-6FCF-F641-88E3-4738C1973A25}" destId="{F849F5FA-B16C-1C42-B353-DF201AEE7A3E}" srcOrd="1" destOrd="0" presId="urn:microsoft.com/office/officeart/2005/8/layout/orgChart1"/>
    <dgm:cxn modelId="{7DBBBBB1-4285-EB48-83A5-DD185D69A92F}" type="presParOf" srcId="{BD2512A4-6FCF-F641-88E3-4738C1973A25}" destId="{1DF9687B-2F8F-774E-B241-9358EE74361E}" srcOrd="2" destOrd="0" presId="urn:microsoft.com/office/officeart/2005/8/layout/orgChart1"/>
    <dgm:cxn modelId="{F316045D-6789-AC43-A282-A312195A5310}" type="presParOf" srcId="{9D226426-7272-1F4A-AABF-982024F15EBC}" destId="{3D369D37-2FD0-734F-9642-F5CC618EB998}" srcOrd="2" destOrd="0" presId="urn:microsoft.com/office/officeart/2005/8/layout/orgChart1"/>
    <dgm:cxn modelId="{E9F65C98-A3D8-8B45-9C4F-9AADF18B1458}" type="presParOf" srcId="{9D226426-7272-1F4A-AABF-982024F15EBC}" destId="{DE272BE3-2210-A844-B310-D2ECB3AEC614}" srcOrd="3" destOrd="0" presId="urn:microsoft.com/office/officeart/2005/8/layout/orgChart1"/>
    <dgm:cxn modelId="{8BC343B1-3588-B64F-9C75-08E24353FC0A}" type="presParOf" srcId="{DE272BE3-2210-A844-B310-D2ECB3AEC614}" destId="{8FB24B9B-1119-664E-BC06-9709329FD7DE}" srcOrd="0" destOrd="0" presId="urn:microsoft.com/office/officeart/2005/8/layout/orgChart1"/>
    <dgm:cxn modelId="{E51C306B-291F-2845-BCFE-1D890CB03064}" type="presParOf" srcId="{8FB24B9B-1119-664E-BC06-9709329FD7DE}" destId="{44EF7BA6-9236-9F44-938E-A7A5D9FC9F5E}" srcOrd="0" destOrd="0" presId="urn:microsoft.com/office/officeart/2005/8/layout/orgChart1"/>
    <dgm:cxn modelId="{03D0B06E-E362-9645-938D-04D08CAE4D30}" type="presParOf" srcId="{8FB24B9B-1119-664E-BC06-9709329FD7DE}" destId="{18B9BC54-8C89-CA46-92B6-1DA6E15CB431}" srcOrd="1" destOrd="0" presId="urn:microsoft.com/office/officeart/2005/8/layout/orgChart1"/>
    <dgm:cxn modelId="{90ADC4AE-3572-154D-9D40-980F6D9D8A2F}" type="presParOf" srcId="{DE272BE3-2210-A844-B310-D2ECB3AEC614}" destId="{F5DAE1A2-2FDF-C44D-86FC-FEE65929E82B}" srcOrd="1" destOrd="0" presId="urn:microsoft.com/office/officeart/2005/8/layout/orgChart1"/>
    <dgm:cxn modelId="{E6C1A60B-253C-D348-938E-5616CD509CF9}" type="presParOf" srcId="{DE272BE3-2210-A844-B310-D2ECB3AEC614}" destId="{29B9C548-F804-234A-85C1-A2C85C5E8D0C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0E2DF06-0D06-7F4C-9978-848B53946EE1}" type="doc">
      <dgm:prSet loTypeId="urn:microsoft.com/office/officeart/2005/8/layout/orgChart1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34B928C-2585-E841-BF7B-ED007AEFEE98}" type="asst">
      <dgm:prSet phldrT="[Text]"/>
      <dgm:spPr/>
      <dgm:t>
        <a:bodyPr/>
        <a:lstStyle/>
        <a:p>
          <a:r>
            <a:rPr lang="en-US" dirty="0"/>
            <a:t>LLMs broad classification</a:t>
          </a:r>
        </a:p>
      </dgm:t>
    </dgm:pt>
    <dgm:pt modelId="{392800E6-7742-5542-A663-7B35C04322D6}" type="sibTrans" cxnId="{D65F32C5-410C-3A42-9ED0-57983999CC52}">
      <dgm:prSet/>
      <dgm:spPr/>
      <dgm:t>
        <a:bodyPr/>
        <a:lstStyle/>
        <a:p>
          <a:endParaRPr lang="en-US"/>
        </a:p>
      </dgm:t>
    </dgm:pt>
    <dgm:pt modelId="{F4F84EAB-B204-C64C-AB08-E15216797A89}" type="parTrans" cxnId="{D65F32C5-410C-3A42-9ED0-57983999CC52}">
      <dgm:prSet/>
      <dgm:spPr/>
      <dgm:t>
        <a:bodyPr/>
        <a:lstStyle/>
        <a:p>
          <a:endParaRPr lang="en-US"/>
        </a:p>
      </dgm:t>
    </dgm:pt>
    <dgm:pt modelId="{A9CC8A88-F5AB-604B-8065-C899EA839303}" type="asst">
      <dgm:prSet phldrT="[Text]"/>
      <dgm:spPr/>
      <dgm:t>
        <a:bodyPr/>
        <a:lstStyle/>
        <a:p>
          <a:r>
            <a:rPr lang="en-US" dirty="0"/>
            <a:t>LLM’S models and performance</a:t>
          </a:r>
        </a:p>
      </dgm:t>
    </dgm:pt>
    <dgm:pt modelId="{D765F274-D749-3A46-B22F-EE789B73ED21}" type="sibTrans" cxnId="{61B10ABC-2C28-4A4E-B04C-24E5EA8B90EC}">
      <dgm:prSet/>
      <dgm:spPr/>
      <dgm:t>
        <a:bodyPr/>
        <a:lstStyle/>
        <a:p>
          <a:endParaRPr lang="en-US"/>
        </a:p>
      </dgm:t>
    </dgm:pt>
    <dgm:pt modelId="{00C13D02-9486-2B40-B1D8-61C3F420AF25}" type="parTrans" cxnId="{61B10ABC-2C28-4A4E-B04C-24E5EA8B90EC}">
      <dgm:prSet/>
      <dgm:spPr/>
      <dgm:t>
        <a:bodyPr/>
        <a:lstStyle/>
        <a:p>
          <a:endParaRPr lang="en-US"/>
        </a:p>
      </dgm:t>
    </dgm:pt>
    <dgm:pt modelId="{EED6B620-F621-4D48-8196-39B6107039D5}">
      <dgm:prSet phldrT="[Text]" custT="1"/>
      <dgm:spPr/>
      <dgm:t>
        <a:bodyPr/>
        <a:lstStyle/>
        <a:p>
          <a:r>
            <a:rPr lang="en-US" sz="1800" dirty="0"/>
            <a:t>Local LLMs</a:t>
          </a:r>
        </a:p>
      </dgm:t>
    </dgm:pt>
    <dgm:pt modelId="{08BFBB52-97C9-384C-BE94-56C78C118A7B}" type="sibTrans" cxnId="{5055D7C3-F86A-9548-8ADE-58A223ABD0B4}">
      <dgm:prSet/>
      <dgm:spPr/>
      <dgm:t>
        <a:bodyPr/>
        <a:lstStyle/>
        <a:p>
          <a:endParaRPr lang="en-US"/>
        </a:p>
      </dgm:t>
    </dgm:pt>
    <dgm:pt modelId="{C58CC79E-3EB6-A84D-A6F4-FE7FBFC108CC}" type="parTrans" cxnId="{5055D7C3-F86A-9548-8ADE-58A223ABD0B4}">
      <dgm:prSet/>
      <dgm:spPr/>
      <dgm:t>
        <a:bodyPr/>
        <a:lstStyle/>
        <a:p>
          <a:endParaRPr lang="en-US"/>
        </a:p>
      </dgm:t>
    </dgm:pt>
    <dgm:pt modelId="{44B7352D-A0B5-9244-8069-5A17624B2334}" type="asst">
      <dgm:prSet/>
      <dgm:spPr/>
      <dgm:t>
        <a:bodyPr/>
        <a:lstStyle/>
        <a:p>
          <a:r>
            <a:rPr lang="en-US" dirty="0"/>
            <a:t>Small &lt; 15B parameters</a:t>
          </a:r>
        </a:p>
      </dgm:t>
    </dgm:pt>
    <dgm:pt modelId="{41F88030-639D-2C4B-B5AB-D953D297FB79}" type="parTrans" cxnId="{F0A5E2F6-5939-994B-A6D8-56239D73EFC6}">
      <dgm:prSet/>
      <dgm:spPr/>
      <dgm:t>
        <a:bodyPr/>
        <a:lstStyle/>
        <a:p>
          <a:endParaRPr lang="en-US"/>
        </a:p>
      </dgm:t>
    </dgm:pt>
    <dgm:pt modelId="{551698B0-E2FC-734F-A56D-B4A3C0DF4C66}" type="sibTrans" cxnId="{F0A5E2F6-5939-994B-A6D8-56239D73EFC6}">
      <dgm:prSet/>
      <dgm:spPr/>
      <dgm:t>
        <a:bodyPr/>
        <a:lstStyle/>
        <a:p>
          <a:endParaRPr lang="en-US"/>
        </a:p>
      </dgm:t>
    </dgm:pt>
    <dgm:pt modelId="{149EE9D6-88A7-5F44-BF07-C5E5B98A18C1}" type="asst">
      <dgm:prSet/>
      <dgm:spPr/>
      <dgm:t>
        <a:bodyPr/>
        <a:lstStyle/>
        <a:p>
          <a:r>
            <a:rPr lang="en-US" dirty="0"/>
            <a:t>Medium 15–25B parameters</a:t>
          </a:r>
        </a:p>
      </dgm:t>
    </dgm:pt>
    <dgm:pt modelId="{182AE657-673F-E448-A57A-F4AB02C3A719}" type="parTrans" cxnId="{DFC8D8A7-6FC7-A94B-8A68-EFC64116E4F0}">
      <dgm:prSet/>
      <dgm:spPr/>
      <dgm:t>
        <a:bodyPr/>
        <a:lstStyle/>
        <a:p>
          <a:endParaRPr lang="en-US"/>
        </a:p>
      </dgm:t>
    </dgm:pt>
    <dgm:pt modelId="{194DF54A-8E9E-EF48-96FD-EA8DCD93A2E3}" type="sibTrans" cxnId="{DFC8D8A7-6FC7-A94B-8A68-EFC64116E4F0}">
      <dgm:prSet/>
      <dgm:spPr/>
      <dgm:t>
        <a:bodyPr/>
        <a:lstStyle/>
        <a:p>
          <a:endParaRPr lang="en-US"/>
        </a:p>
      </dgm:t>
    </dgm:pt>
    <dgm:pt modelId="{41A444D4-8C82-2E44-AE60-7CDB2B82FCB9}" type="asst">
      <dgm:prSet phldrT="[Text]"/>
      <dgm:spPr/>
      <dgm:t>
        <a:bodyPr/>
        <a:lstStyle/>
        <a:p>
          <a:r>
            <a:rPr lang="en-US" dirty="0"/>
            <a:t>Code specialized</a:t>
          </a:r>
        </a:p>
      </dgm:t>
    </dgm:pt>
    <dgm:pt modelId="{D22A4094-E3B8-7F43-82B9-128F95D2E1BC}" type="parTrans" cxnId="{484B01A1-9E03-494B-A2B6-9C249D6DED3D}">
      <dgm:prSet/>
      <dgm:spPr/>
      <dgm:t>
        <a:bodyPr/>
        <a:lstStyle/>
        <a:p>
          <a:endParaRPr lang="en-US"/>
        </a:p>
      </dgm:t>
    </dgm:pt>
    <dgm:pt modelId="{44171222-52E6-5847-8621-75FB0362FA44}" type="sibTrans" cxnId="{484B01A1-9E03-494B-A2B6-9C249D6DED3D}">
      <dgm:prSet/>
      <dgm:spPr/>
      <dgm:t>
        <a:bodyPr/>
        <a:lstStyle/>
        <a:p>
          <a:endParaRPr lang="en-US"/>
        </a:p>
      </dgm:t>
    </dgm:pt>
    <dgm:pt modelId="{B65BE66F-7654-AE41-90A1-CBC5842B1D32}" type="asst">
      <dgm:prSet/>
      <dgm:spPr/>
      <dgm:t>
        <a:bodyPr/>
        <a:lstStyle/>
        <a:p>
          <a:r>
            <a:rPr lang="en-US" dirty="0"/>
            <a:t>Large 25-35B</a:t>
          </a:r>
        </a:p>
        <a:p>
          <a:r>
            <a:rPr lang="en-US" dirty="0"/>
            <a:t>parameters</a:t>
          </a:r>
        </a:p>
      </dgm:t>
    </dgm:pt>
    <dgm:pt modelId="{399C84AF-5E73-6946-B509-F17AADF71819}" type="parTrans" cxnId="{F21B978F-BEBE-C542-9498-6F976F6E687F}">
      <dgm:prSet/>
      <dgm:spPr/>
      <dgm:t>
        <a:bodyPr/>
        <a:lstStyle/>
        <a:p>
          <a:endParaRPr lang="en-US"/>
        </a:p>
      </dgm:t>
    </dgm:pt>
    <dgm:pt modelId="{067F5C9B-E9B5-BA4F-B0DD-B8210CE6C655}" type="sibTrans" cxnId="{F21B978F-BEBE-C542-9498-6F976F6E687F}">
      <dgm:prSet/>
      <dgm:spPr/>
      <dgm:t>
        <a:bodyPr/>
        <a:lstStyle/>
        <a:p>
          <a:endParaRPr lang="en-US"/>
        </a:p>
      </dgm:t>
    </dgm:pt>
    <dgm:pt modelId="{7A4B3E37-EDF6-DE49-AC8D-6312E549DE3D}" type="asst">
      <dgm:prSet/>
      <dgm:spPr/>
      <dgm:t>
        <a:bodyPr/>
        <a:lstStyle/>
        <a:p>
          <a:r>
            <a:rPr lang="en-US" dirty="0"/>
            <a:t>Extra Large &gt;40B parameters</a:t>
          </a:r>
        </a:p>
      </dgm:t>
    </dgm:pt>
    <dgm:pt modelId="{9DDEFC82-798C-F74F-A42A-EB56290225C5}" type="parTrans" cxnId="{29F81852-6A27-0842-8F24-AEA3A7051A18}">
      <dgm:prSet/>
      <dgm:spPr/>
      <dgm:t>
        <a:bodyPr/>
        <a:lstStyle/>
        <a:p>
          <a:endParaRPr lang="en-US"/>
        </a:p>
      </dgm:t>
    </dgm:pt>
    <dgm:pt modelId="{0739F9F1-1944-3E46-B5F2-FE5B10078AEB}" type="sibTrans" cxnId="{29F81852-6A27-0842-8F24-AEA3A7051A18}">
      <dgm:prSet/>
      <dgm:spPr/>
      <dgm:t>
        <a:bodyPr/>
        <a:lstStyle/>
        <a:p>
          <a:endParaRPr lang="en-US"/>
        </a:p>
      </dgm:t>
    </dgm:pt>
    <dgm:pt modelId="{0848CF13-9B71-174F-BC7E-3433ADF115D2}" type="asst">
      <dgm:prSet phldrT="[Text]"/>
      <dgm:spPr/>
      <dgm:t>
        <a:bodyPr/>
        <a:lstStyle/>
        <a:p>
          <a:r>
            <a:rPr lang="en-US"/>
            <a:t>General purpose</a:t>
          </a:r>
          <a:endParaRPr lang="en-US" dirty="0"/>
        </a:p>
      </dgm:t>
    </dgm:pt>
    <dgm:pt modelId="{EF74BACB-2AE2-AC48-B733-0BB3E919ADAB}" type="parTrans" cxnId="{A7FEFFE6-C7D1-1A48-AB5B-3AB7C6ADBBAC}">
      <dgm:prSet/>
      <dgm:spPr/>
      <dgm:t>
        <a:bodyPr/>
        <a:lstStyle/>
        <a:p>
          <a:endParaRPr lang="en-US"/>
        </a:p>
      </dgm:t>
    </dgm:pt>
    <dgm:pt modelId="{E68F2401-ECF2-CA44-B3D1-B3DDBC6A87E5}" type="sibTrans" cxnId="{A7FEFFE6-C7D1-1A48-AB5B-3AB7C6ADBBAC}">
      <dgm:prSet/>
      <dgm:spPr/>
      <dgm:t>
        <a:bodyPr/>
        <a:lstStyle/>
        <a:p>
          <a:endParaRPr lang="en-US"/>
        </a:p>
      </dgm:t>
    </dgm:pt>
    <dgm:pt modelId="{D60D64AB-D938-E841-8BA3-6E34C0622A73}" type="pres">
      <dgm:prSet presAssocID="{40E2DF06-0D06-7F4C-9978-848B53946EE1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EB4C3EA6-83FB-884A-BC4C-A2295DC774AC}" type="pres">
      <dgm:prSet presAssocID="{EED6B620-F621-4D48-8196-39B6107039D5}" presName="hierRoot1" presStyleCnt="0">
        <dgm:presLayoutVars>
          <dgm:hierBranch val="init"/>
        </dgm:presLayoutVars>
      </dgm:prSet>
      <dgm:spPr/>
    </dgm:pt>
    <dgm:pt modelId="{4D088004-9AF5-AE4E-BEB9-615E16DFB27D}" type="pres">
      <dgm:prSet presAssocID="{EED6B620-F621-4D48-8196-39B6107039D5}" presName="rootComposite1" presStyleCnt="0"/>
      <dgm:spPr/>
    </dgm:pt>
    <dgm:pt modelId="{AFA81F7E-0F1F-1446-AC60-CE3C504C7701}" type="pres">
      <dgm:prSet presAssocID="{EED6B620-F621-4D48-8196-39B6107039D5}" presName="rootText1" presStyleLbl="node0" presStyleIdx="0" presStyleCnt="1" custLinFactNeighborX="45" custLinFactNeighborY="-198">
        <dgm:presLayoutVars>
          <dgm:chPref val="3"/>
        </dgm:presLayoutVars>
      </dgm:prSet>
      <dgm:spPr/>
    </dgm:pt>
    <dgm:pt modelId="{25BD1194-B16F-4544-BA27-A30E36B00BBD}" type="pres">
      <dgm:prSet presAssocID="{EED6B620-F621-4D48-8196-39B6107039D5}" presName="rootConnector1" presStyleLbl="node1" presStyleIdx="0" presStyleCnt="0"/>
      <dgm:spPr/>
    </dgm:pt>
    <dgm:pt modelId="{1F88A731-C890-2F4D-89AB-7CB55FB976F5}" type="pres">
      <dgm:prSet presAssocID="{EED6B620-F621-4D48-8196-39B6107039D5}" presName="hierChild2" presStyleCnt="0"/>
      <dgm:spPr/>
    </dgm:pt>
    <dgm:pt modelId="{DA091EAF-D5D4-FE40-9DC7-423B91FA265A}" type="pres">
      <dgm:prSet presAssocID="{EED6B620-F621-4D48-8196-39B6107039D5}" presName="hierChild3" presStyleCnt="0"/>
      <dgm:spPr/>
    </dgm:pt>
    <dgm:pt modelId="{B28266EE-1507-D846-B28F-1EF97D0A6141}" type="pres">
      <dgm:prSet presAssocID="{00C13D02-9486-2B40-B1D8-61C3F420AF25}" presName="Name111" presStyleLbl="parChTrans1D2" presStyleIdx="0" presStyleCnt="2"/>
      <dgm:spPr/>
    </dgm:pt>
    <dgm:pt modelId="{A9D5623E-18CB-3142-B293-22E486347102}" type="pres">
      <dgm:prSet presAssocID="{A9CC8A88-F5AB-604B-8065-C899EA839303}" presName="hierRoot3" presStyleCnt="0">
        <dgm:presLayoutVars>
          <dgm:hierBranch val="init"/>
        </dgm:presLayoutVars>
      </dgm:prSet>
      <dgm:spPr/>
    </dgm:pt>
    <dgm:pt modelId="{6FA9DDAD-B6F6-C241-964F-C4FCE81571D7}" type="pres">
      <dgm:prSet presAssocID="{A9CC8A88-F5AB-604B-8065-C899EA839303}" presName="rootComposite3" presStyleCnt="0"/>
      <dgm:spPr/>
    </dgm:pt>
    <dgm:pt modelId="{3950DFB6-5F9A-9C44-9310-33D2B7AA7D44}" type="pres">
      <dgm:prSet presAssocID="{A9CC8A88-F5AB-604B-8065-C899EA839303}" presName="rootText3" presStyleLbl="asst1" presStyleIdx="0" presStyleCnt="8">
        <dgm:presLayoutVars>
          <dgm:chPref val="3"/>
        </dgm:presLayoutVars>
      </dgm:prSet>
      <dgm:spPr/>
    </dgm:pt>
    <dgm:pt modelId="{D5C32CFA-4775-5541-8240-6578BA7B5979}" type="pres">
      <dgm:prSet presAssocID="{A9CC8A88-F5AB-604B-8065-C899EA839303}" presName="rootConnector3" presStyleLbl="asst1" presStyleIdx="0" presStyleCnt="8"/>
      <dgm:spPr/>
    </dgm:pt>
    <dgm:pt modelId="{6C5FB592-E82A-1D4D-8045-F15EC2738033}" type="pres">
      <dgm:prSet presAssocID="{A9CC8A88-F5AB-604B-8065-C899EA839303}" presName="hierChild6" presStyleCnt="0"/>
      <dgm:spPr/>
    </dgm:pt>
    <dgm:pt modelId="{CE4A5EAA-E652-A84A-80AA-6A882A6CED69}" type="pres">
      <dgm:prSet presAssocID="{A9CC8A88-F5AB-604B-8065-C899EA839303}" presName="hierChild7" presStyleCnt="0"/>
      <dgm:spPr/>
    </dgm:pt>
    <dgm:pt modelId="{EBA20B90-A7FF-6247-B8A0-75880587689F}" type="pres">
      <dgm:prSet presAssocID="{41F88030-639D-2C4B-B5AB-D953D297FB79}" presName="Name111" presStyleLbl="parChTrans1D3" presStyleIdx="0" presStyleCnt="6"/>
      <dgm:spPr/>
    </dgm:pt>
    <dgm:pt modelId="{9CA0594E-38AC-4C41-A803-233BF501B483}" type="pres">
      <dgm:prSet presAssocID="{44B7352D-A0B5-9244-8069-5A17624B2334}" presName="hierRoot3" presStyleCnt="0">
        <dgm:presLayoutVars>
          <dgm:hierBranch val="init"/>
        </dgm:presLayoutVars>
      </dgm:prSet>
      <dgm:spPr/>
    </dgm:pt>
    <dgm:pt modelId="{D768B99B-D9E3-3F4E-A15D-9565AA3DA5A6}" type="pres">
      <dgm:prSet presAssocID="{44B7352D-A0B5-9244-8069-5A17624B2334}" presName="rootComposite3" presStyleCnt="0"/>
      <dgm:spPr/>
    </dgm:pt>
    <dgm:pt modelId="{D11304DC-C761-D24A-884E-AEC9443073E9}" type="pres">
      <dgm:prSet presAssocID="{44B7352D-A0B5-9244-8069-5A17624B2334}" presName="rootText3" presStyleLbl="asst1" presStyleIdx="1" presStyleCnt="8">
        <dgm:presLayoutVars>
          <dgm:chPref val="3"/>
        </dgm:presLayoutVars>
      </dgm:prSet>
      <dgm:spPr/>
    </dgm:pt>
    <dgm:pt modelId="{67F3E117-B4CE-1249-9BEE-B5A8F5482D7D}" type="pres">
      <dgm:prSet presAssocID="{44B7352D-A0B5-9244-8069-5A17624B2334}" presName="rootConnector3" presStyleLbl="asst1" presStyleIdx="1" presStyleCnt="8"/>
      <dgm:spPr/>
    </dgm:pt>
    <dgm:pt modelId="{313E2358-6318-8E4E-82B8-59AF06A36A5A}" type="pres">
      <dgm:prSet presAssocID="{44B7352D-A0B5-9244-8069-5A17624B2334}" presName="hierChild6" presStyleCnt="0"/>
      <dgm:spPr/>
    </dgm:pt>
    <dgm:pt modelId="{B8E4D2DD-C050-F84C-BE72-F308D7808E35}" type="pres">
      <dgm:prSet presAssocID="{44B7352D-A0B5-9244-8069-5A17624B2334}" presName="hierChild7" presStyleCnt="0"/>
      <dgm:spPr/>
    </dgm:pt>
    <dgm:pt modelId="{C9C164BD-E3F3-0749-9525-A24AE549120D}" type="pres">
      <dgm:prSet presAssocID="{182AE657-673F-E448-A57A-F4AB02C3A719}" presName="Name111" presStyleLbl="parChTrans1D3" presStyleIdx="1" presStyleCnt="6"/>
      <dgm:spPr/>
    </dgm:pt>
    <dgm:pt modelId="{1D1C7F80-E4E9-624B-80EC-D2ABC980FBA3}" type="pres">
      <dgm:prSet presAssocID="{149EE9D6-88A7-5F44-BF07-C5E5B98A18C1}" presName="hierRoot3" presStyleCnt="0">
        <dgm:presLayoutVars>
          <dgm:hierBranch val="init"/>
        </dgm:presLayoutVars>
      </dgm:prSet>
      <dgm:spPr/>
    </dgm:pt>
    <dgm:pt modelId="{E049FCDA-01BE-C14C-9545-9D2322131695}" type="pres">
      <dgm:prSet presAssocID="{149EE9D6-88A7-5F44-BF07-C5E5B98A18C1}" presName="rootComposite3" presStyleCnt="0"/>
      <dgm:spPr/>
    </dgm:pt>
    <dgm:pt modelId="{CFCF7BF9-0B5A-244C-8352-6EFB835981B8}" type="pres">
      <dgm:prSet presAssocID="{149EE9D6-88A7-5F44-BF07-C5E5B98A18C1}" presName="rootText3" presStyleLbl="asst1" presStyleIdx="2" presStyleCnt="8">
        <dgm:presLayoutVars>
          <dgm:chPref val="3"/>
        </dgm:presLayoutVars>
      </dgm:prSet>
      <dgm:spPr/>
    </dgm:pt>
    <dgm:pt modelId="{C2F0E41C-9FAA-1E47-AC04-6A2EBAE86B58}" type="pres">
      <dgm:prSet presAssocID="{149EE9D6-88A7-5F44-BF07-C5E5B98A18C1}" presName="rootConnector3" presStyleLbl="asst1" presStyleIdx="2" presStyleCnt="8"/>
      <dgm:spPr/>
    </dgm:pt>
    <dgm:pt modelId="{DB26D959-4C95-CC4D-9040-7D34023FD237}" type="pres">
      <dgm:prSet presAssocID="{149EE9D6-88A7-5F44-BF07-C5E5B98A18C1}" presName="hierChild6" presStyleCnt="0"/>
      <dgm:spPr/>
    </dgm:pt>
    <dgm:pt modelId="{CBBFBA4C-68D8-B847-9838-632ED7B242F3}" type="pres">
      <dgm:prSet presAssocID="{149EE9D6-88A7-5F44-BF07-C5E5B98A18C1}" presName="hierChild7" presStyleCnt="0"/>
      <dgm:spPr/>
    </dgm:pt>
    <dgm:pt modelId="{561EB181-22B2-C54C-B5E8-6E8E4F20009B}" type="pres">
      <dgm:prSet presAssocID="{399C84AF-5E73-6946-B509-F17AADF71819}" presName="Name111" presStyleLbl="parChTrans1D3" presStyleIdx="2" presStyleCnt="6"/>
      <dgm:spPr/>
    </dgm:pt>
    <dgm:pt modelId="{50DC9781-BEA4-3948-BB5D-8651B6281682}" type="pres">
      <dgm:prSet presAssocID="{B65BE66F-7654-AE41-90A1-CBC5842B1D32}" presName="hierRoot3" presStyleCnt="0">
        <dgm:presLayoutVars>
          <dgm:hierBranch val="init"/>
        </dgm:presLayoutVars>
      </dgm:prSet>
      <dgm:spPr/>
    </dgm:pt>
    <dgm:pt modelId="{6F3E83C3-1BD8-D242-B790-3D70535E45ED}" type="pres">
      <dgm:prSet presAssocID="{B65BE66F-7654-AE41-90A1-CBC5842B1D32}" presName="rootComposite3" presStyleCnt="0"/>
      <dgm:spPr/>
    </dgm:pt>
    <dgm:pt modelId="{73EB6162-9CD8-844D-8B9B-8369B5833E72}" type="pres">
      <dgm:prSet presAssocID="{B65BE66F-7654-AE41-90A1-CBC5842B1D32}" presName="rootText3" presStyleLbl="asst1" presStyleIdx="3" presStyleCnt="8">
        <dgm:presLayoutVars>
          <dgm:chPref val="3"/>
        </dgm:presLayoutVars>
      </dgm:prSet>
      <dgm:spPr/>
    </dgm:pt>
    <dgm:pt modelId="{76A9041E-BBAA-824B-A336-967316D0A22B}" type="pres">
      <dgm:prSet presAssocID="{B65BE66F-7654-AE41-90A1-CBC5842B1D32}" presName="rootConnector3" presStyleLbl="asst1" presStyleIdx="3" presStyleCnt="8"/>
      <dgm:spPr/>
    </dgm:pt>
    <dgm:pt modelId="{2C316290-E640-6F44-BDDF-DB70D21B709D}" type="pres">
      <dgm:prSet presAssocID="{B65BE66F-7654-AE41-90A1-CBC5842B1D32}" presName="hierChild6" presStyleCnt="0"/>
      <dgm:spPr/>
    </dgm:pt>
    <dgm:pt modelId="{DF4F938E-DD1C-A24C-AD92-B88651164D70}" type="pres">
      <dgm:prSet presAssocID="{B65BE66F-7654-AE41-90A1-CBC5842B1D32}" presName="hierChild7" presStyleCnt="0"/>
      <dgm:spPr/>
    </dgm:pt>
    <dgm:pt modelId="{E72B8484-80AB-6D42-BE12-5DE4DB8C52B0}" type="pres">
      <dgm:prSet presAssocID="{9DDEFC82-798C-F74F-A42A-EB56290225C5}" presName="Name111" presStyleLbl="parChTrans1D3" presStyleIdx="3" presStyleCnt="6"/>
      <dgm:spPr/>
    </dgm:pt>
    <dgm:pt modelId="{CD5C1E8B-0A1A-2840-8E77-24622BF45368}" type="pres">
      <dgm:prSet presAssocID="{7A4B3E37-EDF6-DE49-AC8D-6312E549DE3D}" presName="hierRoot3" presStyleCnt="0">
        <dgm:presLayoutVars>
          <dgm:hierBranch val="init"/>
        </dgm:presLayoutVars>
      </dgm:prSet>
      <dgm:spPr/>
    </dgm:pt>
    <dgm:pt modelId="{D4C16283-60D2-E041-BBB1-1A8DF3B6BF18}" type="pres">
      <dgm:prSet presAssocID="{7A4B3E37-EDF6-DE49-AC8D-6312E549DE3D}" presName="rootComposite3" presStyleCnt="0"/>
      <dgm:spPr/>
    </dgm:pt>
    <dgm:pt modelId="{3890F61A-57A5-454D-953A-8A24DEDBF4E5}" type="pres">
      <dgm:prSet presAssocID="{7A4B3E37-EDF6-DE49-AC8D-6312E549DE3D}" presName="rootText3" presStyleLbl="asst1" presStyleIdx="4" presStyleCnt="8">
        <dgm:presLayoutVars>
          <dgm:chPref val="3"/>
        </dgm:presLayoutVars>
      </dgm:prSet>
      <dgm:spPr/>
    </dgm:pt>
    <dgm:pt modelId="{B2F9355F-AAB2-534B-A9FE-8902D6807AC6}" type="pres">
      <dgm:prSet presAssocID="{7A4B3E37-EDF6-DE49-AC8D-6312E549DE3D}" presName="rootConnector3" presStyleLbl="asst1" presStyleIdx="4" presStyleCnt="8"/>
      <dgm:spPr/>
    </dgm:pt>
    <dgm:pt modelId="{21601310-3755-6043-B479-9B5BA2C22C3E}" type="pres">
      <dgm:prSet presAssocID="{7A4B3E37-EDF6-DE49-AC8D-6312E549DE3D}" presName="hierChild6" presStyleCnt="0"/>
      <dgm:spPr/>
    </dgm:pt>
    <dgm:pt modelId="{5A819425-2568-CC40-8FAE-C74108BCB63D}" type="pres">
      <dgm:prSet presAssocID="{7A4B3E37-EDF6-DE49-AC8D-6312E549DE3D}" presName="hierChild7" presStyleCnt="0"/>
      <dgm:spPr/>
    </dgm:pt>
    <dgm:pt modelId="{6B189F2D-103D-3343-BC47-F4847CCBC895}" type="pres">
      <dgm:prSet presAssocID="{F4F84EAB-B204-C64C-AB08-E15216797A89}" presName="Name111" presStyleLbl="parChTrans1D2" presStyleIdx="1" presStyleCnt="2"/>
      <dgm:spPr/>
    </dgm:pt>
    <dgm:pt modelId="{8E42FA9E-A64B-DE4C-A148-11F1EA0457D5}" type="pres">
      <dgm:prSet presAssocID="{934B928C-2585-E841-BF7B-ED007AEFEE98}" presName="hierRoot3" presStyleCnt="0">
        <dgm:presLayoutVars>
          <dgm:hierBranch val="init"/>
        </dgm:presLayoutVars>
      </dgm:prSet>
      <dgm:spPr/>
    </dgm:pt>
    <dgm:pt modelId="{903D0D1C-3EA5-7744-A3DB-D25B509E2A03}" type="pres">
      <dgm:prSet presAssocID="{934B928C-2585-E841-BF7B-ED007AEFEE98}" presName="rootComposite3" presStyleCnt="0"/>
      <dgm:spPr/>
    </dgm:pt>
    <dgm:pt modelId="{E14778A8-E10D-7849-BCDB-7C42C4B4C33B}" type="pres">
      <dgm:prSet presAssocID="{934B928C-2585-E841-BF7B-ED007AEFEE98}" presName="rootText3" presStyleLbl="asst1" presStyleIdx="5" presStyleCnt="8">
        <dgm:presLayoutVars>
          <dgm:chPref val="3"/>
        </dgm:presLayoutVars>
      </dgm:prSet>
      <dgm:spPr/>
    </dgm:pt>
    <dgm:pt modelId="{6322E013-F4CD-6840-87F1-59095A02AE26}" type="pres">
      <dgm:prSet presAssocID="{934B928C-2585-E841-BF7B-ED007AEFEE98}" presName="rootConnector3" presStyleLbl="asst1" presStyleIdx="5" presStyleCnt="8"/>
      <dgm:spPr/>
    </dgm:pt>
    <dgm:pt modelId="{45F30656-D048-F441-BBA7-42BB93FA3FAD}" type="pres">
      <dgm:prSet presAssocID="{934B928C-2585-E841-BF7B-ED007AEFEE98}" presName="hierChild6" presStyleCnt="0"/>
      <dgm:spPr/>
    </dgm:pt>
    <dgm:pt modelId="{67780769-B641-E146-BE39-AD5314D7B20B}" type="pres">
      <dgm:prSet presAssocID="{934B928C-2585-E841-BF7B-ED007AEFEE98}" presName="hierChild7" presStyleCnt="0"/>
      <dgm:spPr/>
    </dgm:pt>
    <dgm:pt modelId="{DF37DC96-DD74-5B46-9151-72794DB960A0}" type="pres">
      <dgm:prSet presAssocID="{D22A4094-E3B8-7F43-82B9-128F95D2E1BC}" presName="Name111" presStyleLbl="parChTrans1D3" presStyleIdx="4" presStyleCnt="6"/>
      <dgm:spPr/>
    </dgm:pt>
    <dgm:pt modelId="{4B0B7330-A186-0948-A052-EFAEFA0CBCDD}" type="pres">
      <dgm:prSet presAssocID="{41A444D4-8C82-2E44-AE60-7CDB2B82FCB9}" presName="hierRoot3" presStyleCnt="0">
        <dgm:presLayoutVars>
          <dgm:hierBranch val="init"/>
        </dgm:presLayoutVars>
      </dgm:prSet>
      <dgm:spPr/>
    </dgm:pt>
    <dgm:pt modelId="{1E8374B4-AAC1-7849-908C-F4FA1BC8BC01}" type="pres">
      <dgm:prSet presAssocID="{41A444D4-8C82-2E44-AE60-7CDB2B82FCB9}" presName="rootComposite3" presStyleCnt="0"/>
      <dgm:spPr/>
    </dgm:pt>
    <dgm:pt modelId="{5A2D6C47-40CF-0E4D-AC7F-8EADBF60BD15}" type="pres">
      <dgm:prSet presAssocID="{41A444D4-8C82-2E44-AE60-7CDB2B82FCB9}" presName="rootText3" presStyleLbl="asst1" presStyleIdx="6" presStyleCnt="8">
        <dgm:presLayoutVars>
          <dgm:chPref val="3"/>
        </dgm:presLayoutVars>
      </dgm:prSet>
      <dgm:spPr/>
    </dgm:pt>
    <dgm:pt modelId="{63E219CB-EDDB-A548-AFE0-8259B6AF6330}" type="pres">
      <dgm:prSet presAssocID="{41A444D4-8C82-2E44-AE60-7CDB2B82FCB9}" presName="rootConnector3" presStyleLbl="asst1" presStyleIdx="6" presStyleCnt="8"/>
      <dgm:spPr/>
    </dgm:pt>
    <dgm:pt modelId="{A65297C8-00BB-324A-B222-2B5F456C3366}" type="pres">
      <dgm:prSet presAssocID="{41A444D4-8C82-2E44-AE60-7CDB2B82FCB9}" presName="hierChild6" presStyleCnt="0"/>
      <dgm:spPr/>
    </dgm:pt>
    <dgm:pt modelId="{9D226426-7272-1F4A-AABF-982024F15EBC}" type="pres">
      <dgm:prSet presAssocID="{41A444D4-8C82-2E44-AE60-7CDB2B82FCB9}" presName="hierChild7" presStyleCnt="0"/>
      <dgm:spPr/>
    </dgm:pt>
    <dgm:pt modelId="{F153501C-EC7A-4E43-976C-7A9BDC976F9B}" type="pres">
      <dgm:prSet presAssocID="{EF74BACB-2AE2-AC48-B733-0BB3E919ADAB}" presName="Name111" presStyleLbl="parChTrans1D3" presStyleIdx="5" presStyleCnt="6"/>
      <dgm:spPr/>
    </dgm:pt>
    <dgm:pt modelId="{73707D58-E8E8-2C41-9334-4ED169C238EB}" type="pres">
      <dgm:prSet presAssocID="{0848CF13-9B71-174F-BC7E-3433ADF115D2}" presName="hierRoot3" presStyleCnt="0">
        <dgm:presLayoutVars>
          <dgm:hierBranch val="init"/>
        </dgm:presLayoutVars>
      </dgm:prSet>
      <dgm:spPr/>
    </dgm:pt>
    <dgm:pt modelId="{B4CA100D-B115-2D4A-87C0-95C97B5CEC02}" type="pres">
      <dgm:prSet presAssocID="{0848CF13-9B71-174F-BC7E-3433ADF115D2}" presName="rootComposite3" presStyleCnt="0"/>
      <dgm:spPr/>
    </dgm:pt>
    <dgm:pt modelId="{BC438818-9069-A54A-B900-32DDC638F0A2}" type="pres">
      <dgm:prSet presAssocID="{0848CF13-9B71-174F-BC7E-3433ADF115D2}" presName="rootText3" presStyleLbl="asst1" presStyleIdx="7" presStyleCnt="8">
        <dgm:presLayoutVars>
          <dgm:chPref val="3"/>
        </dgm:presLayoutVars>
      </dgm:prSet>
      <dgm:spPr/>
    </dgm:pt>
    <dgm:pt modelId="{69BB6464-E270-3549-8F01-7F3A4A919DCB}" type="pres">
      <dgm:prSet presAssocID="{0848CF13-9B71-174F-BC7E-3433ADF115D2}" presName="rootConnector3" presStyleLbl="asst1" presStyleIdx="7" presStyleCnt="8"/>
      <dgm:spPr/>
    </dgm:pt>
    <dgm:pt modelId="{9919C2CC-EFD5-3345-BB12-0987C8C9C3E9}" type="pres">
      <dgm:prSet presAssocID="{0848CF13-9B71-174F-BC7E-3433ADF115D2}" presName="hierChild6" presStyleCnt="0"/>
      <dgm:spPr/>
    </dgm:pt>
    <dgm:pt modelId="{2704E753-8068-D241-AAE5-0CABED73CAEB}" type="pres">
      <dgm:prSet presAssocID="{0848CF13-9B71-174F-BC7E-3433ADF115D2}" presName="hierChild7" presStyleCnt="0"/>
      <dgm:spPr/>
    </dgm:pt>
  </dgm:ptLst>
  <dgm:cxnLst>
    <dgm:cxn modelId="{6F3F8513-686B-F945-98EB-5B3202BFDBE7}" type="presOf" srcId="{EED6B620-F621-4D48-8196-39B6107039D5}" destId="{AFA81F7E-0F1F-1446-AC60-CE3C504C7701}" srcOrd="0" destOrd="0" presId="urn:microsoft.com/office/officeart/2005/8/layout/orgChart1"/>
    <dgm:cxn modelId="{3D20E513-26A5-5F4B-8E13-6D6B2A98285D}" type="presOf" srcId="{41A444D4-8C82-2E44-AE60-7CDB2B82FCB9}" destId="{5A2D6C47-40CF-0E4D-AC7F-8EADBF60BD15}" srcOrd="0" destOrd="0" presId="urn:microsoft.com/office/officeart/2005/8/layout/orgChart1"/>
    <dgm:cxn modelId="{947E0B24-B987-F940-9AEE-7465FE74318C}" type="presOf" srcId="{40E2DF06-0D06-7F4C-9978-848B53946EE1}" destId="{D60D64AB-D938-E841-8BA3-6E34C0622A73}" srcOrd="0" destOrd="0" presId="urn:microsoft.com/office/officeart/2005/8/layout/orgChart1"/>
    <dgm:cxn modelId="{FD1D5524-E3A2-9C40-8E82-CAF18BB2AA5D}" type="presOf" srcId="{B65BE66F-7654-AE41-90A1-CBC5842B1D32}" destId="{73EB6162-9CD8-844D-8B9B-8369B5833E72}" srcOrd="0" destOrd="0" presId="urn:microsoft.com/office/officeart/2005/8/layout/orgChart1"/>
    <dgm:cxn modelId="{916BE328-9112-CF4D-A606-4E4A9D2B72BD}" type="presOf" srcId="{7A4B3E37-EDF6-DE49-AC8D-6312E549DE3D}" destId="{B2F9355F-AAB2-534B-A9FE-8902D6807AC6}" srcOrd="1" destOrd="0" presId="urn:microsoft.com/office/officeart/2005/8/layout/orgChart1"/>
    <dgm:cxn modelId="{9B212A2B-F97E-7A47-9B7E-588F588D1ED0}" type="presOf" srcId="{0848CF13-9B71-174F-BC7E-3433ADF115D2}" destId="{BC438818-9069-A54A-B900-32DDC638F0A2}" srcOrd="0" destOrd="0" presId="urn:microsoft.com/office/officeart/2005/8/layout/orgChart1"/>
    <dgm:cxn modelId="{DF6E652B-6B87-E747-A612-4B4C336EE54D}" type="presOf" srcId="{F4F84EAB-B204-C64C-AB08-E15216797A89}" destId="{6B189F2D-103D-3343-BC47-F4847CCBC895}" srcOrd="0" destOrd="0" presId="urn:microsoft.com/office/officeart/2005/8/layout/orgChart1"/>
    <dgm:cxn modelId="{1F88A73C-AC51-AD4E-B3E6-EAA7E9EF0A25}" type="presOf" srcId="{B65BE66F-7654-AE41-90A1-CBC5842B1D32}" destId="{76A9041E-BBAA-824B-A336-967316D0A22B}" srcOrd="1" destOrd="0" presId="urn:microsoft.com/office/officeart/2005/8/layout/orgChart1"/>
    <dgm:cxn modelId="{036C3742-A566-2342-8965-B17DD09585F5}" type="presOf" srcId="{EED6B620-F621-4D48-8196-39B6107039D5}" destId="{25BD1194-B16F-4544-BA27-A30E36B00BBD}" srcOrd="1" destOrd="0" presId="urn:microsoft.com/office/officeart/2005/8/layout/orgChart1"/>
    <dgm:cxn modelId="{8D13A042-8463-DB48-9BF1-8C973AE9187D}" type="presOf" srcId="{A9CC8A88-F5AB-604B-8065-C899EA839303}" destId="{D5C32CFA-4775-5541-8240-6578BA7B5979}" srcOrd="1" destOrd="0" presId="urn:microsoft.com/office/officeart/2005/8/layout/orgChart1"/>
    <dgm:cxn modelId="{29F81852-6A27-0842-8F24-AEA3A7051A18}" srcId="{A9CC8A88-F5AB-604B-8065-C899EA839303}" destId="{7A4B3E37-EDF6-DE49-AC8D-6312E549DE3D}" srcOrd="3" destOrd="0" parTransId="{9DDEFC82-798C-F74F-A42A-EB56290225C5}" sibTransId="{0739F9F1-1944-3E46-B5F2-FE5B10078AEB}"/>
    <dgm:cxn modelId="{2F52075B-676B-6F47-A657-6BB429FCF7C2}" type="presOf" srcId="{182AE657-673F-E448-A57A-F4AB02C3A719}" destId="{C9C164BD-E3F3-0749-9525-A24AE549120D}" srcOrd="0" destOrd="0" presId="urn:microsoft.com/office/officeart/2005/8/layout/orgChart1"/>
    <dgm:cxn modelId="{75526C60-3115-224C-9984-DBB5B4BFBF57}" type="presOf" srcId="{934B928C-2585-E841-BF7B-ED007AEFEE98}" destId="{E14778A8-E10D-7849-BCDB-7C42C4B4C33B}" srcOrd="0" destOrd="0" presId="urn:microsoft.com/office/officeart/2005/8/layout/orgChart1"/>
    <dgm:cxn modelId="{6D3F1272-4CBE-2D41-A466-0256F8C15D0D}" type="presOf" srcId="{9DDEFC82-798C-F74F-A42A-EB56290225C5}" destId="{E72B8484-80AB-6D42-BE12-5DE4DB8C52B0}" srcOrd="0" destOrd="0" presId="urn:microsoft.com/office/officeart/2005/8/layout/orgChart1"/>
    <dgm:cxn modelId="{9DD2A67A-9BF3-B845-A2C3-E4A57EA38F7E}" type="presOf" srcId="{00C13D02-9486-2B40-B1D8-61C3F420AF25}" destId="{B28266EE-1507-D846-B28F-1EF97D0A6141}" srcOrd="0" destOrd="0" presId="urn:microsoft.com/office/officeart/2005/8/layout/orgChart1"/>
    <dgm:cxn modelId="{F0B3E07B-28FA-8344-97AF-9705C176AE4F}" type="presOf" srcId="{EF74BACB-2AE2-AC48-B733-0BB3E919ADAB}" destId="{F153501C-EC7A-4E43-976C-7A9BDC976F9B}" srcOrd="0" destOrd="0" presId="urn:microsoft.com/office/officeart/2005/8/layout/orgChart1"/>
    <dgm:cxn modelId="{9A7EAE87-7F5D-0341-9B30-42CFCA5379C4}" type="presOf" srcId="{7A4B3E37-EDF6-DE49-AC8D-6312E549DE3D}" destId="{3890F61A-57A5-454D-953A-8A24DEDBF4E5}" srcOrd="0" destOrd="0" presId="urn:microsoft.com/office/officeart/2005/8/layout/orgChart1"/>
    <dgm:cxn modelId="{F21B978F-BEBE-C542-9498-6F976F6E687F}" srcId="{A9CC8A88-F5AB-604B-8065-C899EA839303}" destId="{B65BE66F-7654-AE41-90A1-CBC5842B1D32}" srcOrd="2" destOrd="0" parTransId="{399C84AF-5E73-6946-B509-F17AADF71819}" sibTransId="{067F5C9B-E9B5-BA4F-B0DD-B8210CE6C655}"/>
    <dgm:cxn modelId="{DFA36C9D-889D-F44B-8CA5-43D4C4DEA632}" type="presOf" srcId="{41A444D4-8C82-2E44-AE60-7CDB2B82FCB9}" destId="{63E219CB-EDDB-A548-AFE0-8259B6AF6330}" srcOrd="1" destOrd="0" presId="urn:microsoft.com/office/officeart/2005/8/layout/orgChart1"/>
    <dgm:cxn modelId="{484B01A1-9E03-494B-A2B6-9C249D6DED3D}" srcId="{934B928C-2585-E841-BF7B-ED007AEFEE98}" destId="{41A444D4-8C82-2E44-AE60-7CDB2B82FCB9}" srcOrd="0" destOrd="0" parTransId="{D22A4094-E3B8-7F43-82B9-128F95D2E1BC}" sibTransId="{44171222-52E6-5847-8621-75FB0362FA44}"/>
    <dgm:cxn modelId="{DFC8D8A7-6FC7-A94B-8A68-EFC64116E4F0}" srcId="{A9CC8A88-F5AB-604B-8065-C899EA839303}" destId="{149EE9D6-88A7-5F44-BF07-C5E5B98A18C1}" srcOrd="1" destOrd="0" parTransId="{182AE657-673F-E448-A57A-F4AB02C3A719}" sibTransId="{194DF54A-8E9E-EF48-96FD-EA8DCD93A2E3}"/>
    <dgm:cxn modelId="{320C0DAD-DE73-884D-9131-BD7A1FE7AB42}" type="presOf" srcId="{41F88030-639D-2C4B-B5AB-D953D297FB79}" destId="{EBA20B90-A7FF-6247-B8A0-75880587689F}" srcOrd="0" destOrd="0" presId="urn:microsoft.com/office/officeart/2005/8/layout/orgChart1"/>
    <dgm:cxn modelId="{13DCA3B3-CDBF-3A49-ABBB-4557E25475B3}" type="presOf" srcId="{44B7352D-A0B5-9244-8069-5A17624B2334}" destId="{67F3E117-B4CE-1249-9BEE-B5A8F5482D7D}" srcOrd="1" destOrd="0" presId="urn:microsoft.com/office/officeart/2005/8/layout/orgChart1"/>
    <dgm:cxn modelId="{61B10ABC-2C28-4A4E-B04C-24E5EA8B90EC}" srcId="{EED6B620-F621-4D48-8196-39B6107039D5}" destId="{A9CC8A88-F5AB-604B-8065-C899EA839303}" srcOrd="0" destOrd="0" parTransId="{00C13D02-9486-2B40-B1D8-61C3F420AF25}" sibTransId="{D765F274-D749-3A46-B22F-EE789B73ED21}"/>
    <dgm:cxn modelId="{5A26C9BF-0A80-F24B-B365-8656DB620A33}" type="presOf" srcId="{149EE9D6-88A7-5F44-BF07-C5E5B98A18C1}" destId="{C2F0E41C-9FAA-1E47-AC04-6A2EBAE86B58}" srcOrd="1" destOrd="0" presId="urn:microsoft.com/office/officeart/2005/8/layout/orgChart1"/>
    <dgm:cxn modelId="{5055D7C3-F86A-9548-8ADE-58A223ABD0B4}" srcId="{40E2DF06-0D06-7F4C-9978-848B53946EE1}" destId="{EED6B620-F621-4D48-8196-39B6107039D5}" srcOrd="0" destOrd="0" parTransId="{C58CC79E-3EB6-A84D-A6F4-FE7FBFC108CC}" sibTransId="{08BFBB52-97C9-384C-BE94-56C78C118A7B}"/>
    <dgm:cxn modelId="{D65F32C5-410C-3A42-9ED0-57983999CC52}" srcId="{EED6B620-F621-4D48-8196-39B6107039D5}" destId="{934B928C-2585-E841-BF7B-ED007AEFEE98}" srcOrd="1" destOrd="0" parTransId="{F4F84EAB-B204-C64C-AB08-E15216797A89}" sibTransId="{392800E6-7742-5542-A663-7B35C04322D6}"/>
    <dgm:cxn modelId="{0A3D04CC-102B-B545-9D41-02827FCD9FEF}" type="presOf" srcId="{0848CF13-9B71-174F-BC7E-3433ADF115D2}" destId="{69BB6464-E270-3549-8F01-7F3A4A919DCB}" srcOrd="1" destOrd="0" presId="urn:microsoft.com/office/officeart/2005/8/layout/orgChart1"/>
    <dgm:cxn modelId="{0A1F3DCF-E1E2-1443-BFF6-43FB87A16885}" type="presOf" srcId="{399C84AF-5E73-6946-B509-F17AADF71819}" destId="{561EB181-22B2-C54C-B5E8-6E8E4F20009B}" srcOrd="0" destOrd="0" presId="urn:microsoft.com/office/officeart/2005/8/layout/orgChart1"/>
    <dgm:cxn modelId="{A7FEFFE6-C7D1-1A48-AB5B-3AB7C6ADBBAC}" srcId="{934B928C-2585-E841-BF7B-ED007AEFEE98}" destId="{0848CF13-9B71-174F-BC7E-3433ADF115D2}" srcOrd="1" destOrd="0" parTransId="{EF74BACB-2AE2-AC48-B733-0BB3E919ADAB}" sibTransId="{E68F2401-ECF2-CA44-B3D1-B3DDBC6A87E5}"/>
    <dgm:cxn modelId="{A34CFFF4-F6EE-5C41-9E71-B2A3E0CD4BA6}" type="presOf" srcId="{44B7352D-A0B5-9244-8069-5A17624B2334}" destId="{D11304DC-C761-D24A-884E-AEC9443073E9}" srcOrd="0" destOrd="0" presId="urn:microsoft.com/office/officeart/2005/8/layout/orgChart1"/>
    <dgm:cxn modelId="{F0A5E2F6-5939-994B-A6D8-56239D73EFC6}" srcId="{A9CC8A88-F5AB-604B-8065-C899EA839303}" destId="{44B7352D-A0B5-9244-8069-5A17624B2334}" srcOrd="0" destOrd="0" parTransId="{41F88030-639D-2C4B-B5AB-D953D297FB79}" sibTransId="{551698B0-E2FC-734F-A56D-B4A3C0DF4C66}"/>
    <dgm:cxn modelId="{450081F8-6D55-F54E-9A17-CE965246677B}" type="presOf" srcId="{149EE9D6-88A7-5F44-BF07-C5E5B98A18C1}" destId="{CFCF7BF9-0B5A-244C-8352-6EFB835981B8}" srcOrd="0" destOrd="0" presId="urn:microsoft.com/office/officeart/2005/8/layout/orgChart1"/>
    <dgm:cxn modelId="{068452FA-2C3A-2843-811F-1358763B358C}" type="presOf" srcId="{934B928C-2585-E841-BF7B-ED007AEFEE98}" destId="{6322E013-F4CD-6840-87F1-59095A02AE26}" srcOrd="1" destOrd="0" presId="urn:microsoft.com/office/officeart/2005/8/layout/orgChart1"/>
    <dgm:cxn modelId="{469C2DFD-A6C9-C943-8591-02A2B6197C13}" type="presOf" srcId="{A9CC8A88-F5AB-604B-8065-C899EA839303}" destId="{3950DFB6-5F9A-9C44-9310-33D2B7AA7D44}" srcOrd="0" destOrd="0" presId="urn:microsoft.com/office/officeart/2005/8/layout/orgChart1"/>
    <dgm:cxn modelId="{DCE5BFFE-52B5-4D48-9DAE-66500E75B17D}" type="presOf" srcId="{D22A4094-E3B8-7F43-82B9-128F95D2E1BC}" destId="{DF37DC96-DD74-5B46-9151-72794DB960A0}" srcOrd="0" destOrd="0" presId="urn:microsoft.com/office/officeart/2005/8/layout/orgChart1"/>
    <dgm:cxn modelId="{3FFDB84E-33CB-2146-B7C1-6E6315E6B69F}" type="presParOf" srcId="{D60D64AB-D938-E841-8BA3-6E34C0622A73}" destId="{EB4C3EA6-83FB-884A-BC4C-A2295DC774AC}" srcOrd="0" destOrd="0" presId="urn:microsoft.com/office/officeart/2005/8/layout/orgChart1"/>
    <dgm:cxn modelId="{3FAF8BE7-9729-164A-B4CC-5EE59CDA0017}" type="presParOf" srcId="{EB4C3EA6-83FB-884A-BC4C-A2295DC774AC}" destId="{4D088004-9AF5-AE4E-BEB9-615E16DFB27D}" srcOrd="0" destOrd="0" presId="urn:microsoft.com/office/officeart/2005/8/layout/orgChart1"/>
    <dgm:cxn modelId="{6D56C46A-59BF-7C49-8856-DC31BE7EE565}" type="presParOf" srcId="{4D088004-9AF5-AE4E-BEB9-615E16DFB27D}" destId="{AFA81F7E-0F1F-1446-AC60-CE3C504C7701}" srcOrd="0" destOrd="0" presId="urn:microsoft.com/office/officeart/2005/8/layout/orgChart1"/>
    <dgm:cxn modelId="{366AAE1A-2668-A14C-BE96-28E13C3FF4A4}" type="presParOf" srcId="{4D088004-9AF5-AE4E-BEB9-615E16DFB27D}" destId="{25BD1194-B16F-4544-BA27-A30E36B00BBD}" srcOrd="1" destOrd="0" presId="urn:microsoft.com/office/officeart/2005/8/layout/orgChart1"/>
    <dgm:cxn modelId="{50FF3878-415C-4E4F-88DE-3FE464CC1205}" type="presParOf" srcId="{EB4C3EA6-83FB-884A-BC4C-A2295DC774AC}" destId="{1F88A731-C890-2F4D-89AB-7CB55FB976F5}" srcOrd="1" destOrd="0" presId="urn:microsoft.com/office/officeart/2005/8/layout/orgChart1"/>
    <dgm:cxn modelId="{7776204B-D585-8743-B4D4-5DBB4B8E0438}" type="presParOf" srcId="{EB4C3EA6-83FB-884A-BC4C-A2295DC774AC}" destId="{DA091EAF-D5D4-FE40-9DC7-423B91FA265A}" srcOrd="2" destOrd="0" presId="urn:microsoft.com/office/officeart/2005/8/layout/orgChart1"/>
    <dgm:cxn modelId="{C980B863-CEB2-D94B-950C-66A51B368FAE}" type="presParOf" srcId="{DA091EAF-D5D4-FE40-9DC7-423B91FA265A}" destId="{B28266EE-1507-D846-B28F-1EF97D0A6141}" srcOrd="0" destOrd="0" presId="urn:microsoft.com/office/officeart/2005/8/layout/orgChart1"/>
    <dgm:cxn modelId="{CD604F4C-C7E8-B444-BD37-EB411BF98B9A}" type="presParOf" srcId="{DA091EAF-D5D4-FE40-9DC7-423B91FA265A}" destId="{A9D5623E-18CB-3142-B293-22E486347102}" srcOrd="1" destOrd="0" presId="urn:microsoft.com/office/officeart/2005/8/layout/orgChart1"/>
    <dgm:cxn modelId="{D31DDFFE-1C03-2840-AF11-735DD137193F}" type="presParOf" srcId="{A9D5623E-18CB-3142-B293-22E486347102}" destId="{6FA9DDAD-B6F6-C241-964F-C4FCE81571D7}" srcOrd="0" destOrd="0" presId="urn:microsoft.com/office/officeart/2005/8/layout/orgChart1"/>
    <dgm:cxn modelId="{7DE7DDB5-B2C9-444F-B7F6-487918C4288A}" type="presParOf" srcId="{6FA9DDAD-B6F6-C241-964F-C4FCE81571D7}" destId="{3950DFB6-5F9A-9C44-9310-33D2B7AA7D44}" srcOrd="0" destOrd="0" presId="urn:microsoft.com/office/officeart/2005/8/layout/orgChart1"/>
    <dgm:cxn modelId="{88E20336-48A9-3744-8B0C-6EB99303A6F3}" type="presParOf" srcId="{6FA9DDAD-B6F6-C241-964F-C4FCE81571D7}" destId="{D5C32CFA-4775-5541-8240-6578BA7B5979}" srcOrd="1" destOrd="0" presId="urn:microsoft.com/office/officeart/2005/8/layout/orgChart1"/>
    <dgm:cxn modelId="{E22BC359-D07C-FB4A-A68F-515FDC29C7BE}" type="presParOf" srcId="{A9D5623E-18CB-3142-B293-22E486347102}" destId="{6C5FB592-E82A-1D4D-8045-F15EC2738033}" srcOrd="1" destOrd="0" presId="urn:microsoft.com/office/officeart/2005/8/layout/orgChart1"/>
    <dgm:cxn modelId="{4175B28B-F39B-CE49-90E8-30CD17B22A79}" type="presParOf" srcId="{A9D5623E-18CB-3142-B293-22E486347102}" destId="{CE4A5EAA-E652-A84A-80AA-6A882A6CED69}" srcOrd="2" destOrd="0" presId="urn:microsoft.com/office/officeart/2005/8/layout/orgChart1"/>
    <dgm:cxn modelId="{7DD201EA-898C-9642-BC23-696A14AF9251}" type="presParOf" srcId="{CE4A5EAA-E652-A84A-80AA-6A882A6CED69}" destId="{EBA20B90-A7FF-6247-B8A0-75880587689F}" srcOrd="0" destOrd="0" presId="urn:microsoft.com/office/officeart/2005/8/layout/orgChart1"/>
    <dgm:cxn modelId="{1085C05D-7DCB-794A-A8F7-E4105FC5FC2A}" type="presParOf" srcId="{CE4A5EAA-E652-A84A-80AA-6A882A6CED69}" destId="{9CA0594E-38AC-4C41-A803-233BF501B483}" srcOrd="1" destOrd="0" presId="urn:microsoft.com/office/officeart/2005/8/layout/orgChart1"/>
    <dgm:cxn modelId="{6A52D7E5-790F-FC48-B320-1E441133AFE9}" type="presParOf" srcId="{9CA0594E-38AC-4C41-A803-233BF501B483}" destId="{D768B99B-D9E3-3F4E-A15D-9565AA3DA5A6}" srcOrd="0" destOrd="0" presId="urn:microsoft.com/office/officeart/2005/8/layout/orgChart1"/>
    <dgm:cxn modelId="{12F1A865-4912-1F49-B9BF-05D9E6D25D83}" type="presParOf" srcId="{D768B99B-D9E3-3F4E-A15D-9565AA3DA5A6}" destId="{D11304DC-C761-D24A-884E-AEC9443073E9}" srcOrd="0" destOrd="0" presId="urn:microsoft.com/office/officeart/2005/8/layout/orgChart1"/>
    <dgm:cxn modelId="{5B4369FC-617E-A344-A640-91BACE45F70E}" type="presParOf" srcId="{D768B99B-D9E3-3F4E-A15D-9565AA3DA5A6}" destId="{67F3E117-B4CE-1249-9BEE-B5A8F5482D7D}" srcOrd="1" destOrd="0" presId="urn:microsoft.com/office/officeart/2005/8/layout/orgChart1"/>
    <dgm:cxn modelId="{3DB851A9-D5A3-3143-B9D5-5F9206A2661C}" type="presParOf" srcId="{9CA0594E-38AC-4C41-A803-233BF501B483}" destId="{313E2358-6318-8E4E-82B8-59AF06A36A5A}" srcOrd="1" destOrd="0" presId="urn:microsoft.com/office/officeart/2005/8/layout/orgChart1"/>
    <dgm:cxn modelId="{F72DD213-38D8-024B-B066-2EA7B28CA586}" type="presParOf" srcId="{9CA0594E-38AC-4C41-A803-233BF501B483}" destId="{B8E4D2DD-C050-F84C-BE72-F308D7808E35}" srcOrd="2" destOrd="0" presId="urn:microsoft.com/office/officeart/2005/8/layout/orgChart1"/>
    <dgm:cxn modelId="{9D014FBE-D103-DB45-BDCB-5F291081EFC3}" type="presParOf" srcId="{CE4A5EAA-E652-A84A-80AA-6A882A6CED69}" destId="{C9C164BD-E3F3-0749-9525-A24AE549120D}" srcOrd="2" destOrd="0" presId="urn:microsoft.com/office/officeart/2005/8/layout/orgChart1"/>
    <dgm:cxn modelId="{9F2FBA42-F309-5540-8D68-91C6192A3925}" type="presParOf" srcId="{CE4A5EAA-E652-A84A-80AA-6A882A6CED69}" destId="{1D1C7F80-E4E9-624B-80EC-D2ABC980FBA3}" srcOrd="3" destOrd="0" presId="urn:microsoft.com/office/officeart/2005/8/layout/orgChart1"/>
    <dgm:cxn modelId="{6F9A99CC-6BB0-A744-9FFE-5427F5D9C8CB}" type="presParOf" srcId="{1D1C7F80-E4E9-624B-80EC-D2ABC980FBA3}" destId="{E049FCDA-01BE-C14C-9545-9D2322131695}" srcOrd="0" destOrd="0" presId="urn:microsoft.com/office/officeart/2005/8/layout/orgChart1"/>
    <dgm:cxn modelId="{98C12549-6E08-D74E-89FB-32947C2068C1}" type="presParOf" srcId="{E049FCDA-01BE-C14C-9545-9D2322131695}" destId="{CFCF7BF9-0B5A-244C-8352-6EFB835981B8}" srcOrd="0" destOrd="0" presId="urn:microsoft.com/office/officeart/2005/8/layout/orgChart1"/>
    <dgm:cxn modelId="{FB788D92-DCF1-1344-8CBF-76AEEE290CCD}" type="presParOf" srcId="{E049FCDA-01BE-C14C-9545-9D2322131695}" destId="{C2F0E41C-9FAA-1E47-AC04-6A2EBAE86B58}" srcOrd="1" destOrd="0" presId="urn:microsoft.com/office/officeart/2005/8/layout/orgChart1"/>
    <dgm:cxn modelId="{3C0D1690-61D0-C944-97C0-A7F1FDAAAB92}" type="presParOf" srcId="{1D1C7F80-E4E9-624B-80EC-D2ABC980FBA3}" destId="{DB26D959-4C95-CC4D-9040-7D34023FD237}" srcOrd="1" destOrd="0" presId="urn:microsoft.com/office/officeart/2005/8/layout/orgChart1"/>
    <dgm:cxn modelId="{04298809-2D39-3C47-94F3-535235A473B1}" type="presParOf" srcId="{1D1C7F80-E4E9-624B-80EC-D2ABC980FBA3}" destId="{CBBFBA4C-68D8-B847-9838-632ED7B242F3}" srcOrd="2" destOrd="0" presId="urn:microsoft.com/office/officeart/2005/8/layout/orgChart1"/>
    <dgm:cxn modelId="{F4B9E990-69F4-5D41-86DA-F71C520F671C}" type="presParOf" srcId="{CE4A5EAA-E652-A84A-80AA-6A882A6CED69}" destId="{561EB181-22B2-C54C-B5E8-6E8E4F20009B}" srcOrd="4" destOrd="0" presId="urn:microsoft.com/office/officeart/2005/8/layout/orgChart1"/>
    <dgm:cxn modelId="{24A9554D-49A4-B249-9F90-B248CCB04D3F}" type="presParOf" srcId="{CE4A5EAA-E652-A84A-80AA-6A882A6CED69}" destId="{50DC9781-BEA4-3948-BB5D-8651B6281682}" srcOrd="5" destOrd="0" presId="urn:microsoft.com/office/officeart/2005/8/layout/orgChart1"/>
    <dgm:cxn modelId="{383DF7E3-08DC-F544-9DC7-FCABC4BC8FBC}" type="presParOf" srcId="{50DC9781-BEA4-3948-BB5D-8651B6281682}" destId="{6F3E83C3-1BD8-D242-B790-3D70535E45ED}" srcOrd="0" destOrd="0" presId="urn:microsoft.com/office/officeart/2005/8/layout/orgChart1"/>
    <dgm:cxn modelId="{9E356271-CDD5-774D-B495-80C660BC665B}" type="presParOf" srcId="{6F3E83C3-1BD8-D242-B790-3D70535E45ED}" destId="{73EB6162-9CD8-844D-8B9B-8369B5833E72}" srcOrd="0" destOrd="0" presId="urn:microsoft.com/office/officeart/2005/8/layout/orgChart1"/>
    <dgm:cxn modelId="{377BDFD3-0043-894B-AD4F-DBB4031BADF2}" type="presParOf" srcId="{6F3E83C3-1BD8-D242-B790-3D70535E45ED}" destId="{76A9041E-BBAA-824B-A336-967316D0A22B}" srcOrd="1" destOrd="0" presId="urn:microsoft.com/office/officeart/2005/8/layout/orgChart1"/>
    <dgm:cxn modelId="{63CE9B57-4B8F-884C-ABE7-D01D190376E9}" type="presParOf" srcId="{50DC9781-BEA4-3948-BB5D-8651B6281682}" destId="{2C316290-E640-6F44-BDDF-DB70D21B709D}" srcOrd="1" destOrd="0" presId="urn:microsoft.com/office/officeart/2005/8/layout/orgChart1"/>
    <dgm:cxn modelId="{1F1A74F7-1047-D446-8CAE-A61DF53F9DB5}" type="presParOf" srcId="{50DC9781-BEA4-3948-BB5D-8651B6281682}" destId="{DF4F938E-DD1C-A24C-AD92-B88651164D70}" srcOrd="2" destOrd="0" presId="urn:microsoft.com/office/officeart/2005/8/layout/orgChart1"/>
    <dgm:cxn modelId="{B6B58E8E-BFC3-734F-8608-D68F42598FAB}" type="presParOf" srcId="{CE4A5EAA-E652-A84A-80AA-6A882A6CED69}" destId="{E72B8484-80AB-6D42-BE12-5DE4DB8C52B0}" srcOrd="6" destOrd="0" presId="urn:microsoft.com/office/officeart/2005/8/layout/orgChart1"/>
    <dgm:cxn modelId="{42CD8327-3D28-284E-B051-E304BCBA5EA9}" type="presParOf" srcId="{CE4A5EAA-E652-A84A-80AA-6A882A6CED69}" destId="{CD5C1E8B-0A1A-2840-8E77-24622BF45368}" srcOrd="7" destOrd="0" presId="urn:microsoft.com/office/officeart/2005/8/layout/orgChart1"/>
    <dgm:cxn modelId="{5FBA7D1A-CAE2-9640-BC3C-E6BDAD0845C6}" type="presParOf" srcId="{CD5C1E8B-0A1A-2840-8E77-24622BF45368}" destId="{D4C16283-60D2-E041-BBB1-1A8DF3B6BF18}" srcOrd="0" destOrd="0" presId="urn:microsoft.com/office/officeart/2005/8/layout/orgChart1"/>
    <dgm:cxn modelId="{F20E0FCD-EFFF-A64F-B495-715DE20A1465}" type="presParOf" srcId="{D4C16283-60D2-E041-BBB1-1A8DF3B6BF18}" destId="{3890F61A-57A5-454D-953A-8A24DEDBF4E5}" srcOrd="0" destOrd="0" presId="urn:microsoft.com/office/officeart/2005/8/layout/orgChart1"/>
    <dgm:cxn modelId="{1672F133-427D-6B4A-A277-EBFB0DBF1EE7}" type="presParOf" srcId="{D4C16283-60D2-E041-BBB1-1A8DF3B6BF18}" destId="{B2F9355F-AAB2-534B-A9FE-8902D6807AC6}" srcOrd="1" destOrd="0" presId="urn:microsoft.com/office/officeart/2005/8/layout/orgChart1"/>
    <dgm:cxn modelId="{F5F0FFF3-7D4B-0D4A-97FE-DAF4F364044C}" type="presParOf" srcId="{CD5C1E8B-0A1A-2840-8E77-24622BF45368}" destId="{21601310-3755-6043-B479-9B5BA2C22C3E}" srcOrd="1" destOrd="0" presId="urn:microsoft.com/office/officeart/2005/8/layout/orgChart1"/>
    <dgm:cxn modelId="{1A053157-215F-F44E-A0D5-E02C1614FB6D}" type="presParOf" srcId="{CD5C1E8B-0A1A-2840-8E77-24622BF45368}" destId="{5A819425-2568-CC40-8FAE-C74108BCB63D}" srcOrd="2" destOrd="0" presId="urn:microsoft.com/office/officeart/2005/8/layout/orgChart1"/>
    <dgm:cxn modelId="{39AB190D-A247-3A4A-8BDD-75E230FAFED6}" type="presParOf" srcId="{DA091EAF-D5D4-FE40-9DC7-423B91FA265A}" destId="{6B189F2D-103D-3343-BC47-F4847CCBC895}" srcOrd="2" destOrd="0" presId="urn:microsoft.com/office/officeart/2005/8/layout/orgChart1"/>
    <dgm:cxn modelId="{62BEED3C-BA74-C847-9CDF-5D70A0178179}" type="presParOf" srcId="{DA091EAF-D5D4-FE40-9DC7-423B91FA265A}" destId="{8E42FA9E-A64B-DE4C-A148-11F1EA0457D5}" srcOrd="3" destOrd="0" presId="urn:microsoft.com/office/officeart/2005/8/layout/orgChart1"/>
    <dgm:cxn modelId="{9B8BC199-A2F5-374D-BD24-183C1DA39324}" type="presParOf" srcId="{8E42FA9E-A64B-DE4C-A148-11F1EA0457D5}" destId="{903D0D1C-3EA5-7744-A3DB-D25B509E2A03}" srcOrd="0" destOrd="0" presId="urn:microsoft.com/office/officeart/2005/8/layout/orgChart1"/>
    <dgm:cxn modelId="{30E88890-E761-F14D-9C11-AE1F261F18FB}" type="presParOf" srcId="{903D0D1C-3EA5-7744-A3DB-D25B509E2A03}" destId="{E14778A8-E10D-7849-BCDB-7C42C4B4C33B}" srcOrd="0" destOrd="0" presId="urn:microsoft.com/office/officeart/2005/8/layout/orgChart1"/>
    <dgm:cxn modelId="{CCC78D3E-49DE-7F42-9CB5-4291D05B5B77}" type="presParOf" srcId="{903D0D1C-3EA5-7744-A3DB-D25B509E2A03}" destId="{6322E013-F4CD-6840-87F1-59095A02AE26}" srcOrd="1" destOrd="0" presId="urn:microsoft.com/office/officeart/2005/8/layout/orgChart1"/>
    <dgm:cxn modelId="{DC48A331-DCAC-CC44-90DD-89915005ABF3}" type="presParOf" srcId="{8E42FA9E-A64B-DE4C-A148-11F1EA0457D5}" destId="{45F30656-D048-F441-BBA7-42BB93FA3FAD}" srcOrd="1" destOrd="0" presId="urn:microsoft.com/office/officeart/2005/8/layout/orgChart1"/>
    <dgm:cxn modelId="{23745A1B-047B-EC43-B922-75C3836A6B24}" type="presParOf" srcId="{8E42FA9E-A64B-DE4C-A148-11F1EA0457D5}" destId="{67780769-B641-E146-BE39-AD5314D7B20B}" srcOrd="2" destOrd="0" presId="urn:microsoft.com/office/officeart/2005/8/layout/orgChart1"/>
    <dgm:cxn modelId="{AC70C7D6-D077-F648-8219-284828D1B811}" type="presParOf" srcId="{67780769-B641-E146-BE39-AD5314D7B20B}" destId="{DF37DC96-DD74-5B46-9151-72794DB960A0}" srcOrd="0" destOrd="0" presId="urn:microsoft.com/office/officeart/2005/8/layout/orgChart1"/>
    <dgm:cxn modelId="{FB62367B-E3F1-7D4A-AD61-B0C8809E0A08}" type="presParOf" srcId="{67780769-B641-E146-BE39-AD5314D7B20B}" destId="{4B0B7330-A186-0948-A052-EFAEFA0CBCDD}" srcOrd="1" destOrd="0" presId="urn:microsoft.com/office/officeart/2005/8/layout/orgChart1"/>
    <dgm:cxn modelId="{E10FC187-1D27-4A40-9933-CE81AD463871}" type="presParOf" srcId="{4B0B7330-A186-0948-A052-EFAEFA0CBCDD}" destId="{1E8374B4-AAC1-7849-908C-F4FA1BC8BC01}" srcOrd="0" destOrd="0" presId="urn:microsoft.com/office/officeart/2005/8/layout/orgChart1"/>
    <dgm:cxn modelId="{9FB93087-0C63-9542-BEA1-01434DE0E892}" type="presParOf" srcId="{1E8374B4-AAC1-7849-908C-F4FA1BC8BC01}" destId="{5A2D6C47-40CF-0E4D-AC7F-8EADBF60BD15}" srcOrd="0" destOrd="0" presId="urn:microsoft.com/office/officeart/2005/8/layout/orgChart1"/>
    <dgm:cxn modelId="{3F06AE87-9A40-4549-94C0-B58A754CBC0C}" type="presParOf" srcId="{1E8374B4-AAC1-7849-908C-F4FA1BC8BC01}" destId="{63E219CB-EDDB-A548-AFE0-8259B6AF6330}" srcOrd="1" destOrd="0" presId="urn:microsoft.com/office/officeart/2005/8/layout/orgChart1"/>
    <dgm:cxn modelId="{5D8DE783-C56F-EA4A-BBA8-66013AC14972}" type="presParOf" srcId="{4B0B7330-A186-0948-A052-EFAEFA0CBCDD}" destId="{A65297C8-00BB-324A-B222-2B5F456C3366}" srcOrd="1" destOrd="0" presId="urn:microsoft.com/office/officeart/2005/8/layout/orgChart1"/>
    <dgm:cxn modelId="{0CA8F4E1-7453-CC4A-A6B1-C2EEFFD0383F}" type="presParOf" srcId="{4B0B7330-A186-0948-A052-EFAEFA0CBCDD}" destId="{9D226426-7272-1F4A-AABF-982024F15EBC}" srcOrd="2" destOrd="0" presId="urn:microsoft.com/office/officeart/2005/8/layout/orgChart1"/>
    <dgm:cxn modelId="{6361B24A-10C9-4E4A-B991-61FA5BF5F785}" type="presParOf" srcId="{67780769-B641-E146-BE39-AD5314D7B20B}" destId="{F153501C-EC7A-4E43-976C-7A9BDC976F9B}" srcOrd="2" destOrd="0" presId="urn:microsoft.com/office/officeart/2005/8/layout/orgChart1"/>
    <dgm:cxn modelId="{667F5BFE-93E0-C045-B004-14CDED87B7FE}" type="presParOf" srcId="{67780769-B641-E146-BE39-AD5314D7B20B}" destId="{73707D58-E8E8-2C41-9334-4ED169C238EB}" srcOrd="3" destOrd="0" presId="urn:microsoft.com/office/officeart/2005/8/layout/orgChart1"/>
    <dgm:cxn modelId="{D272CCAE-29D5-DF4A-84D9-FEA897A1E2A1}" type="presParOf" srcId="{73707D58-E8E8-2C41-9334-4ED169C238EB}" destId="{B4CA100D-B115-2D4A-87C0-95C97B5CEC02}" srcOrd="0" destOrd="0" presId="urn:microsoft.com/office/officeart/2005/8/layout/orgChart1"/>
    <dgm:cxn modelId="{DD3749F0-2879-8848-8ABD-4B9CF33CCBF5}" type="presParOf" srcId="{B4CA100D-B115-2D4A-87C0-95C97B5CEC02}" destId="{BC438818-9069-A54A-B900-32DDC638F0A2}" srcOrd="0" destOrd="0" presId="urn:microsoft.com/office/officeart/2005/8/layout/orgChart1"/>
    <dgm:cxn modelId="{C957CB32-EC91-D94C-AC69-B932EA66F670}" type="presParOf" srcId="{B4CA100D-B115-2D4A-87C0-95C97B5CEC02}" destId="{69BB6464-E270-3549-8F01-7F3A4A919DCB}" srcOrd="1" destOrd="0" presId="urn:microsoft.com/office/officeart/2005/8/layout/orgChart1"/>
    <dgm:cxn modelId="{EEED1940-B3C3-0245-802A-8AC882C035A9}" type="presParOf" srcId="{73707D58-E8E8-2C41-9334-4ED169C238EB}" destId="{9919C2CC-EFD5-3345-BB12-0987C8C9C3E9}" srcOrd="1" destOrd="0" presId="urn:microsoft.com/office/officeart/2005/8/layout/orgChart1"/>
    <dgm:cxn modelId="{D308A2D6-6D22-9A42-9E6F-FEF3FF280F29}" type="presParOf" srcId="{73707D58-E8E8-2C41-9334-4ED169C238EB}" destId="{2704E753-8068-D241-AAE5-0CABED73CAEB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0E2DF06-0D06-7F4C-9978-848B53946EE1}" type="doc">
      <dgm:prSet loTypeId="urn:microsoft.com/office/officeart/2005/8/layout/orgChart1" loCatId="" qsTypeId="urn:microsoft.com/office/officeart/2005/8/quickstyle/simple2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934B928C-2585-E841-BF7B-ED007AEFEE98}" type="asst">
      <dgm:prSet phldrT="[Text]"/>
      <dgm:spPr/>
      <dgm:t>
        <a:bodyPr/>
        <a:lstStyle/>
        <a:p>
          <a:r>
            <a:rPr lang="en-US" dirty="0"/>
            <a:t>CPP Repositories</a:t>
          </a:r>
        </a:p>
      </dgm:t>
    </dgm:pt>
    <dgm:pt modelId="{392800E6-7742-5542-A663-7B35C04322D6}" type="sibTrans" cxnId="{D65F32C5-410C-3A42-9ED0-57983999CC52}">
      <dgm:prSet/>
      <dgm:spPr/>
      <dgm:t>
        <a:bodyPr/>
        <a:lstStyle/>
        <a:p>
          <a:endParaRPr lang="en-US"/>
        </a:p>
      </dgm:t>
    </dgm:pt>
    <dgm:pt modelId="{F4F84EAB-B204-C64C-AB08-E15216797A89}" type="parTrans" cxnId="{D65F32C5-410C-3A42-9ED0-57983999CC52}">
      <dgm:prSet/>
      <dgm:spPr/>
      <dgm:t>
        <a:bodyPr/>
        <a:lstStyle/>
        <a:p>
          <a:endParaRPr lang="en-US"/>
        </a:p>
      </dgm:t>
    </dgm:pt>
    <dgm:pt modelId="{995E565A-DF46-F148-B9CA-48107142CCD7}">
      <dgm:prSet/>
      <dgm:spPr/>
      <dgm:t>
        <a:bodyPr/>
        <a:lstStyle/>
        <a:p>
          <a:r>
            <a:rPr lang="en-US" dirty="0"/>
            <a:t>Easy small</a:t>
          </a:r>
        </a:p>
      </dgm:t>
    </dgm:pt>
    <dgm:pt modelId="{0229C72D-2EE6-9744-A196-3BD6591CFA01}" type="parTrans" cxnId="{2476B97F-1166-BF45-A16E-EF54214F6DB7}">
      <dgm:prSet/>
      <dgm:spPr/>
      <dgm:t>
        <a:bodyPr/>
        <a:lstStyle/>
        <a:p>
          <a:endParaRPr lang="en-US"/>
        </a:p>
      </dgm:t>
    </dgm:pt>
    <dgm:pt modelId="{38D587D8-F6E6-BB42-A78E-0ACA3507526E}" type="sibTrans" cxnId="{2476B97F-1166-BF45-A16E-EF54214F6DB7}">
      <dgm:prSet/>
      <dgm:spPr/>
      <dgm:t>
        <a:bodyPr/>
        <a:lstStyle/>
        <a:p>
          <a:endParaRPr lang="en-US"/>
        </a:p>
      </dgm:t>
    </dgm:pt>
    <dgm:pt modelId="{3FDBB0A5-2F31-5941-879A-44CD46F1CB8A}">
      <dgm:prSet/>
      <dgm:spPr/>
      <dgm:t>
        <a:bodyPr/>
        <a:lstStyle/>
        <a:p>
          <a:r>
            <a:rPr lang="en-US"/>
            <a:t>Easy big</a:t>
          </a:r>
        </a:p>
      </dgm:t>
    </dgm:pt>
    <dgm:pt modelId="{DE57C42A-83BB-0B41-9DD0-77CB41A7703E}" type="parTrans" cxnId="{63C2716A-A513-FE4C-BC93-6DC7DB666632}">
      <dgm:prSet/>
      <dgm:spPr/>
      <dgm:t>
        <a:bodyPr/>
        <a:lstStyle/>
        <a:p>
          <a:endParaRPr lang="de-DE"/>
        </a:p>
      </dgm:t>
    </dgm:pt>
    <dgm:pt modelId="{4E03C814-D129-124B-B94A-C3E28BA20706}" type="sibTrans" cxnId="{63C2716A-A513-FE4C-BC93-6DC7DB666632}">
      <dgm:prSet/>
      <dgm:spPr/>
      <dgm:t>
        <a:bodyPr/>
        <a:lstStyle/>
        <a:p>
          <a:endParaRPr lang="de-DE"/>
        </a:p>
      </dgm:t>
    </dgm:pt>
    <dgm:pt modelId="{FB5F84BB-5E5D-6144-AE5A-441EE4375117}">
      <dgm:prSet/>
      <dgm:spPr/>
      <dgm:t>
        <a:bodyPr/>
        <a:lstStyle/>
        <a:p>
          <a:r>
            <a:rPr lang="en-US"/>
            <a:t>Needs wrapper small</a:t>
          </a:r>
        </a:p>
      </dgm:t>
    </dgm:pt>
    <dgm:pt modelId="{52E6FB16-ED4C-B74E-92A7-3113DF3985F3}" type="parTrans" cxnId="{409B9E15-39E8-934B-A634-EDFAB3F4D5ED}">
      <dgm:prSet/>
      <dgm:spPr/>
      <dgm:t>
        <a:bodyPr/>
        <a:lstStyle/>
        <a:p>
          <a:endParaRPr lang="de-DE"/>
        </a:p>
      </dgm:t>
    </dgm:pt>
    <dgm:pt modelId="{0102AA42-84B6-FE48-9415-EBE03C0764B6}" type="sibTrans" cxnId="{409B9E15-39E8-934B-A634-EDFAB3F4D5ED}">
      <dgm:prSet/>
      <dgm:spPr/>
      <dgm:t>
        <a:bodyPr/>
        <a:lstStyle/>
        <a:p>
          <a:endParaRPr lang="de-DE"/>
        </a:p>
      </dgm:t>
    </dgm:pt>
    <dgm:pt modelId="{9A3DC994-D794-0543-BAC9-A401AEB23284}">
      <dgm:prSet/>
      <dgm:spPr/>
      <dgm:t>
        <a:bodyPr/>
        <a:lstStyle/>
        <a:p>
          <a:r>
            <a:rPr lang="en-US"/>
            <a:t>Needs wrapper big</a:t>
          </a:r>
        </a:p>
      </dgm:t>
    </dgm:pt>
    <dgm:pt modelId="{35B97CB3-ABC0-1040-B233-7A6CB3645E12}" type="parTrans" cxnId="{A1815630-568E-CF4F-B471-EED2DF5784B1}">
      <dgm:prSet/>
      <dgm:spPr/>
      <dgm:t>
        <a:bodyPr/>
        <a:lstStyle/>
        <a:p>
          <a:endParaRPr lang="de-DE"/>
        </a:p>
      </dgm:t>
    </dgm:pt>
    <dgm:pt modelId="{AD012F5A-1372-C04E-8CC6-F8E8F85F5780}" type="sibTrans" cxnId="{A1815630-568E-CF4F-B471-EED2DF5784B1}">
      <dgm:prSet/>
      <dgm:spPr/>
      <dgm:t>
        <a:bodyPr/>
        <a:lstStyle/>
        <a:p>
          <a:endParaRPr lang="de-DE"/>
        </a:p>
      </dgm:t>
    </dgm:pt>
    <dgm:pt modelId="{61003609-B5A8-472E-805C-62397148DAD2}">
      <dgm:prSet/>
      <dgm:spPr/>
      <dgm:t>
        <a:bodyPr/>
        <a:lstStyle/>
        <a:p>
          <a:r>
            <a:rPr lang="en-US"/>
            <a:t>Already Featuring </a:t>
          </a:r>
          <a:r>
            <a:rPr lang="en-US" err="1"/>
            <a:t>CiFuzz</a:t>
          </a:r>
          <a:r>
            <a:rPr lang="en-US"/>
            <a:t>  workflow</a:t>
          </a:r>
        </a:p>
      </dgm:t>
    </dgm:pt>
    <dgm:pt modelId="{A2629D29-33FD-40E8-AB5B-5AFA3CD90B92}" type="parTrans" cxnId="{5FB40944-1773-48C3-949B-76168A2714FB}">
      <dgm:prSet/>
      <dgm:spPr/>
      <dgm:t>
        <a:bodyPr/>
        <a:lstStyle/>
        <a:p>
          <a:endParaRPr lang="de-DE"/>
        </a:p>
      </dgm:t>
    </dgm:pt>
    <dgm:pt modelId="{1D8FA538-1D57-40CA-A25F-F880D7DED4EF}" type="sibTrans" cxnId="{5FB40944-1773-48C3-949B-76168A2714FB}">
      <dgm:prSet/>
      <dgm:spPr/>
      <dgm:t>
        <a:bodyPr/>
        <a:lstStyle/>
        <a:p>
          <a:endParaRPr lang="de-DE"/>
        </a:p>
      </dgm:t>
    </dgm:pt>
    <dgm:pt modelId="{237C5045-718F-4746-A085-0BAC2B10C728}" type="pres">
      <dgm:prSet presAssocID="{40E2DF06-0D06-7F4C-9978-848B53946EE1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8F3950A-DEB8-D74F-9DBD-AE85C3E818EB}" type="pres">
      <dgm:prSet presAssocID="{934B928C-2585-E841-BF7B-ED007AEFEE98}" presName="hierRoot1" presStyleCnt="0">
        <dgm:presLayoutVars>
          <dgm:hierBranch val="init"/>
        </dgm:presLayoutVars>
      </dgm:prSet>
      <dgm:spPr/>
    </dgm:pt>
    <dgm:pt modelId="{048F8609-796E-C640-A233-EA8AEA48CA84}" type="pres">
      <dgm:prSet presAssocID="{934B928C-2585-E841-BF7B-ED007AEFEE98}" presName="rootComposite1" presStyleCnt="0"/>
      <dgm:spPr/>
    </dgm:pt>
    <dgm:pt modelId="{A9BC27DF-C041-134F-8384-430D3D5A405E}" type="pres">
      <dgm:prSet presAssocID="{934B928C-2585-E841-BF7B-ED007AEFEE98}" presName="rootText1" presStyleLbl="node0" presStyleIdx="0" presStyleCnt="1">
        <dgm:presLayoutVars>
          <dgm:chPref val="3"/>
        </dgm:presLayoutVars>
      </dgm:prSet>
      <dgm:spPr/>
    </dgm:pt>
    <dgm:pt modelId="{E2970FFE-4F60-6544-AE1A-F258C2E4CBF0}" type="pres">
      <dgm:prSet presAssocID="{934B928C-2585-E841-BF7B-ED007AEFEE98}" presName="rootConnector1" presStyleLbl="asst0" presStyleIdx="0" presStyleCnt="0"/>
      <dgm:spPr/>
    </dgm:pt>
    <dgm:pt modelId="{8539ECCD-6ABE-0B45-8339-AF6CC5DB9D20}" type="pres">
      <dgm:prSet presAssocID="{934B928C-2585-E841-BF7B-ED007AEFEE98}" presName="hierChild2" presStyleCnt="0"/>
      <dgm:spPr/>
    </dgm:pt>
    <dgm:pt modelId="{107583AD-AD29-6E45-9A08-21984109756F}" type="pres">
      <dgm:prSet presAssocID="{0229C72D-2EE6-9744-A196-3BD6591CFA01}" presName="Name37" presStyleLbl="parChTrans1D2" presStyleIdx="0" presStyleCnt="5"/>
      <dgm:spPr/>
    </dgm:pt>
    <dgm:pt modelId="{C1EFE515-00F7-3548-975D-C3012DF15BA0}" type="pres">
      <dgm:prSet presAssocID="{995E565A-DF46-F148-B9CA-48107142CCD7}" presName="hierRoot2" presStyleCnt="0">
        <dgm:presLayoutVars>
          <dgm:hierBranch val="init"/>
        </dgm:presLayoutVars>
      </dgm:prSet>
      <dgm:spPr/>
    </dgm:pt>
    <dgm:pt modelId="{1F956CA5-921D-E744-A7F6-C803E89E3E3A}" type="pres">
      <dgm:prSet presAssocID="{995E565A-DF46-F148-B9CA-48107142CCD7}" presName="rootComposite" presStyleCnt="0"/>
      <dgm:spPr/>
    </dgm:pt>
    <dgm:pt modelId="{2BD45A37-A72E-4D40-AC99-37CDBA69E936}" type="pres">
      <dgm:prSet presAssocID="{995E565A-DF46-F148-B9CA-48107142CCD7}" presName="rootText" presStyleLbl="node2" presStyleIdx="0" presStyleCnt="5">
        <dgm:presLayoutVars>
          <dgm:chPref val="3"/>
        </dgm:presLayoutVars>
      </dgm:prSet>
      <dgm:spPr/>
    </dgm:pt>
    <dgm:pt modelId="{DEED8009-BD53-9941-8F32-858F685F82D1}" type="pres">
      <dgm:prSet presAssocID="{995E565A-DF46-F148-B9CA-48107142CCD7}" presName="rootConnector" presStyleLbl="node2" presStyleIdx="0" presStyleCnt="5"/>
      <dgm:spPr/>
    </dgm:pt>
    <dgm:pt modelId="{08991582-9FC6-CE42-80DA-66A4C9F616AF}" type="pres">
      <dgm:prSet presAssocID="{995E565A-DF46-F148-B9CA-48107142CCD7}" presName="hierChild4" presStyleCnt="0"/>
      <dgm:spPr/>
    </dgm:pt>
    <dgm:pt modelId="{8A601C5C-53C7-C44C-BD8E-7D80EDF9ED09}" type="pres">
      <dgm:prSet presAssocID="{995E565A-DF46-F148-B9CA-48107142CCD7}" presName="hierChild5" presStyleCnt="0"/>
      <dgm:spPr/>
    </dgm:pt>
    <dgm:pt modelId="{2759A9BA-EAD2-6945-816A-D3FE804C8D88}" type="pres">
      <dgm:prSet presAssocID="{DE57C42A-83BB-0B41-9DD0-77CB41A7703E}" presName="Name37" presStyleLbl="parChTrans1D2" presStyleIdx="1" presStyleCnt="5"/>
      <dgm:spPr/>
    </dgm:pt>
    <dgm:pt modelId="{8D5D57EF-5EF1-974A-9097-0E73A8030045}" type="pres">
      <dgm:prSet presAssocID="{3FDBB0A5-2F31-5941-879A-44CD46F1CB8A}" presName="hierRoot2" presStyleCnt="0">
        <dgm:presLayoutVars>
          <dgm:hierBranch val="init"/>
        </dgm:presLayoutVars>
      </dgm:prSet>
      <dgm:spPr/>
    </dgm:pt>
    <dgm:pt modelId="{FD457C41-AF96-344C-BB9A-C16059C52915}" type="pres">
      <dgm:prSet presAssocID="{3FDBB0A5-2F31-5941-879A-44CD46F1CB8A}" presName="rootComposite" presStyleCnt="0"/>
      <dgm:spPr/>
    </dgm:pt>
    <dgm:pt modelId="{CA409ED6-4FA0-DE4B-80EC-4CCC8D7EF51B}" type="pres">
      <dgm:prSet presAssocID="{3FDBB0A5-2F31-5941-879A-44CD46F1CB8A}" presName="rootText" presStyleLbl="node2" presStyleIdx="1" presStyleCnt="5">
        <dgm:presLayoutVars>
          <dgm:chPref val="3"/>
        </dgm:presLayoutVars>
      </dgm:prSet>
      <dgm:spPr/>
    </dgm:pt>
    <dgm:pt modelId="{7AD76C61-9CEB-CB4B-8170-6E0820B83C44}" type="pres">
      <dgm:prSet presAssocID="{3FDBB0A5-2F31-5941-879A-44CD46F1CB8A}" presName="rootConnector" presStyleLbl="node2" presStyleIdx="1" presStyleCnt="5"/>
      <dgm:spPr/>
    </dgm:pt>
    <dgm:pt modelId="{F816FD93-C222-9D42-9343-7936AC6DDBF2}" type="pres">
      <dgm:prSet presAssocID="{3FDBB0A5-2F31-5941-879A-44CD46F1CB8A}" presName="hierChild4" presStyleCnt="0"/>
      <dgm:spPr/>
    </dgm:pt>
    <dgm:pt modelId="{CF7B7C24-9E9A-0042-ADA4-4AB2E481A30A}" type="pres">
      <dgm:prSet presAssocID="{3FDBB0A5-2F31-5941-879A-44CD46F1CB8A}" presName="hierChild5" presStyleCnt="0"/>
      <dgm:spPr/>
    </dgm:pt>
    <dgm:pt modelId="{FBCC900C-ADB3-7D48-8D3B-23840C0D95FB}" type="pres">
      <dgm:prSet presAssocID="{52E6FB16-ED4C-B74E-92A7-3113DF3985F3}" presName="Name37" presStyleLbl="parChTrans1D2" presStyleIdx="2" presStyleCnt="5"/>
      <dgm:spPr/>
    </dgm:pt>
    <dgm:pt modelId="{BE0467C3-89A3-FD49-A91E-1EF943B56D40}" type="pres">
      <dgm:prSet presAssocID="{FB5F84BB-5E5D-6144-AE5A-441EE4375117}" presName="hierRoot2" presStyleCnt="0">
        <dgm:presLayoutVars>
          <dgm:hierBranch val="init"/>
        </dgm:presLayoutVars>
      </dgm:prSet>
      <dgm:spPr/>
    </dgm:pt>
    <dgm:pt modelId="{A3536B51-5760-734C-B605-3016B507852D}" type="pres">
      <dgm:prSet presAssocID="{FB5F84BB-5E5D-6144-AE5A-441EE4375117}" presName="rootComposite" presStyleCnt="0"/>
      <dgm:spPr/>
    </dgm:pt>
    <dgm:pt modelId="{0F63A3E5-57C6-1140-9373-2098F179103E}" type="pres">
      <dgm:prSet presAssocID="{FB5F84BB-5E5D-6144-AE5A-441EE4375117}" presName="rootText" presStyleLbl="node2" presStyleIdx="2" presStyleCnt="5">
        <dgm:presLayoutVars>
          <dgm:chPref val="3"/>
        </dgm:presLayoutVars>
      </dgm:prSet>
      <dgm:spPr/>
    </dgm:pt>
    <dgm:pt modelId="{D7B2AB00-D903-EA4C-922A-AD58684C3CAE}" type="pres">
      <dgm:prSet presAssocID="{FB5F84BB-5E5D-6144-AE5A-441EE4375117}" presName="rootConnector" presStyleLbl="node2" presStyleIdx="2" presStyleCnt="5"/>
      <dgm:spPr/>
    </dgm:pt>
    <dgm:pt modelId="{CAA25BF3-B309-9C45-8EFB-D4804466FD62}" type="pres">
      <dgm:prSet presAssocID="{FB5F84BB-5E5D-6144-AE5A-441EE4375117}" presName="hierChild4" presStyleCnt="0"/>
      <dgm:spPr/>
    </dgm:pt>
    <dgm:pt modelId="{7ED3759A-8D4B-CF44-91F6-8846D417ADF7}" type="pres">
      <dgm:prSet presAssocID="{FB5F84BB-5E5D-6144-AE5A-441EE4375117}" presName="hierChild5" presStyleCnt="0"/>
      <dgm:spPr/>
    </dgm:pt>
    <dgm:pt modelId="{9946018D-033A-074E-8078-107BBE4E1DE2}" type="pres">
      <dgm:prSet presAssocID="{35B97CB3-ABC0-1040-B233-7A6CB3645E12}" presName="Name37" presStyleLbl="parChTrans1D2" presStyleIdx="3" presStyleCnt="5"/>
      <dgm:spPr/>
    </dgm:pt>
    <dgm:pt modelId="{77A94484-136B-6040-8C98-BB8735B3AD24}" type="pres">
      <dgm:prSet presAssocID="{9A3DC994-D794-0543-BAC9-A401AEB23284}" presName="hierRoot2" presStyleCnt="0">
        <dgm:presLayoutVars>
          <dgm:hierBranch val="init"/>
        </dgm:presLayoutVars>
      </dgm:prSet>
      <dgm:spPr/>
    </dgm:pt>
    <dgm:pt modelId="{F7B84E68-BEE1-4743-B34C-A3B6C0F25E25}" type="pres">
      <dgm:prSet presAssocID="{9A3DC994-D794-0543-BAC9-A401AEB23284}" presName="rootComposite" presStyleCnt="0"/>
      <dgm:spPr/>
    </dgm:pt>
    <dgm:pt modelId="{CFA665AF-5726-954F-9FF0-92EE48B0249D}" type="pres">
      <dgm:prSet presAssocID="{9A3DC994-D794-0543-BAC9-A401AEB23284}" presName="rootText" presStyleLbl="node2" presStyleIdx="3" presStyleCnt="5">
        <dgm:presLayoutVars>
          <dgm:chPref val="3"/>
        </dgm:presLayoutVars>
      </dgm:prSet>
      <dgm:spPr/>
    </dgm:pt>
    <dgm:pt modelId="{A36FBC9E-CF33-3443-A5C1-6035F0F66925}" type="pres">
      <dgm:prSet presAssocID="{9A3DC994-D794-0543-BAC9-A401AEB23284}" presName="rootConnector" presStyleLbl="node2" presStyleIdx="3" presStyleCnt="5"/>
      <dgm:spPr/>
    </dgm:pt>
    <dgm:pt modelId="{A37BBEEB-E883-8042-9767-F042A3C8282D}" type="pres">
      <dgm:prSet presAssocID="{9A3DC994-D794-0543-BAC9-A401AEB23284}" presName="hierChild4" presStyleCnt="0"/>
      <dgm:spPr/>
    </dgm:pt>
    <dgm:pt modelId="{04FFE606-1696-EA44-8A4F-099B5478CA8F}" type="pres">
      <dgm:prSet presAssocID="{9A3DC994-D794-0543-BAC9-A401AEB23284}" presName="hierChild5" presStyleCnt="0"/>
      <dgm:spPr/>
    </dgm:pt>
    <dgm:pt modelId="{FD8ACA37-2FBC-4315-81EB-82FE3BEFBD37}" type="pres">
      <dgm:prSet presAssocID="{A2629D29-33FD-40E8-AB5B-5AFA3CD90B92}" presName="Name37" presStyleLbl="parChTrans1D2" presStyleIdx="4" presStyleCnt="5"/>
      <dgm:spPr/>
    </dgm:pt>
    <dgm:pt modelId="{96806F4F-8E5E-4905-955F-F305F69BC76A}" type="pres">
      <dgm:prSet presAssocID="{61003609-B5A8-472E-805C-62397148DAD2}" presName="hierRoot2" presStyleCnt="0">
        <dgm:presLayoutVars>
          <dgm:hierBranch val="init"/>
        </dgm:presLayoutVars>
      </dgm:prSet>
      <dgm:spPr/>
    </dgm:pt>
    <dgm:pt modelId="{D54C2D1C-4B62-46FE-B39D-FC5385DE05AC}" type="pres">
      <dgm:prSet presAssocID="{61003609-B5A8-472E-805C-62397148DAD2}" presName="rootComposite" presStyleCnt="0"/>
      <dgm:spPr/>
    </dgm:pt>
    <dgm:pt modelId="{E58C64D7-5C6A-45F4-8A2B-FDF10DE87F6C}" type="pres">
      <dgm:prSet presAssocID="{61003609-B5A8-472E-805C-62397148DAD2}" presName="rootText" presStyleLbl="node2" presStyleIdx="4" presStyleCnt="5">
        <dgm:presLayoutVars>
          <dgm:chPref val="3"/>
        </dgm:presLayoutVars>
      </dgm:prSet>
      <dgm:spPr/>
    </dgm:pt>
    <dgm:pt modelId="{7851C052-A91F-40A0-9648-8D2BB76876B1}" type="pres">
      <dgm:prSet presAssocID="{61003609-B5A8-472E-805C-62397148DAD2}" presName="rootConnector" presStyleLbl="node2" presStyleIdx="4" presStyleCnt="5"/>
      <dgm:spPr/>
    </dgm:pt>
    <dgm:pt modelId="{6D4CA43D-B641-45CC-8ABA-53EB14E95C5B}" type="pres">
      <dgm:prSet presAssocID="{61003609-B5A8-472E-805C-62397148DAD2}" presName="hierChild4" presStyleCnt="0"/>
      <dgm:spPr/>
    </dgm:pt>
    <dgm:pt modelId="{7B05FC44-263F-4577-8B4E-CEF3DD656DFB}" type="pres">
      <dgm:prSet presAssocID="{61003609-B5A8-472E-805C-62397148DAD2}" presName="hierChild5" presStyleCnt="0"/>
      <dgm:spPr/>
    </dgm:pt>
    <dgm:pt modelId="{DBAE9660-25DE-E641-AF4B-2A7BE7076A63}" type="pres">
      <dgm:prSet presAssocID="{934B928C-2585-E841-BF7B-ED007AEFEE98}" presName="hierChild3" presStyleCnt="0"/>
      <dgm:spPr/>
    </dgm:pt>
  </dgm:ptLst>
  <dgm:cxnLst>
    <dgm:cxn modelId="{AD206201-87E4-994F-8E9B-33FBA7F0E31C}" type="presOf" srcId="{995E565A-DF46-F148-B9CA-48107142CCD7}" destId="{2BD45A37-A72E-4D40-AC99-37CDBA69E936}" srcOrd="0" destOrd="0" presId="urn:microsoft.com/office/officeart/2005/8/layout/orgChart1"/>
    <dgm:cxn modelId="{41087C0E-CE27-5A4F-9B69-1CE7C7AB13D0}" type="presOf" srcId="{9A3DC994-D794-0543-BAC9-A401AEB23284}" destId="{A36FBC9E-CF33-3443-A5C1-6035F0F66925}" srcOrd="1" destOrd="0" presId="urn:microsoft.com/office/officeart/2005/8/layout/orgChart1"/>
    <dgm:cxn modelId="{409B9E15-39E8-934B-A634-EDFAB3F4D5ED}" srcId="{934B928C-2585-E841-BF7B-ED007AEFEE98}" destId="{FB5F84BB-5E5D-6144-AE5A-441EE4375117}" srcOrd="2" destOrd="0" parTransId="{52E6FB16-ED4C-B74E-92A7-3113DF3985F3}" sibTransId="{0102AA42-84B6-FE48-9415-EBE03C0764B6}"/>
    <dgm:cxn modelId="{D264DB28-104D-5146-BE80-B18272ABCE6B}" type="presOf" srcId="{FB5F84BB-5E5D-6144-AE5A-441EE4375117}" destId="{0F63A3E5-57C6-1140-9373-2098F179103E}" srcOrd="0" destOrd="0" presId="urn:microsoft.com/office/officeart/2005/8/layout/orgChart1"/>
    <dgm:cxn modelId="{A1815630-568E-CF4F-B471-EED2DF5784B1}" srcId="{934B928C-2585-E841-BF7B-ED007AEFEE98}" destId="{9A3DC994-D794-0543-BAC9-A401AEB23284}" srcOrd="3" destOrd="0" parTransId="{35B97CB3-ABC0-1040-B233-7A6CB3645E12}" sibTransId="{AD012F5A-1372-C04E-8CC6-F8E8F85F5780}"/>
    <dgm:cxn modelId="{5FB40944-1773-48C3-949B-76168A2714FB}" srcId="{934B928C-2585-E841-BF7B-ED007AEFEE98}" destId="{61003609-B5A8-472E-805C-62397148DAD2}" srcOrd="4" destOrd="0" parTransId="{A2629D29-33FD-40E8-AB5B-5AFA3CD90B92}" sibTransId="{1D8FA538-1D57-40CA-A25F-F880D7DED4EF}"/>
    <dgm:cxn modelId="{78D25C49-3ED9-D248-AA85-EAE6B0843E59}" type="presOf" srcId="{3FDBB0A5-2F31-5941-879A-44CD46F1CB8A}" destId="{CA409ED6-4FA0-DE4B-80EC-4CCC8D7EF51B}" srcOrd="0" destOrd="0" presId="urn:microsoft.com/office/officeart/2005/8/layout/orgChart1"/>
    <dgm:cxn modelId="{9FF1B149-000C-EE4F-ADC1-0B4AE9F74FF1}" type="presOf" srcId="{FB5F84BB-5E5D-6144-AE5A-441EE4375117}" destId="{D7B2AB00-D903-EA4C-922A-AD58684C3CAE}" srcOrd="1" destOrd="0" presId="urn:microsoft.com/office/officeart/2005/8/layout/orgChart1"/>
    <dgm:cxn modelId="{0B1EB950-713B-3245-A8D3-9409AC5E4F2B}" type="presOf" srcId="{934B928C-2585-E841-BF7B-ED007AEFEE98}" destId="{A9BC27DF-C041-134F-8384-430D3D5A405E}" srcOrd="0" destOrd="0" presId="urn:microsoft.com/office/officeart/2005/8/layout/orgChart1"/>
    <dgm:cxn modelId="{764D4367-1974-1840-A16D-1BA6B0A5CBB0}" type="presOf" srcId="{3FDBB0A5-2F31-5941-879A-44CD46F1CB8A}" destId="{7AD76C61-9CEB-CB4B-8170-6E0820B83C44}" srcOrd="1" destOrd="0" presId="urn:microsoft.com/office/officeart/2005/8/layout/orgChart1"/>
    <dgm:cxn modelId="{63C2716A-A513-FE4C-BC93-6DC7DB666632}" srcId="{934B928C-2585-E841-BF7B-ED007AEFEE98}" destId="{3FDBB0A5-2F31-5941-879A-44CD46F1CB8A}" srcOrd="1" destOrd="0" parTransId="{DE57C42A-83BB-0B41-9DD0-77CB41A7703E}" sibTransId="{4E03C814-D129-124B-B94A-C3E28BA20706}"/>
    <dgm:cxn modelId="{90921F7A-C186-2E43-A871-B660A9E1D263}" type="presOf" srcId="{40E2DF06-0D06-7F4C-9978-848B53946EE1}" destId="{237C5045-718F-4746-A085-0BAC2B10C728}" srcOrd="0" destOrd="0" presId="urn:microsoft.com/office/officeart/2005/8/layout/orgChart1"/>
    <dgm:cxn modelId="{0DD74D7C-9E30-4F95-9D7C-313446E6DB19}" type="presOf" srcId="{A2629D29-33FD-40E8-AB5B-5AFA3CD90B92}" destId="{FD8ACA37-2FBC-4315-81EB-82FE3BEFBD37}" srcOrd="0" destOrd="0" presId="urn:microsoft.com/office/officeart/2005/8/layout/orgChart1"/>
    <dgm:cxn modelId="{2476B97F-1166-BF45-A16E-EF54214F6DB7}" srcId="{934B928C-2585-E841-BF7B-ED007AEFEE98}" destId="{995E565A-DF46-F148-B9CA-48107142CCD7}" srcOrd="0" destOrd="0" parTransId="{0229C72D-2EE6-9744-A196-3BD6591CFA01}" sibTransId="{38D587D8-F6E6-BB42-A78E-0ACA3507526E}"/>
    <dgm:cxn modelId="{CD3BED81-5688-4909-8E1B-28CB0594E41A}" type="presOf" srcId="{61003609-B5A8-472E-805C-62397148DAD2}" destId="{7851C052-A91F-40A0-9648-8D2BB76876B1}" srcOrd="1" destOrd="0" presId="urn:microsoft.com/office/officeart/2005/8/layout/orgChart1"/>
    <dgm:cxn modelId="{25FF2C8F-4843-194B-9C97-DE11F9260CE0}" type="presOf" srcId="{52E6FB16-ED4C-B74E-92A7-3113DF3985F3}" destId="{FBCC900C-ADB3-7D48-8D3B-23840C0D95FB}" srcOrd="0" destOrd="0" presId="urn:microsoft.com/office/officeart/2005/8/layout/orgChart1"/>
    <dgm:cxn modelId="{1D93D29A-4AE2-46C9-AD5B-585475B056DB}" type="presOf" srcId="{61003609-B5A8-472E-805C-62397148DAD2}" destId="{E58C64D7-5C6A-45F4-8A2B-FDF10DE87F6C}" srcOrd="0" destOrd="0" presId="urn:microsoft.com/office/officeart/2005/8/layout/orgChart1"/>
    <dgm:cxn modelId="{D6221AA5-A54C-0E4F-85B3-DC98214BFC9C}" type="presOf" srcId="{35B97CB3-ABC0-1040-B233-7A6CB3645E12}" destId="{9946018D-033A-074E-8078-107BBE4E1DE2}" srcOrd="0" destOrd="0" presId="urn:microsoft.com/office/officeart/2005/8/layout/orgChart1"/>
    <dgm:cxn modelId="{20AEA0B0-0178-A64D-9997-5C5EBED1627C}" type="presOf" srcId="{DE57C42A-83BB-0B41-9DD0-77CB41A7703E}" destId="{2759A9BA-EAD2-6945-816A-D3FE804C8D88}" srcOrd="0" destOrd="0" presId="urn:microsoft.com/office/officeart/2005/8/layout/orgChart1"/>
    <dgm:cxn modelId="{8EA05BBA-FE02-B04D-AAFD-BE77C1A6C90D}" type="presOf" srcId="{9A3DC994-D794-0543-BAC9-A401AEB23284}" destId="{CFA665AF-5726-954F-9FF0-92EE48B0249D}" srcOrd="0" destOrd="0" presId="urn:microsoft.com/office/officeart/2005/8/layout/orgChart1"/>
    <dgm:cxn modelId="{D65F32C5-410C-3A42-9ED0-57983999CC52}" srcId="{40E2DF06-0D06-7F4C-9978-848B53946EE1}" destId="{934B928C-2585-E841-BF7B-ED007AEFEE98}" srcOrd="0" destOrd="0" parTransId="{F4F84EAB-B204-C64C-AB08-E15216797A89}" sibTransId="{392800E6-7742-5542-A663-7B35C04322D6}"/>
    <dgm:cxn modelId="{D5391FCD-C5C0-D74C-98E9-5E4F459F0B77}" type="presOf" srcId="{0229C72D-2EE6-9744-A196-3BD6591CFA01}" destId="{107583AD-AD29-6E45-9A08-21984109756F}" srcOrd="0" destOrd="0" presId="urn:microsoft.com/office/officeart/2005/8/layout/orgChart1"/>
    <dgm:cxn modelId="{B2388ACD-F7F4-AC42-BBF3-0833FB88E2D5}" type="presOf" srcId="{934B928C-2585-E841-BF7B-ED007AEFEE98}" destId="{E2970FFE-4F60-6544-AE1A-F258C2E4CBF0}" srcOrd="1" destOrd="0" presId="urn:microsoft.com/office/officeart/2005/8/layout/orgChart1"/>
    <dgm:cxn modelId="{57567DF8-B6A8-4943-9874-C0B17B4A85B1}" type="presOf" srcId="{995E565A-DF46-F148-B9CA-48107142CCD7}" destId="{DEED8009-BD53-9941-8F32-858F685F82D1}" srcOrd="1" destOrd="0" presId="urn:microsoft.com/office/officeart/2005/8/layout/orgChart1"/>
    <dgm:cxn modelId="{F1DD4B0E-B47A-4F40-B222-633B45ED436B}" type="presParOf" srcId="{237C5045-718F-4746-A085-0BAC2B10C728}" destId="{58F3950A-DEB8-D74F-9DBD-AE85C3E818EB}" srcOrd="0" destOrd="0" presId="urn:microsoft.com/office/officeart/2005/8/layout/orgChart1"/>
    <dgm:cxn modelId="{2BDE8FE3-E2B2-2F40-A10C-F18D1F6536C8}" type="presParOf" srcId="{58F3950A-DEB8-D74F-9DBD-AE85C3E818EB}" destId="{048F8609-796E-C640-A233-EA8AEA48CA84}" srcOrd="0" destOrd="0" presId="urn:microsoft.com/office/officeart/2005/8/layout/orgChart1"/>
    <dgm:cxn modelId="{A0842616-0628-514F-A39C-36781C53BE34}" type="presParOf" srcId="{048F8609-796E-C640-A233-EA8AEA48CA84}" destId="{A9BC27DF-C041-134F-8384-430D3D5A405E}" srcOrd="0" destOrd="0" presId="urn:microsoft.com/office/officeart/2005/8/layout/orgChart1"/>
    <dgm:cxn modelId="{44C0BF0A-E7F3-C149-AA5E-F8DF9E637341}" type="presParOf" srcId="{048F8609-796E-C640-A233-EA8AEA48CA84}" destId="{E2970FFE-4F60-6544-AE1A-F258C2E4CBF0}" srcOrd="1" destOrd="0" presId="urn:microsoft.com/office/officeart/2005/8/layout/orgChart1"/>
    <dgm:cxn modelId="{89977024-BD42-484C-BADF-F73EF91869CA}" type="presParOf" srcId="{58F3950A-DEB8-D74F-9DBD-AE85C3E818EB}" destId="{8539ECCD-6ABE-0B45-8339-AF6CC5DB9D20}" srcOrd="1" destOrd="0" presId="urn:microsoft.com/office/officeart/2005/8/layout/orgChart1"/>
    <dgm:cxn modelId="{9B85CA16-7690-0243-BFC8-EFFE3164703D}" type="presParOf" srcId="{8539ECCD-6ABE-0B45-8339-AF6CC5DB9D20}" destId="{107583AD-AD29-6E45-9A08-21984109756F}" srcOrd="0" destOrd="0" presId="urn:microsoft.com/office/officeart/2005/8/layout/orgChart1"/>
    <dgm:cxn modelId="{480F290F-8E31-AD4D-817E-3E4F174303F9}" type="presParOf" srcId="{8539ECCD-6ABE-0B45-8339-AF6CC5DB9D20}" destId="{C1EFE515-00F7-3548-975D-C3012DF15BA0}" srcOrd="1" destOrd="0" presId="urn:microsoft.com/office/officeart/2005/8/layout/orgChart1"/>
    <dgm:cxn modelId="{CF5B1082-49F2-C344-B1CD-59EA13BF412C}" type="presParOf" srcId="{C1EFE515-00F7-3548-975D-C3012DF15BA0}" destId="{1F956CA5-921D-E744-A7F6-C803E89E3E3A}" srcOrd="0" destOrd="0" presId="urn:microsoft.com/office/officeart/2005/8/layout/orgChart1"/>
    <dgm:cxn modelId="{19807331-EE29-7A46-90AB-4316EE0662D0}" type="presParOf" srcId="{1F956CA5-921D-E744-A7F6-C803E89E3E3A}" destId="{2BD45A37-A72E-4D40-AC99-37CDBA69E936}" srcOrd="0" destOrd="0" presId="urn:microsoft.com/office/officeart/2005/8/layout/orgChart1"/>
    <dgm:cxn modelId="{3F9630E1-8EBE-6149-8C07-7BF7D9DB4D0B}" type="presParOf" srcId="{1F956CA5-921D-E744-A7F6-C803E89E3E3A}" destId="{DEED8009-BD53-9941-8F32-858F685F82D1}" srcOrd="1" destOrd="0" presId="urn:microsoft.com/office/officeart/2005/8/layout/orgChart1"/>
    <dgm:cxn modelId="{2D4D5871-C1E2-B44F-B48E-CAE72C59DC29}" type="presParOf" srcId="{C1EFE515-00F7-3548-975D-C3012DF15BA0}" destId="{08991582-9FC6-CE42-80DA-66A4C9F616AF}" srcOrd="1" destOrd="0" presId="urn:microsoft.com/office/officeart/2005/8/layout/orgChart1"/>
    <dgm:cxn modelId="{4AF2C00D-5AAE-1D41-9CA2-5153508D5011}" type="presParOf" srcId="{C1EFE515-00F7-3548-975D-C3012DF15BA0}" destId="{8A601C5C-53C7-C44C-BD8E-7D80EDF9ED09}" srcOrd="2" destOrd="0" presId="urn:microsoft.com/office/officeart/2005/8/layout/orgChart1"/>
    <dgm:cxn modelId="{FB72D72A-1F29-504F-AED4-DDEC3F2549C2}" type="presParOf" srcId="{8539ECCD-6ABE-0B45-8339-AF6CC5DB9D20}" destId="{2759A9BA-EAD2-6945-816A-D3FE804C8D88}" srcOrd="2" destOrd="0" presId="urn:microsoft.com/office/officeart/2005/8/layout/orgChart1"/>
    <dgm:cxn modelId="{ECB313D9-7DDC-4D4E-9A66-580F7308D07F}" type="presParOf" srcId="{8539ECCD-6ABE-0B45-8339-AF6CC5DB9D20}" destId="{8D5D57EF-5EF1-974A-9097-0E73A8030045}" srcOrd="3" destOrd="0" presId="urn:microsoft.com/office/officeart/2005/8/layout/orgChart1"/>
    <dgm:cxn modelId="{6CC24B6A-11DE-FE4C-9B43-5A34DE0D8A85}" type="presParOf" srcId="{8D5D57EF-5EF1-974A-9097-0E73A8030045}" destId="{FD457C41-AF96-344C-BB9A-C16059C52915}" srcOrd="0" destOrd="0" presId="urn:microsoft.com/office/officeart/2005/8/layout/orgChart1"/>
    <dgm:cxn modelId="{D9D34371-30D4-9F4B-B565-589E31B0EDBD}" type="presParOf" srcId="{FD457C41-AF96-344C-BB9A-C16059C52915}" destId="{CA409ED6-4FA0-DE4B-80EC-4CCC8D7EF51B}" srcOrd="0" destOrd="0" presId="urn:microsoft.com/office/officeart/2005/8/layout/orgChart1"/>
    <dgm:cxn modelId="{288CE0D5-0795-9B40-87D3-66C86E677FE2}" type="presParOf" srcId="{FD457C41-AF96-344C-BB9A-C16059C52915}" destId="{7AD76C61-9CEB-CB4B-8170-6E0820B83C44}" srcOrd="1" destOrd="0" presId="urn:microsoft.com/office/officeart/2005/8/layout/orgChart1"/>
    <dgm:cxn modelId="{33B863F3-0784-FC4C-84A3-D961FFE67E89}" type="presParOf" srcId="{8D5D57EF-5EF1-974A-9097-0E73A8030045}" destId="{F816FD93-C222-9D42-9343-7936AC6DDBF2}" srcOrd="1" destOrd="0" presId="urn:microsoft.com/office/officeart/2005/8/layout/orgChart1"/>
    <dgm:cxn modelId="{E3C7C99E-196E-8C41-A57B-4AB50D598B82}" type="presParOf" srcId="{8D5D57EF-5EF1-974A-9097-0E73A8030045}" destId="{CF7B7C24-9E9A-0042-ADA4-4AB2E481A30A}" srcOrd="2" destOrd="0" presId="urn:microsoft.com/office/officeart/2005/8/layout/orgChart1"/>
    <dgm:cxn modelId="{F38664A5-7FB8-2E4E-BFE2-63D385A36E45}" type="presParOf" srcId="{8539ECCD-6ABE-0B45-8339-AF6CC5DB9D20}" destId="{FBCC900C-ADB3-7D48-8D3B-23840C0D95FB}" srcOrd="4" destOrd="0" presId="urn:microsoft.com/office/officeart/2005/8/layout/orgChart1"/>
    <dgm:cxn modelId="{5B807752-963B-0F42-9BE6-880BD3625372}" type="presParOf" srcId="{8539ECCD-6ABE-0B45-8339-AF6CC5DB9D20}" destId="{BE0467C3-89A3-FD49-A91E-1EF943B56D40}" srcOrd="5" destOrd="0" presId="urn:microsoft.com/office/officeart/2005/8/layout/orgChart1"/>
    <dgm:cxn modelId="{38C4CCF5-39C6-A141-AC8F-FA6AAE7FCD79}" type="presParOf" srcId="{BE0467C3-89A3-FD49-A91E-1EF943B56D40}" destId="{A3536B51-5760-734C-B605-3016B507852D}" srcOrd="0" destOrd="0" presId="urn:microsoft.com/office/officeart/2005/8/layout/orgChart1"/>
    <dgm:cxn modelId="{D5767C99-F7A2-B341-AA12-E183536AFE55}" type="presParOf" srcId="{A3536B51-5760-734C-B605-3016B507852D}" destId="{0F63A3E5-57C6-1140-9373-2098F179103E}" srcOrd="0" destOrd="0" presId="urn:microsoft.com/office/officeart/2005/8/layout/orgChart1"/>
    <dgm:cxn modelId="{22F9E934-3A63-E346-AFFB-3248DEE23DF7}" type="presParOf" srcId="{A3536B51-5760-734C-B605-3016B507852D}" destId="{D7B2AB00-D903-EA4C-922A-AD58684C3CAE}" srcOrd="1" destOrd="0" presId="urn:microsoft.com/office/officeart/2005/8/layout/orgChart1"/>
    <dgm:cxn modelId="{C8D68F48-B072-5E46-B077-C5FA87DB56E6}" type="presParOf" srcId="{BE0467C3-89A3-FD49-A91E-1EF943B56D40}" destId="{CAA25BF3-B309-9C45-8EFB-D4804466FD62}" srcOrd="1" destOrd="0" presId="urn:microsoft.com/office/officeart/2005/8/layout/orgChart1"/>
    <dgm:cxn modelId="{377C1F5B-506B-8B4B-9486-CCAA92BAF069}" type="presParOf" srcId="{BE0467C3-89A3-FD49-A91E-1EF943B56D40}" destId="{7ED3759A-8D4B-CF44-91F6-8846D417ADF7}" srcOrd="2" destOrd="0" presId="urn:microsoft.com/office/officeart/2005/8/layout/orgChart1"/>
    <dgm:cxn modelId="{D1DAD251-1A3C-8442-9719-6C8B4AF50ACD}" type="presParOf" srcId="{8539ECCD-6ABE-0B45-8339-AF6CC5DB9D20}" destId="{9946018D-033A-074E-8078-107BBE4E1DE2}" srcOrd="6" destOrd="0" presId="urn:microsoft.com/office/officeart/2005/8/layout/orgChart1"/>
    <dgm:cxn modelId="{4BB2444D-D7D2-BA40-A22C-6B20FAF167C6}" type="presParOf" srcId="{8539ECCD-6ABE-0B45-8339-AF6CC5DB9D20}" destId="{77A94484-136B-6040-8C98-BB8735B3AD24}" srcOrd="7" destOrd="0" presId="urn:microsoft.com/office/officeart/2005/8/layout/orgChart1"/>
    <dgm:cxn modelId="{29058589-3113-B041-9A0A-9FD97D71C43C}" type="presParOf" srcId="{77A94484-136B-6040-8C98-BB8735B3AD24}" destId="{F7B84E68-BEE1-4743-B34C-A3B6C0F25E25}" srcOrd="0" destOrd="0" presId="urn:microsoft.com/office/officeart/2005/8/layout/orgChart1"/>
    <dgm:cxn modelId="{C51A325D-9F49-F740-BBE5-97E361207586}" type="presParOf" srcId="{F7B84E68-BEE1-4743-B34C-A3B6C0F25E25}" destId="{CFA665AF-5726-954F-9FF0-92EE48B0249D}" srcOrd="0" destOrd="0" presId="urn:microsoft.com/office/officeart/2005/8/layout/orgChart1"/>
    <dgm:cxn modelId="{F5DB9D45-6FED-5644-9435-0A7F927EE16C}" type="presParOf" srcId="{F7B84E68-BEE1-4743-B34C-A3B6C0F25E25}" destId="{A36FBC9E-CF33-3443-A5C1-6035F0F66925}" srcOrd="1" destOrd="0" presId="urn:microsoft.com/office/officeart/2005/8/layout/orgChart1"/>
    <dgm:cxn modelId="{CCF9BABE-5758-C946-92F2-CBEC6C57A918}" type="presParOf" srcId="{77A94484-136B-6040-8C98-BB8735B3AD24}" destId="{A37BBEEB-E883-8042-9767-F042A3C8282D}" srcOrd="1" destOrd="0" presId="urn:microsoft.com/office/officeart/2005/8/layout/orgChart1"/>
    <dgm:cxn modelId="{6946FF72-DC9F-C048-A936-D5DAD7F8BFB7}" type="presParOf" srcId="{77A94484-136B-6040-8C98-BB8735B3AD24}" destId="{04FFE606-1696-EA44-8A4F-099B5478CA8F}" srcOrd="2" destOrd="0" presId="urn:microsoft.com/office/officeart/2005/8/layout/orgChart1"/>
    <dgm:cxn modelId="{F12A0D0A-11D0-4C7F-8616-B6555BB038CE}" type="presParOf" srcId="{8539ECCD-6ABE-0B45-8339-AF6CC5DB9D20}" destId="{FD8ACA37-2FBC-4315-81EB-82FE3BEFBD37}" srcOrd="8" destOrd="0" presId="urn:microsoft.com/office/officeart/2005/8/layout/orgChart1"/>
    <dgm:cxn modelId="{28E37DF9-658C-446F-8A8E-11B725D0480D}" type="presParOf" srcId="{8539ECCD-6ABE-0B45-8339-AF6CC5DB9D20}" destId="{96806F4F-8E5E-4905-955F-F305F69BC76A}" srcOrd="9" destOrd="0" presId="urn:microsoft.com/office/officeart/2005/8/layout/orgChart1"/>
    <dgm:cxn modelId="{7F16EFA6-26A0-4015-8E81-F395ADA84329}" type="presParOf" srcId="{96806F4F-8E5E-4905-955F-F305F69BC76A}" destId="{D54C2D1C-4B62-46FE-B39D-FC5385DE05AC}" srcOrd="0" destOrd="0" presId="urn:microsoft.com/office/officeart/2005/8/layout/orgChart1"/>
    <dgm:cxn modelId="{AB81CFD9-DAAC-4769-A450-B9FC7E13976A}" type="presParOf" srcId="{D54C2D1C-4B62-46FE-B39D-FC5385DE05AC}" destId="{E58C64D7-5C6A-45F4-8A2B-FDF10DE87F6C}" srcOrd="0" destOrd="0" presId="urn:microsoft.com/office/officeart/2005/8/layout/orgChart1"/>
    <dgm:cxn modelId="{AC0B73AD-AD0F-4804-AD6D-E44D2A1DC9A7}" type="presParOf" srcId="{D54C2D1C-4B62-46FE-B39D-FC5385DE05AC}" destId="{7851C052-A91F-40A0-9648-8D2BB76876B1}" srcOrd="1" destOrd="0" presId="urn:microsoft.com/office/officeart/2005/8/layout/orgChart1"/>
    <dgm:cxn modelId="{62C2A15C-F7FE-48B7-8972-F0580EAA6367}" type="presParOf" srcId="{96806F4F-8E5E-4905-955F-F305F69BC76A}" destId="{6D4CA43D-B641-45CC-8ABA-53EB14E95C5B}" srcOrd="1" destOrd="0" presId="urn:microsoft.com/office/officeart/2005/8/layout/orgChart1"/>
    <dgm:cxn modelId="{BB453F61-1E78-4C4B-926D-228EE0C3E192}" type="presParOf" srcId="{96806F4F-8E5E-4905-955F-F305F69BC76A}" destId="{7B05FC44-263F-4577-8B4E-CEF3DD656DFB}" srcOrd="2" destOrd="0" presId="urn:microsoft.com/office/officeart/2005/8/layout/orgChart1"/>
    <dgm:cxn modelId="{92A894AC-9E45-3548-A34B-A99A88C99E5F}" type="presParOf" srcId="{58F3950A-DEB8-D74F-9DBD-AE85C3E818EB}" destId="{DBAE9660-25DE-E641-AF4B-2A7BE7076A63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31F67DC-E610-4567-95EE-596BFC183D5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D036508-E5AE-497A-973C-FD35CA790409}">
      <dgm:prSet/>
      <dgm:spPr/>
      <dgm:t>
        <a:bodyPr/>
        <a:lstStyle/>
        <a:p>
          <a:r>
            <a:rPr lang="en-US"/>
            <a:t>32b – needs more than 60gb ram</a:t>
          </a:r>
        </a:p>
      </dgm:t>
    </dgm:pt>
    <dgm:pt modelId="{8C540B9A-C858-45C3-997D-FFE43774ED12}" type="parTrans" cxnId="{4F456B65-EDA8-42BD-99BA-C5FD79420853}">
      <dgm:prSet/>
      <dgm:spPr/>
      <dgm:t>
        <a:bodyPr/>
        <a:lstStyle/>
        <a:p>
          <a:endParaRPr lang="en-US"/>
        </a:p>
      </dgm:t>
    </dgm:pt>
    <dgm:pt modelId="{017D60C4-05D9-43F3-98FD-B940E61BA6D9}" type="sibTrans" cxnId="{4F456B65-EDA8-42BD-99BA-C5FD79420853}">
      <dgm:prSet/>
      <dgm:spPr/>
      <dgm:t>
        <a:bodyPr/>
        <a:lstStyle/>
        <a:p>
          <a:endParaRPr lang="en-US"/>
        </a:p>
      </dgm:t>
    </dgm:pt>
    <dgm:pt modelId="{22CBB0CC-B0B0-4EBA-A0D8-67D56B84536A}">
      <dgm:prSet/>
      <dgm:spPr/>
      <dgm:t>
        <a:bodyPr/>
        <a:lstStyle/>
        <a:p>
          <a:r>
            <a:rPr lang="en-US"/>
            <a:t>14b – (32 – 37gb) ram</a:t>
          </a:r>
        </a:p>
      </dgm:t>
    </dgm:pt>
    <dgm:pt modelId="{59877F54-C8D2-4AD2-AC00-5CA171A004AB}" type="parTrans" cxnId="{C6F6BD2E-6BE3-4C9D-906E-248EF87B68C6}">
      <dgm:prSet/>
      <dgm:spPr/>
      <dgm:t>
        <a:bodyPr/>
        <a:lstStyle/>
        <a:p>
          <a:endParaRPr lang="en-US"/>
        </a:p>
      </dgm:t>
    </dgm:pt>
    <dgm:pt modelId="{FA09D655-5F84-4D22-A9BF-CF6E4729BC35}" type="sibTrans" cxnId="{C6F6BD2E-6BE3-4C9D-906E-248EF87B68C6}">
      <dgm:prSet/>
      <dgm:spPr/>
      <dgm:t>
        <a:bodyPr/>
        <a:lstStyle/>
        <a:p>
          <a:endParaRPr lang="en-US"/>
        </a:p>
      </dgm:t>
    </dgm:pt>
    <dgm:pt modelId="{FA452547-4C6B-49B6-91D1-6BE29425BC79}">
      <dgm:prSet/>
      <dgm:spPr/>
      <dgm:t>
        <a:bodyPr/>
        <a:lstStyle/>
        <a:p>
          <a:r>
            <a:rPr lang="en-US"/>
            <a:t>7b –  24gb ram without any background process </a:t>
          </a:r>
        </a:p>
      </dgm:t>
    </dgm:pt>
    <dgm:pt modelId="{3550160B-0A19-476E-B1E9-2DED745D3FD9}" type="parTrans" cxnId="{8B90836A-7EE8-45B9-BA0C-D6C73EA6F752}">
      <dgm:prSet/>
      <dgm:spPr/>
      <dgm:t>
        <a:bodyPr/>
        <a:lstStyle/>
        <a:p>
          <a:endParaRPr lang="en-US"/>
        </a:p>
      </dgm:t>
    </dgm:pt>
    <dgm:pt modelId="{3EA18122-677E-4FD7-BEC2-CC8006D28C84}" type="sibTrans" cxnId="{8B90836A-7EE8-45B9-BA0C-D6C73EA6F752}">
      <dgm:prSet/>
      <dgm:spPr/>
      <dgm:t>
        <a:bodyPr/>
        <a:lstStyle/>
        <a:p>
          <a:endParaRPr lang="en-US"/>
        </a:p>
      </dgm:t>
    </dgm:pt>
    <dgm:pt modelId="{730B40FE-DD13-4198-8BD3-D204E66BDAB0}">
      <dgm:prSet/>
      <dgm:spPr/>
      <dgm:t>
        <a:bodyPr/>
        <a:lstStyle/>
        <a:p>
          <a:r>
            <a:rPr lang="en-US"/>
            <a:t>1.5b – 14gb ram</a:t>
          </a:r>
        </a:p>
      </dgm:t>
    </dgm:pt>
    <dgm:pt modelId="{C54E447B-7522-4D60-A684-CE00D36A4C56}" type="parTrans" cxnId="{CF0FF159-6ABD-4F7F-8813-E4507D1660F6}">
      <dgm:prSet/>
      <dgm:spPr/>
      <dgm:t>
        <a:bodyPr/>
        <a:lstStyle/>
        <a:p>
          <a:endParaRPr lang="en-US"/>
        </a:p>
      </dgm:t>
    </dgm:pt>
    <dgm:pt modelId="{5AF39B62-7D3D-4531-BD03-0FB924111DAF}" type="sibTrans" cxnId="{CF0FF159-6ABD-4F7F-8813-E4507D1660F6}">
      <dgm:prSet/>
      <dgm:spPr/>
      <dgm:t>
        <a:bodyPr/>
        <a:lstStyle/>
        <a:p>
          <a:endParaRPr lang="en-US"/>
        </a:p>
      </dgm:t>
    </dgm:pt>
    <dgm:pt modelId="{E35C2304-3F8A-49D0-AC88-767DDD29D122}" type="pres">
      <dgm:prSet presAssocID="{031F67DC-E610-4567-95EE-596BFC183D54}" presName="root" presStyleCnt="0">
        <dgm:presLayoutVars>
          <dgm:dir/>
          <dgm:resizeHandles val="exact"/>
        </dgm:presLayoutVars>
      </dgm:prSet>
      <dgm:spPr/>
    </dgm:pt>
    <dgm:pt modelId="{8E1FBA65-3340-44CC-98BE-2D0A69922378}" type="pres">
      <dgm:prSet presAssocID="{9D036508-E5AE-497A-973C-FD35CA790409}" presName="compNode" presStyleCnt="0"/>
      <dgm:spPr/>
    </dgm:pt>
    <dgm:pt modelId="{D70522E4-6195-4926-B7FA-AEFF2D220BA5}" type="pres">
      <dgm:prSet presAssocID="{9D036508-E5AE-497A-973C-FD35CA790409}" presName="bgRect" presStyleLbl="bgShp" presStyleIdx="0" presStyleCnt="4"/>
      <dgm:spPr/>
    </dgm:pt>
    <dgm:pt modelId="{16B65ACA-73F8-449B-AD0C-902FD4925764}" type="pres">
      <dgm:prSet presAssocID="{9D036508-E5AE-497A-973C-FD35CA79040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773AF008-D9A1-47FB-974F-0AE19E68D381}" type="pres">
      <dgm:prSet presAssocID="{9D036508-E5AE-497A-973C-FD35CA790409}" presName="spaceRect" presStyleCnt="0"/>
      <dgm:spPr/>
    </dgm:pt>
    <dgm:pt modelId="{809B9C03-D6AB-46FF-953C-3684189940C6}" type="pres">
      <dgm:prSet presAssocID="{9D036508-E5AE-497A-973C-FD35CA790409}" presName="parTx" presStyleLbl="revTx" presStyleIdx="0" presStyleCnt="4">
        <dgm:presLayoutVars>
          <dgm:chMax val="0"/>
          <dgm:chPref val="0"/>
        </dgm:presLayoutVars>
      </dgm:prSet>
      <dgm:spPr/>
    </dgm:pt>
    <dgm:pt modelId="{E20D0651-11A1-4897-8184-3A632D2E5491}" type="pres">
      <dgm:prSet presAssocID="{017D60C4-05D9-43F3-98FD-B940E61BA6D9}" presName="sibTrans" presStyleCnt="0"/>
      <dgm:spPr/>
    </dgm:pt>
    <dgm:pt modelId="{301D05B6-8125-404F-BF0A-EB208918D4E6}" type="pres">
      <dgm:prSet presAssocID="{22CBB0CC-B0B0-4EBA-A0D8-67D56B84536A}" presName="compNode" presStyleCnt="0"/>
      <dgm:spPr/>
    </dgm:pt>
    <dgm:pt modelId="{7FFAE968-4716-4D99-A481-F427B28898F9}" type="pres">
      <dgm:prSet presAssocID="{22CBB0CC-B0B0-4EBA-A0D8-67D56B84536A}" presName="bgRect" presStyleLbl="bgShp" presStyleIdx="1" presStyleCnt="4"/>
      <dgm:spPr/>
    </dgm:pt>
    <dgm:pt modelId="{19D5875F-BD81-4D65-B9AD-AF42207D0E4C}" type="pres">
      <dgm:prSet presAssocID="{22CBB0CC-B0B0-4EBA-A0D8-67D56B84536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5739F4CB-68ED-4F29-BA3C-30FA40A3CB00}" type="pres">
      <dgm:prSet presAssocID="{22CBB0CC-B0B0-4EBA-A0D8-67D56B84536A}" presName="spaceRect" presStyleCnt="0"/>
      <dgm:spPr/>
    </dgm:pt>
    <dgm:pt modelId="{F7CF1969-A7E3-41A3-8993-1E862918C403}" type="pres">
      <dgm:prSet presAssocID="{22CBB0CC-B0B0-4EBA-A0D8-67D56B84536A}" presName="parTx" presStyleLbl="revTx" presStyleIdx="1" presStyleCnt="4">
        <dgm:presLayoutVars>
          <dgm:chMax val="0"/>
          <dgm:chPref val="0"/>
        </dgm:presLayoutVars>
      </dgm:prSet>
      <dgm:spPr/>
    </dgm:pt>
    <dgm:pt modelId="{6B55A2C7-62EE-4EDF-8ABC-1E22929D0370}" type="pres">
      <dgm:prSet presAssocID="{FA09D655-5F84-4D22-A9BF-CF6E4729BC35}" presName="sibTrans" presStyleCnt="0"/>
      <dgm:spPr/>
    </dgm:pt>
    <dgm:pt modelId="{340BB5A9-DD91-490D-BD9A-C206F9F2D456}" type="pres">
      <dgm:prSet presAssocID="{FA452547-4C6B-49B6-91D1-6BE29425BC79}" presName="compNode" presStyleCnt="0"/>
      <dgm:spPr/>
    </dgm:pt>
    <dgm:pt modelId="{64A641BC-2D16-4486-899D-59AF99485136}" type="pres">
      <dgm:prSet presAssocID="{FA452547-4C6B-49B6-91D1-6BE29425BC79}" presName="bgRect" presStyleLbl="bgShp" presStyleIdx="2" presStyleCnt="4"/>
      <dgm:spPr/>
    </dgm:pt>
    <dgm:pt modelId="{255FF9C4-0FAA-4E38-8AEF-52DA917AD70B}" type="pres">
      <dgm:prSet presAssocID="{FA452547-4C6B-49B6-91D1-6BE29425BC7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901D5E3F-CF33-4F7C-8505-B72CED872C7B}" type="pres">
      <dgm:prSet presAssocID="{FA452547-4C6B-49B6-91D1-6BE29425BC79}" presName="spaceRect" presStyleCnt="0"/>
      <dgm:spPr/>
    </dgm:pt>
    <dgm:pt modelId="{26331D0A-454C-4E7F-8D87-7660D7879F08}" type="pres">
      <dgm:prSet presAssocID="{FA452547-4C6B-49B6-91D1-6BE29425BC79}" presName="parTx" presStyleLbl="revTx" presStyleIdx="2" presStyleCnt="4">
        <dgm:presLayoutVars>
          <dgm:chMax val="0"/>
          <dgm:chPref val="0"/>
        </dgm:presLayoutVars>
      </dgm:prSet>
      <dgm:spPr/>
    </dgm:pt>
    <dgm:pt modelId="{FB2B5A40-8BD2-476E-A065-1DD039D23080}" type="pres">
      <dgm:prSet presAssocID="{3EA18122-677E-4FD7-BEC2-CC8006D28C84}" presName="sibTrans" presStyleCnt="0"/>
      <dgm:spPr/>
    </dgm:pt>
    <dgm:pt modelId="{4061DDCC-92BD-4228-8E53-1D27577AD5ED}" type="pres">
      <dgm:prSet presAssocID="{730B40FE-DD13-4198-8BD3-D204E66BDAB0}" presName="compNode" presStyleCnt="0"/>
      <dgm:spPr/>
    </dgm:pt>
    <dgm:pt modelId="{9BFEBB60-8DB6-492C-936D-17711FC2FEA0}" type="pres">
      <dgm:prSet presAssocID="{730B40FE-DD13-4198-8BD3-D204E66BDAB0}" presName="bgRect" presStyleLbl="bgShp" presStyleIdx="3" presStyleCnt="4"/>
      <dgm:spPr/>
    </dgm:pt>
    <dgm:pt modelId="{198379CD-3176-4239-8FF0-F79E18AC6BE1}" type="pres">
      <dgm:prSet presAssocID="{730B40FE-DD13-4198-8BD3-D204E66BDAB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292286BE-9A3C-4F71-AE55-46F914DBF695}" type="pres">
      <dgm:prSet presAssocID="{730B40FE-DD13-4198-8BD3-D204E66BDAB0}" presName="spaceRect" presStyleCnt="0"/>
      <dgm:spPr/>
    </dgm:pt>
    <dgm:pt modelId="{526C8EE1-A91F-451A-8656-F4374F4781CC}" type="pres">
      <dgm:prSet presAssocID="{730B40FE-DD13-4198-8BD3-D204E66BDAB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85F7428-A4F7-4C96-8608-A321FF607CD4}" type="presOf" srcId="{031F67DC-E610-4567-95EE-596BFC183D54}" destId="{E35C2304-3F8A-49D0-AC88-767DDD29D122}" srcOrd="0" destOrd="0" presId="urn:microsoft.com/office/officeart/2018/2/layout/IconVerticalSolidList"/>
    <dgm:cxn modelId="{C6F6BD2E-6BE3-4C9D-906E-248EF87B68C6}" srcId="{031F67DC-E610-4567-95EE-596BFC183D54}" destId="{22CBB0CC-B0B0-4EBA-A0D8-67D56B84536A}" srcOrd="1" destOrd="0" parTransId="{59877F54-C8D2-4AD2-AC00-5CA171A004AB}" sibTransId="{FA09D655-5F84-4D22-A9BF-CF6E4729BC35}"/>
    <dgm:cxn modelId="{CF0FF159-6ABD-4F7F-8813-E4507D1660F6}" srcId="{031F67DC-E610-4567-95EE-596BFC183D54}" destId="{730B40FE-DD13-4198-8BD3-D204E66BDAB0}" srcOrd="3" destOrd="0" parTransId="{C54E447B-7522-4D60-A684-CE00D36A4C56}" sibTransId="{5AF39B62-7D3D-4531-BD03-0FB924111DAF}"/>
    <dgm:cxn modelId="{4F456B65-EDA8-42BD-99BA-C5FD79420853}" srcId="{031F67DC-E610-4567-95EE-596BFC183D54}" destId="{9D036508-E5AE-497A-973C-FD35CA790409}" srcOrd="0" destOrd="0" parTransId="{8C540B9A-C858-45C3-997D-FFE43774ED12}" sibTransId="{017D60C4-05D9-43F3-98FD-B940E61BA6D9}"/>
    <dgm:cxn modelId="{AC1C7768-6BF1-47DC-A1F6-0227F82F96CD}" type="presOf" srcId="{9D036508-E5AE-497A-973C-FD35CA790409}" destId="{809B9C03-D6AB-46FF-953C-3684189940C6}" srcOrd="0" destOrd="0" presId="urn:microsoft.com/office/officeart/2018/2/layout/IconVerticalSolidList"/>
    <dgm:cxn modelId="{8B90836A-7EE8-45B9-BA0C-D6C73EA6F752}" srcId="{031F67DC-E610-4567-95EE-596BFC183D54}" destId="{FA452547-4C6B-49B6-91D1-6BE29425BC79}" srcOrd="2" destOrd="0" parTransId="{3550160B-0A19-476E-B1E9-2DED745D3FD9}" sibTransId="{3EA18122-677E-4FD7-BEC2-CC8006D28C84}"/>
    <dgm:cxn modelId="{40539E92-BBDC-42A9-BF4D-8B80E6FD474E}" type="presOf" srcId="{730B40FE-DD13-4198-8BD3-D204E66BDAB0}" destId="{526C8EE1-A91F-451A-8656-F4374F4781CC}" srcOrd="0" destOrd="0" presId="urn:microsoft.com/office/officeart/2018/2/layout/IconVerticalSolidList"/>
    <dgm:cxn modelId="{0C8781D6-3DAD-460E-A75F-E8CAC11E8CA8}" type="presOf" srcId="{FA452547-4C6B-49B6-91D1-6BE29425BC79}" destId="{26331D0A-454C-4E7F-8D87-7660D7879F08}" srcOrd="0" destOrd="0" presId="urn:microsoft.com/office/officeart/2018/2/layout/IconVerticalSolidList"/>
    <dgm:cxn modelId="{91C04BDB-B392-4B07-B922-6CABF0BDE6EB}" type="presOf" srcId="{22CBB0CC-B0B0-4EBA-A0D8-67D56B84536A}" destId="{F7CF1969-A7E3-41A3-8993-1E862918C403}" srcOrd="0" destOrd="0" presId="urn:microsoft.com/office/officeart/2018/2/layout/IconVerticalSolidList"/>
    <dgm:cxn modelId="{E6662296-344C-438D-AC1C-6B06E33E36C9}" type="presParOf" srcId="{E35C2304-3F8A-49D0-AC88-767DDD29D122}" destId="{8E1FBA65-3340-44CC-98BE-2D0A69922378}" srcOrd="0" destOrd="0" presId="urn:microsoft.com/office/officeart/2018/2/layout/IconVerticalSolidList"/>
    <dgm:cxn modelId="{C0E2EFE9-E5FF-4583-BE1E-96BBBEE75637}" type="presParOf" srcId="{8E1FBA65-3340-44CC-98BE-2D0A69922378}" destId="{D70522E4-6195-4926-B7FA-AEFF2D220BA5}" srcOrd="0" destOrd="0" presId="urn:microsoft.com/office/officeart/2018/2/layout/IconVerticalSolidList"/>
    <dgm:cxn modelId="{7A8F5E15-BFC8-4A82-A2C2-66F3DAB9E31A}" type="presParOf" srcId="{8E1FBA65-3340-44CC-98BE-2D0A69922378}" destId="{16B65ACA-73F8-449B-AD0C-902FD4925764}" srcOrd="1" destOrd="0" presId="urn:microsoft.com/office/officeart/2018/2/layout/IconVerticalSolidList"/>
    <dgm:cxn modelId="{A6860BD6-4F80-4587-B341-870ABC6BF62A}" type="presParOf" srcId="{8E1FBA65-3340-44CC-98BE-2D0A69922378}" destId="{773AF008-D9A1-47FB-974F-0AE19E68D381}" srcOrd="2" destOrd="0" presId="urn:microsoft.com/office/officeart/2018/2/layout/IconVerticalSolidList"/>
    <dgm:cxn modelId="{DCC0E41C-F40E-4D3E-91BE-4A39F14B04AC}" type="presParOf" srcId="{8E1FBA65-3340-44CC-98BE-2D0A69922378}" destId="{809B9C03-D6AB-46FF-953C-3684189940C6}" srcOrd="3" destOrd="0" presId="urn:microsoft.com/office/officeart/2018/2/layout/IconVerticalSolidList"/>
    <dgm:cxn modelId="{E8D02B50-7AC6-4D07-B280-D0D0DA785061}" type="presParOf" srcId="{E35C2304-3F8A-49D0-AC88-767DDD29D122}" destId="{E20D0651-11A1-4897-8184-3A632D2E5491}" srcOrd="1" destOrd="0" presId="urn:microsoft.com/office/officeart/2018/2/layout/IconVerticalSolidList"/>
    <dgm:cxn modelId="{1C7A41E2-A37F-49D5-B550-917FA36B3AF2}" type="presParOf" srcId="{E35C2304-3F8A-49D0-AC88-767DDD29D122}" destId="{301D05B6-8125-404F-BF0A-EB208918D4E6}" srcOrd="2" destOrd="0" presId="urn:microsoft.com/office/officeart/2018/2/layout/IconVerticalSolidList"/>
    <dgm:cxn modelId="{13175519-DE2F-414D-B0C6-CE2D77617B86}" type="presParOf" srcId="{301D05B6-8125-404F-BF0A-EB208918D4E6}" destId="{7FFAE968-4716-4D99-A481-F427B28898F9}" srcOrd="0" destOrd="0" presId="urn:microsoft.com/office/officeart/2018/2/layout/IconVerticalSolidList"/>
    <dgm:cxn modelId="{9F98C00E-94CF-465F-B0CE-8E47F520740E}" type="presParOf" srcId="{301D05B6-8125-404F-BF0A-EB208918D4E6}" destId="{19D5875F-BD81-4D65-B9AD-AF42207D0E4C}" srcOrd="1" destOrd="0" presId="urn:microsoft.com/office/officeart/2018/2/layout/IconVerticalSolidList"/>
    <dgm:cxn modelId="{EA5FE0B2-252C-46FD-B4DB-58CDF36BE6C2}" type="presParOf" srcId="{301D05B6-8125-404F-BF0A-EB208918D4E6}" destId="{5739F4CB-68ED-4F29-BA3C-30FA40A3CB00}" srcOrd="2" destOrd="0" presId="urn:microsoft.com/office/officeart/2018/2/layout/IconVerticalSolidList"/>
    <dgm:cxn modelId="{A7E03532-2D0B-4370-8A12-2A83B512296D}" type="presParOf" srcId="{301D05B6-8125-404F-BF0A-EB208918D4E6}" destId="{F7CF1969-A7E3-41A3-8993-1E862918C403}" srcOrd="3" destOrd="0" presId="urn:microsoft.com/office/officeart/2018/2/layout/IconVerticalSolidList"/>
    <dgm:cxn modelId="{11AE8D80-42DA-4B5A-881F-184965094B84}" type="presParOf" srcId="{E35C2304-3F8A-49D0-AC88-767DDD29D122}" destId="{6B55A2C7-62EE-4EDF-8ABC-1E22929D0370}" srcOrd="3" destOrd="0" presId="urn:microsoft.com/office/officeart/2018/2/layout/IconVerticalSolidList"/>
    <dgm:cxn modelId="{F9E1794B-2166-47C5-A558-51E608BA7957}" type="presParOf" srcId="{E35C2304-3F8A-49D0-AC88-767DDD29D122}" destId="{340BB5A9-DD91-490D-BD9A-C206F9F2D456}" srcOrd="4" destOrd="0" presId="urn:microsoft.com/office/officeart/2018/2/layout/IconVerticalSolidList"/>
    <dgm:cxn modelId="{5212F91E-42F3-4C04-BE11-314AC0BEC97F}" type="presParOf" srcId="{340BB5A9-DD91-490D-BD9A-C206F9F2D456}" destId="{64A641BC-2D16-4486-899D-59AF99485136}" srcOrd="0" destOrd="0" presId="urn:microsoft.com/office/officeart/2018/2/layout/IconVerticalSolidList"/>
    <dgm:cxn modelId="{0D49B335-05A1-483D-8BF2-4CE657592371}" type="presParOf" srcId="{340BB5A9-DD91-490D-BD9A-C206F9F2D456}" destId="{255FF9C4-0FAA-4E38-8AEF-52DA917AD70B}" srcOrd="1" destOrd="0" presId="urn:microsoft.com/office/officeart/2018/2/layout/IconVerticalSolidList"/>
    <dgm:cxn modelId="{46091FC5-6FAE-4BBA-AA43-521EC147A045}" type="presParOf" srcId="{340BB5A9-DD91-490D-BD9A-C206F9F2D456}" destId="{901D5E3F-CF33-4F7C-8505-B72CED872C7B}" srcOrd="2" destOrd="0" presId="urn:microsoft.com/office/officeart/2018/2/layout/IconVerticalSolidList"/>
    <dgm:cxn modelId="{7FDA7941-827A-490E-B6C8-03282FC5B05C}" type="presParOf" srcId="{340BB5A9-DD91-490D-BD9A-C206F9F2D456}" destId="{26331D0A-454C-4E7F-8D87-7660D7879F08}" srcOrd="3" destOrd="0" presId="urn:microsoft.com/office/officeart/2018/2/layout/IconVerticalSolidList"/>
    <dgm:cxn modelId="{B46710C3-D1B6-49ED-B80F-4041484FBC77}" type="presParOf" srcId="{E35C2304-3F8A-49D0-AC88-767DDD29D122}" destId="{FB2B5A40-8BD2-476E-A065-1DD039D23080}" srcOrd="5" destOrd="0" presId="urn:microsoft.com/office/officeart/2018/2/layout/IconVerticalSolidList"/>
    <dgm:cxn modelId="{82E3BF2E-44B2-47FE-949E-11A2A06C8022}" type="presParOf" srcId="{E35C2304-3F8A-49D0-AC88-767DDD29D122}" destId="{4061DDCC-92BD-4228-8E53-1D27577AD5ED}" srcOrd="6" destOrd="0" presId="urn:microsoft.com/office/officeart/2018/2/layout/IconVerticalSolidList"/>
    <dgm:cxn modelId="{57885DE7-5B9F-4F9C-B718-C4B71240A3B8}" type="presParOf" srcId="{4061DDCC-92BD-4228-8E53-1D27577AD5ED}" destId="{9BFEBB60-8DB6-492C-936D-17711FC2FEA0}" srcOrd="0" destOrd="0" presId="urn:microsoft.com/office/officeart/2018/2/layout/IconVerticalSolidList"/>
    <dgm:cxn modelId="{FE740251-E6B7-4B60-B550-984E9B107B58}" type="presParOf" srcId="{4061DDCC-92BD-4228-8E53-1D27577AD5ED}" destId="{198379CD-3176-4239-8FF0-F79E18AC6BE1}" srcOrd="1" destOrd="0" presId="urn:microsoft.com/office/officeart/2018/2/layout/IconVerticalSolidList"/>
    <dgm:cxn modelId="{26BDB071-E671-4AA2-A917-8028C5EB4E7D}" type="presParOf" srcId="{4061DDCC-92BD-4228-8E53-1D27577AD5ED}" destId="{292286BE-9A3C-4F71-AE55-46F914DBF695}" srcOrd="2" destOrd="0" presId="urn:microsoft.com/office/officeart/2018/2/layout/IconVerticalSolidList"/>
    <dgm:cxn modelId="{0D347059-04C1-4639-A35C-E7ED7A7AF0E9}" type="presParOf" srcId="{4061DDCC-92BD-4228-8E53-1D27577AD5ED}" destId="{526C8EE1-A91F-451A-8656-F4374F4781C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9E839DC-FC8A-4C1D-A88E-B1B6D7194A1F}" type="doc">
      <dgm:prSet loTypeId="urn:microsoft.com/office/officeart/2005/8/layout/chevron1" loCatId="process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C4F0E3A-D369-4E7E-A5FB-E820898E5AAF}">
      <dgm:prSet/>
      <dgm:spPr/>
      <dgm:t>
        <a:bodyPr/>
        <a:lstStyle/>
        <a:p>
          <a:r>
            <a:rPr lang="en-US" dirty="0"/>
            <a:t>NAME                                  	                		   1		SIZE    </a:t>
          </a:r>
        </a:p>
      </dgm:t>
    </dgm:pt>
    <dgm:pt modelId="{4D731DD3-6E90-4F37-8302-04AFE62E5122}" type="parTrans" cxnId="{E5611C68-0D06-485A-975F-8BC18C7AB821}">
      <dgm:prSet/>
      <dgm:spPr/>
      <dgm:t>
        <a:bodyPr/>
        <a:lstStyle/>
        <a:p>
          <a:endParaRPr lang="en-US"/>
        </a:p>
      </dgm:t>
    </dgm:pt>
    <dgm:pt modelId="{0B8AD25B-B1C7-41FE-97D8-184E9AE7234C}" type="sibTrans" cxnId="{E5611C68-0D06-485A-975F-8BC18C7AB821}">
      <dgm:prSet/>
      <dgm:spPr/>
      <dgm:t>
        <a:bodyPr/>
        <a:lstStyle/>
        <a:p>
          <a:endParaRPr lang="en-US"/>
        </a:p>
      </dgm:t>
    </dgm:pt>
    <dgm:pt modelId="{2D1FE30F-ABC0-4A3A-B180-A6E169B34CFC}">
      <dgm:prSet/>
      <dgm:spPr/>
      <dgm:t>
        <a:bodyPr/>
        <a:lstStyle/>
        <a:p>
          <a:r>
            <a:rPr lang="en-US"/>
            <a:t>qwen2.5-coder:1.5b                                   986 MB   </a:t>
          </a:r>
        </a:p>
      </dgm:t>
    </dgm:pt>
    <dgm:pt modelId="{78FDD9AB-4E9A-4F24-8B19-A8F990F193DC}" type="parTrans" cxnId="{01D8A389-D5BB-4F18-853F-80054CB55FE1}">
      <dgm:prSet/>
      <dgm:spPr/>
      <dgm:t>
        <a:bodyPr/>
        <a:lstStyle/>
        <a:p>
          <a:endParaRPr lang="en-US"/>
        </a:p>
      </dgm:t>
    </dgm:pt>
    <dgm:pt modelId="{EAC50C5B-4C1A-4A8B-B4AA-F47F7C44B455}" type="sibTrans" cxnId="{01D8A389-D5BB-4F18-853F-80054CB55FE1}">
      <dgm:prSet/>
      <dgm:spPr/>
      <dgm:t>
        <a:bodyPr/>
        <a:lstStyle/>
        <a:p>
          <a:endParaRPr lang="en-US"/>
        </a:p>
      </dgm:t>
    </dgm:pt>
    <dgm:pt modelId="{053950EA-F10E-4D98-97F4-609C381267C4}">
      <dgm:prSet/>
      <dgm:spPr/>
      <dgm:t>
        <a:bodyPr/>
        <a:lstStyle/>
        <a:p>
          <a:r>
            <a:rPr lang="en-US"/>
            <a:t>qwen-fuzzer-1.5-709-examples:latest         3.1 GB   </a:t>
          </a:r>
        </a:p>
      </dgm:t>
    </dgm:pt>
    <dgm:pt modelId="{B8C6F6B0-F8FD-4116-A703-F5FE97CD8348}" type="parTrans" cxnId="{0DC51093-27E4-441A-888C-194E44888B88}">
      <dgm:prSet/>
      <dgm:spPr/>
      <dgm:t>
        <a:bodyPr/>
        <a:lstStyle/>
        <a:p>
          <a:endParaRPr lang="en-US"/>
        </a:p>
      </dgm:t>
    </dgm:pt>
    <dgm:pt modelId="{9AFB828F-57FC-4E90-AB93-FAD49F89B1D3}" type="sibTrans" cxnId="{0DC51093-27E4-441A-888C-194E44888B88}">
      <dgm:prSet/>
      <dgm:spPr/>
      <dgm:t>
        <a:bodyPr/>
        <a:lstStyle/>
        <a:p>
          <a:endParaRPr lang="en-US"/>
        </a:p>
      </dgm:t>
    </dgm:pt>
    <dgm:pt modelId="{D20F1940-D9DA-45AD-B7E3-8D2B70ABD168}">
      <dgm:prSet/>
      <dgm:spPr/>
      <dgm:t>
        <a:bodyPr/>
        <a:lstStyle/>
        <a:p>
          <a:r>
            <a:rPr lang="en-US"/>
            <a:t>qwen-fuzzer-1.5-172-examples:latest         3.1 GB       </a:t>
          </a:r>
        </a:p>
      </dgm:t>
    </dgm:pt>
    <dgm:pt modelId="{750230F7-5358-445F-A3DB-5925B65601F3}" type="parTrans" cxnId="{28EFCD36-AF6B-49BB-8C23-E37FEAD848E0}">
      <dgm:prSet/>
      <dgm:spPr/>
      <dgm:t>
        <a:bodyPr/>
        <a:lstStyle/>
        <a:p>
          <a:endParaRPr lang="en-US"/>
        </a:p>
      </dgm:t>
    </dgm:pt>
    <dgm:pt modelId="{195E2203-EA3A-4B46-8056-5814CE5A4C0A}" type="sibTrans" cxnId="{28EFCD36-AF6B-49BB-8C23-E37FEAD848E0}">
      <dgm:prSet/>
      <dgm:spPr/>
      <dgm:t>
        <a:bodyPr/>
        <a:lstStyle/>
        <a:p>
          <a:endParaRPr lang="en-US"/>
        </a:p>
      </dgm:t>
    </dgm:pt>
    <dgm:pt modelId="{760F3678-511B-3141-9581-6895C0E9ECCA}" type="pres">
      <dgm:prSet presAssocID="{89E839DC-FC8A-4C1D-A88E-B1B6D7194A1F}" presName="Name0" presStyleCnt="0">
        <dgm:presLayoutVars>
          <dgm:dir/>
          <dgm:animLvl val="lvl"/>
          <dgm:resizeHandles val="exact"/>
        </dgm:presLayoutVars>
      </dgm:prSet>
      <dgm:spPr/>
    </dgm:pt>
    <dgm:pt modelId="{E360852F-799A-344C-8CFA-2BBE53867049}" type="pres">
      <dgm:prSet presAssocID="{1C4F0E3A-D369-4E7E-A5FB-E820898E5AAF}" presName="composite" presStyleCnt="0"/>
      <dgm:spPr/>
    </dgm:pt>
    <dgm:pt modelId="{CB417D7D-35CC-824F-A063-4F7D5EA1E223}" type="pres">
      <dgm:prSet presAssocID="{1C4F0E3A-D369-4E7E-A5FB-E820898E5AAF}" presName="parTx" presStyleLbl="node1" presStyleIdx="0" presStyleCnt="1">
        <dgm:presLayoutVars>
          <dgm:chMax val="0"/>
          <dgm:chPref val="0"/>
          <dgm:bulletEnabled val="1"/>
        </dgm:presLayoutVars>
      </dgm:prSet>
      <dgm:spPr/>
    </dgm:pt>
    <dgm:pt modelId="{932A9E49-2BAB-8848-9AB6-149EAF5F3599}" type="pres">
      <dgm:prSet presAssocID="{1C4F0E3A-D369-4E7E-A5FB-E820898E5AAF}" presName="desTx" presStyleLbl="revTx" presStyleIdx="0" presStyleCnt="1">
        <dgm:presLayoutVars>
          <dgm:bulletEnabled val="1"/>
        </dgm:presLayoutVars>
      </dgm:prSet>
      <dgm:spPr/>
    </dgm:pt>
  </dgm:ptLst>
  <dgm:cxnLst>
    <dgm:cxn modelId="{FED2A100-28F2-3345-BFA5-0EC12B890795}" type="presOf" srcId="{053950EA-F10E-4D98-97F4-609C381267C4}" destId="{932A9E49-2BAB-8848-9AB6-149EAF5F3599}" srcOrd="0" destOrd="1" presId="urn:microsoft.com/office/officeart/2005/8/layout/chevron1"/>
    <dgm:cxn modelId="{12E0510A-048F-CE49-B4F8-B21D437750F8}" type="presOf" srcId="{D20F1940-D9DA-45AD-B7E3-8D2B70ABD168}" destId="{932A9E49-2BAB-8848-9AB6-149EAF5F3599}" srcOrd="0" destOrd="2" presId="urn:microsoft.com/office/officeart/2005/8/layout/chevron1"/>
    <dgm:cxn modelId="{28EFCD36-AF6B-49BB-8C23-E37FEAD848E0}" srcId="{1C4F0E3A-D369-4E7E-A5FB-E820898E5AAF}" destId="{D20F1940-D9DA-45AD-B7E3-8D2B70ABD168}" srcOrd="2" destOrd="0" parTransId="{750230F7-5358-445F-A3DB-5925B65601F3}" sibTransId="{195E2203-EA3A-4B46-8056-5814CE5A4C0A}"/>
    <dgm:cxn modelId="{AB87A05E-FB8A-4340-8E6C-8C06CA033853}" type="presOf" srcId="{2D1FE30F-ABC0-4A3A-B180-A6E169B34CFC}" destId="{932A9E49-2BAB-8848-9AB6-149EAF5F3599}" srcOrd="0" destOrd="0" presId="urn:microsoft.com/office/officeart/2005/8/layout/chevron1"/>
    <dgm:cxn modelId="{E5611C68-0D06-485A-975F-8BC18C7AB821}" srcId="{89E839DC-FC8A-4C1D-A88E-B1B6D7194A1F}" destId="{1C4F0E3A-D369-4E7E-A5FB-E820898E5AAF}" srcOrd="0" destOrd="0" parTransId="{4D731DD3-6E90-4F37-8302-04AFE62E5122}" sibTransId="{0B8AD25B-B1C7-41FE-97D8-184E9AE7234C}"/>
    <dgm:cxn modelId="{DFC4C07E-3BE6-EE47-838E-38476DCD1C75}" type="presOf" srcId="{1C4F0E3A-D369-4E7E-A5FB-E820898E5AAF}" destId="{CB417D7D-35CC-824F-A063-4F7D5EA1E223}" srcOrd="0" destOrd="0" presId="urn:microsoft.com/office/officeart/2005/8/layout/chevron1"/>
    <dgm:cxn modelId="{01D8A389-D5BB-4F18-853F-80054CB55FE1}" srcId="{1C4F0E3A-D369-4E7E-A5FB-E820898E5AAF}" destId="{2D1FE30F-ABC0-4A3A-B180-A6E169B34CFC}" srcOrd="0" destOrd="0" parTransId="{78FDD9AB-4E9A-4F24-8B19-A8F990F193DC}" sibTransId="{EAC50C5B-4C1A-4A8B-B4AA-F47F7C44B455}"/>
    <dgm:cxn modelId="{0DC51093-27E4-441A-888C-194E44888B88}" srcId="{1C4F0E3A-D369-4E7E-A5FB-E820898E5AAF}" destId="{053950EA-F10E-4D98-97F4-609C381267C4}" srcOrd="1" destOrd="0" parTransId="{B8C6F6B0-F8FD-4116-A703-F5FE97CD8348}" sibTransId="{9AFB828F-57FC-4E90-AB93-FAD49F89B1D3}"/>
    <dgm:cxn modelId="{BCF1C0BE-52CE-0142-9EF5-E3C4436EE421}" type="presOf" srcId="{89E839DC-FC8A-4C1D-A88E-B1B6D7194A1F}" destId="{760F3678-511B-3141-9581-6895C0E9ECCA}" srcOrd="0" destOrd="0" presId="urn:microsoft.com/office/officeart/2005/8/layout/chevron1"/>
    <dgm:cxn modelId="{73EC86E7-B177-7B45-827A-4D84CD69635C}" type="presParOf" srcId="{760F3678-511B-3141-9581-6895C0E9ECCA}" destId="{E360852F-799A-344C-8CFA-2BBE53867049}" srcOrd="0" destOrd="0" presId="urn:microsoft.com/office/officeart/2005/8/layout/chevron1"/>
    <dgm:cxn modelId="{1B24C6EF-0B8E-5A4A-9670-08F2CAC25E42}" type="presParOf" srcId="{E360852F-799A-344C-8CFA-2BBE53867049}" destId="{CB417D7D-35CC-824F-A063-4F7D5EA1E223}" srcOrd="0" destOrd="0" presId="urn:microsoft.com/office/officeart/2005/8/layout/chevron1"/>
    <dgm:cxn modelId="{AFD508F0-70E9-CA40-A9C5-BE7EE34B4B2D}" type="presParOf" srcId="{E360852F-799A-344C-8CFA-2BBE53867049}" destId="{932A9E49-2BAB-8848-9AB6-149EAF5F3599}" srcOrd="1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7277A3-1AF9-4787-90F5-646834ED4AEB}">
      <dsp:nvSpPr>
        <dsp:cNvPr id="0" name=""/>
        <dsp:cNvSpPr/>
      </dsp:nvSpPr>
      <dsp:spPr>
        <a:xfrm>
          <a:off x="0" y="1498"/>
          <a:ext cx="11520487" cy="63839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610640-5920-49A4-ADCC-24FE925EC238}">
      <dsp:nvSpPr>
        <dsp:cNvPr id="0" name=""/>
        <dsp:cNvSpPr/>
      </dsp:nvSpPr>
      <dsp:spPr>
        <a:xfrm>
          <a:off x="193114" y="145136"/>
          <a:ext cx="351116" cy="35111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1257C4-E452-4E3B-9103-ED275E6185FD}">
      <dsp:nvSpPr>
        <dsp:cNvPr id="0" name=""/>
        <dsp:cNvSpPr/>
      </dsp:nvSpPr>
      <dsp:spPr>
        <a:xfrm>
          <a:off x="737345" y="1498"/>
          <a:ext cx="10783141" cy="638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563" tIns="67563" rIns="67563" bIns="67563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Current white-box fuzzing &amp; testing are manual or slow to scale  </a:t>
          </a:r>
        </a:p>
      </dsp:txBody>
      <dsp:txXfrm>
        <a:off x="737345" y="1498"/>
        <a:ext cx="10783141" cy="638394"/>
      </dsp:txXfrm>
    </dsp:sp>
    <dsp:sp modelId="{8988962A-4C35-4146-A525-1C62CB7A0B30}">
      <dsp:nvSpPr>
        <dsp:cNvPr id="0" name=""/>
        <dsp:cNvSpPr/>
      </dsp:nvSpPr>
      <dsp:spPr>
        <a:xfrm>
          <a:off x="0" y="799491"/>
          <a:ext cx="11520487" cy="63839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83449D-428A-4C44-8FEB-C751CB95861C}">
      <dsp:nvSpPr>
        <dsp:cNvPr id="0" name=""/>
        <dsp:cNvSpPr/>
      </dsp:nvSpPr>
      <dsp:spPr>
        <a:xfrm>
          <a:off x="193114" y="943129"/>
          <a:ext cx="351116" cy="35111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4A1AB6-560D-4012-87F6-83D776BB341C}">
      <dsp:nvSpPr>
        <dsp:cNvPr id="0" name=""/>
        <dsp:cNvSpPr/>
      </dsp:nvSpPr>
      <dsp:spPr>
        <a:xfrm>
          <a:off x="737345" y="799491"/>
          <a:ext cx="10783141" cy="638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563" tIns="67563" rIns="67563" bIns="67563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Vulnerabilities may slip through nightly CI due to time limits  </a:t>
          </a:r>
        </a:p>
      </dsp:txBody>
      <dsp:txXfrm>
        <a:off x="737345" y="799491"/>
        <a:ext cx="10783141" cy="638394"/>
      </dsp:txXfrm>
    </dsp:sp>
    <dsp:sp modelId="{9101B34E-CE4C-46DC-B9C1-F69F21AF1CAB}">
      <dsp:nvSpPr>
        <dsp:cNvPr id="0" name=""/>
        <dsp:cNvSpPr/>
      </dsp:nvSpPr>
      <dsp:spPr>
        <a:xfrm>
          <a:off x="0" y="1597483"/>
          <a:ext cx="11520487" cy="63839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F844AF-52A3-436F-82A5-D08466AF30B4}">
      <dsp:nvSpPr>
        <dsp:cNvPr id="0" name=""/>
        <dsp:cNvSpPr/>
      </dsp:nvSpPr>
      <dsp:spPr>
        <a:xfrm>
          <a:off x="193114" y="1741122"/>
          <a:ext cx="351116" cy="35111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52BCDF-5F8A-4C0F-8244-7505043F57E7}">
      <dsp:nvSpPr>
        <dsp:cNvPr id="0" name=""/>
        <dsp:cNvSpPr/>
      </dsp:nvSpPr>
      <dsp:spPr>
        <a:xfrm>
          <a:off x="737345" y="1597483"/>
          <a:ext cx="10783141" cy="638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563" tIns="67563" rIns="67563" bIns="67563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Need an AI-guided approach integrated into CI/CD/CT to  </a:t>
          </a:r>
        </a:p>
      </dsp:txBody>
      <dsp:txXfrm>
        <a:off x="737345" y="1597483"/>
        <a:ext cx="10783141" cy="638394"/>
      </dsp:txXfrm>
    </dsp:sp>
    <dsp:sp modelId="{8083AECC-8B03-4DDE-B8C9-DA16D24CA40E}">
      <dsp:nvSpPr>
        <dsp:cNvPr id="0" name=""/>
        <dsp:cNvSpPr/>
      </dsp:nvSpPr>
      <dsp:spPr>
        <a:xfrm>
          <a:off x="0" y="2395476"/>
          <a:ext cx="11520487" cy="63839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2E0326-9120-47E4-8086-67687742E717}">
      <dsp:nvSpPr>
        <dsp:cNvPr id="0" name=""/>
        <dsp:cNvSpPr/>
      </dsp:nvSpPr>
      <dsp:spPr>
        <a:xfrm>
          <a:off x="193114" y="2539115"/>
          <a:ext cx="351116" cy="35111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614FBA-CDDA-4273-A042-2FF8908CAF04}">
      <dsp:nvSpPr>
        <dsp:cNvPr id="0" name=""/>
        <dsp:cNvSpPr/>
      </dsp:nvSpPr>
      <dsp:spPr>
        <a:xfrm>
          <a:off x="737345" y="2395476"/>
          <a:ext cx="10783141" cy="638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563" tIns="67563" rIns="67563" bIns="67563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– boost path coverage</a:t>
          </a:r>
        </a:p>
      </dsp:txBody>
      <dsp:txXfrm>
        <a:off x="737345" y="2395476"/>
        <a:ext cx="10783141" cy="638394"/>
      </dsp:txXfrm>
    </dsp:sp>
    <dsp:sp modelId="{A69D84FA-16AF-45E4-97C7-AEF5DF728102}">
      <dsp:nvSpPr>
        <dsp:cNvPr id="0" name=""/>
        <dsp:cNvSpPr/>
      </dsp:nvSpPr>
      <dsp:spPr>
        <a:xfrm>
          <a:off x="0" y="3193469"/>
          <a:ext cx="11520487" cy="63839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8685C9-15B5-4BD2-ABF5-3191819778C4}">
      <dsp:nvSpPr>
        <dsp:cNvPr id="0" name=""/>
        <dsp:cNvSpPr/>
      </dsp:nvSpPr>
      <dsp:spPr>
        <a:xfrm>
          <a:off x="193114" y="3337108"/>
          <a:ext cx="351116" cy="35111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2033B3-3EE7-48BE-89A5-F39FB2B7B365}">
      <dsp:nvSpPr>
        <dsp:cNvPr id="0" name=""/>
        <dsp:cNvSpPr/>
      </dsp:nvSpPr>
      <dsp:spPr>
        <a:xfrm>
          <a:off x="737345" y="3193469"/>
          <a:ext cx="10783141" cy="638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563" tIns="67563" rIns="67563" bIns="67563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– reduce manual fuzz test case creation</a:t>
          </a:r>
        </a:p>
      </dsp:txBody>
      <dsp:txXfrm>
        <a:off x="737345" y="3193469"/>
        <a:ext cx="10783141" cy="638394"/>
      </dsp:txXfrm>
    </dsp:sp>
    <dsp:sp modelId="{058937F9-8539-48E9-B3CC-70718BC0BB4C}">
      <dsp:nvSpPr>
        <dsp:cNvPr id="0" name=""/>
        <dsp:cNvSpPr/>
      </dsp:nvSpPr>
      <dsp:spPr>
        <a:xfrm>
          <a:off x="0" y="3991462"/>
          <a:ext cx="11520487" cy="63839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7ED5E7-99C8-40A9-BB18-C09079B1C03D}">
      <dsp:nvSpPr>
        <dsp:cNvPr id="0" name=""/>
        <dsp:cNvSpPr/>
      </dsp:nvSpPr>
      <dsp:spPr>
        <a:xfrm>
          <a:off x="193114" y="4135101"/>
          <a:ext cx="351116" cy="35111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9119D9-DD7C-421E-B11E-62243F4B5FB0}">
      <dsp:nvSpPr>
        <dsp:cNvPr id="0" name=""/>
        <dsp:cNvSpPr/>
      </dsp:nvSpPr>
      <dsp:spPr>
        <a:xfrm>
          <a:off x="737345" y="3991462"/>
          <a:ext cx="10783141" cy="638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563" tIns="67563" rIns="67563" bIns="67563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– auto-generate actionable test artifacts</a:t>
          </a:r>
        </a:p>
      </dsp:txBody>
      <dsp:txXfrm>
        <a:off x="737345" y="3991462"/>
        <a:ext cx="10783141" cy="6383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7B59FE-EA82-4528-BFE1-8DD2310F9A4D}">
      <dsp:nvSpPr>
        <dsp:cNvPr id="0" name=""/>
        <dsp:cNvSpPr/>
      </dsp:nvSpPr>
      <dsp:spPr>
        <a:xfrm>
          <a:off x="633520" y="0"/>
          <a:ext cx="7179904" cy="4748309"/>
        </a:xfrm>
        <a:prstGeom prst="rightArrow">
          <a:avLst/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667A3D-D402-EB4E-844C-8793BB6B4150}">
      <dsp:nvSpPr>
        <dsp:cNvPr id="0" name=""/>
        <dsp:cNvSpPr/>
      </dsp:nvSpPr>
      <dsp:spPr>
        <a:xfrm>
          <a:off x="4227" y="1424492"/>
          <a:ext cx="2033371" cy="1899323"/>
        </a:xfrm>
        <a:prstGeom prst="roundRect">
          <a:avLst/>
        </a:prstGeom>
        <a:solidFill>
          <a:schemeClr val="accent6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AI Generated fuzz test cases and intelligent  mutation</a:t>
          </a:r>
        </a:p>
      </dsp:txBody>
      <dsp:txXfrm>
        <a:off x="96944" y="1517209"/>
        <a:ext cx="1847937" cy="1713889"/>
      </dsp:txXfrm>
    </dsp:sp>
    <dsp:sp modelId="{76BF342E-5150-4955-9E5F-9C2D4F0C8091}">
      <dsp:nvSpPr>
        <dsp:cNvPr id="0" name=""/>
        <dsp:cNvSpPr/>
      </dsp:nvSpPr>
      <dsp:spPr>
        <a:xfrm>
          <a:off x="2139267" y="1424492"/>
          <a:ext cx="2033371" cy="1899323"/>
        </a:xfrm>
        <a:prstGeom prst="roundRect">
          <a:avLst/>
        </a:prstGeom>
        <a:solidFill>
          <a:schemeClr val="accent6">
            <a:alpha val="90000"/>
            <a:hueOff val="0"/>
            <a:satOff val="0"/>
            <a:lumOff val="0"/>
            <a:alphaOff val="-13333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Automation of test artifact generation</a:t>
          </a:r>
          <a:endParaRPr lang="de-DE" sz="1700" b="1" kern="1200"/>
        </a:p>
      </dsp:txBody>
      <dsp:txXfrm>
        <a:off x="2231984" y="1517209"/>
        <a:ext cx="1847937" cy="1713889"/>
      </dsp:txXfrm>
    </dsp:sp>
    <dsp:sp modelId="{6872C086-D6F4-4F4A-BA49-D41B93D316BD}">
      <dsp:nvSpPr>
        <dsp:cNvPr id="0" name=""/>
        <dsp:cNvSpPr/>
      </dsp:nvSpPr>
      <dsp:spPr>
        <a:xfrm>
          <a:off x="4274307" y="1424492"/>
          <a:ext cx="2033371" cy="1899323"/>
        </a:xfrm>
        <a:prstGeom prst="roundRect">
          <a:avLst/>
        </a:prstGeom>
        <a:solidFill>
          <a:schemeClr val="accent6">
            <a:alpha val="90000"/>
            <a:hueOff val="0"/>
            <a:satOff val="0"/>
            <a:lumOff val="0"/>
            <a:alphaOff val="-26667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Integration </a:t>
          </a:r>
          <a:r>
            <a:rPr lang="de-DE" sz="1700" kern="1200" err="1"/>
            <a:t>into</a:t>
          </a:r>
          <a:r>
            <a:rPr lang="de-DE" sz="1700" kern="1200"/>
            <a:t> </a:t>
          </a:r>
          <a:r>
            <a:rPr lang="de-DE" sz="1700" kern="1200" err="1"/>
            <a:t>the</a:t>
          </a:r>
          <a:r>
            <a:rPr lang="de-DE" sz="1700" kern="1200"/>
            <a:t> </a:t>
          </a:r>
          <a:r>
            <a:rPr lang="de-DE" sz="1700" kern="1200" err="1"/>
            <a:t>existing</a:t>
          </a:r>
          <a:r>
            <a:rPr lang="de-DE" sz="1700" kern="1200"/>
            <a:t> CI/CD </a:t>
          </a:r>
          <a:r>
            <a:rPr lang="de-DE" sz="1700" kern="1200" err="1"/>
            <a:t>pipeline</a:t>
          </a:r>
          <a:endParaRPr lang="de-DE" sz="1700" kern="1200"/>
        </a:p>
      </dsp:txBody>
      <dsp:txXfrm>
        <a:off x="4367024" y="1517209"/>
        <a:ext cx="1847937" cy="1713889"/>
      </dsp:txXfrm>
    </dsp:sp>
    <dsp:sp modelId="{AC62DD2A-8107-4208-BF4D-082678A3639C}">
      <dsp:nvSpPr>
        <dsp:cNvPr id="0" name=""/>
        <dsp:cNvSpPr/>
      </dsp:nvSpPr>
      <dsp:spPr>
        <a:xfrm>
          <a:off x="6409347" y="1424492"/>
          <a:ext cx="2033371" cy="1899323"/>
        </a:xfrm>
        <a:prstGeom prst="roundRect">
          <a:avLst/>
        </a:prstGeom>
        <a:solidFill>
          <a:schemeClr val="accent6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 dirty="0"/>
            <a:t>AI-Driven Security </a:t>
          </a:r>
          <a:r>
            <a:rPr lang="de-DE" sz="1700" kern="1200" dirty="0" err="1"/>
            <a:t>Testing</a:t>
          </a:r>
          <a:endParaRPr lang="de-DE" sz="1700" kern="1200" dirty="0"/>
        </a:p>
      </dsp:txBody>
      <dsp:txXfrm>
        <a:off x="6502064" y="1517209"/>
        <a:ext cx="1847937" cy="171388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0DD8CB-A3F0-49CA-928C-6E0E0742D899}">
      <dsp:nvSpPr>
        <dsp:cNvPr id="0" name=""/>
        <dsp:cNvSpPr/>
      </dsp:nvSpPr>
      <dsp:spPr>
        <a:xfrm>
          <a:off x="0" y="1519078"/>
          <a:ext cx="1439862" cy="86391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/>
            <a:t>White box Fuzzing</a:t>
          </a:r>
        </a:p>
      </dsp:txBody>
      <dsp:txXfrm>
        <a:off x="25303" y="1544381"/>
        <a:ext cx="1389256" cy="813311"/>
      </dsp:txXfrm>
    </dsp:sp>
    <dsp:sp modelId="{E064BF05-B52B-43E5-8FC1-DB28672790DF}">
      <dsp:nvSpPr>
        <dsp:cNvPr id="0" name=""/>
        <dsp:cNvSpPr/>
      </dsp:nvSpPr>
      <dsp:spPr>
        <a:xfrm>
          <a:off x="1583848" y="1772494"/>
          <a:ext cx="305250" cy="35708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900" kern="1200"/>
        </a:p>
      </dsp:txBody>
      <dsp:txXfrm>
        <a:off x="1583848" y="1843911"/>
        <a:ext cx="213675" cy="214251"/>
      </dsp:txXfrm>
    </dsp:sp>
    <dsp:sp modelId="{B6DEEDF3-8E93-4FE9-8949-12AC4A7C6599}">
      <dsp:nvSpPr>
        <dsp:cNvPr id="0" name=""/>
        <dsp:cNvSpPr/>
      </dsp:nvSpPr>
      <dsp:spPr>
        <a:xfrm>
          <a:off x="2015807" y="1519078"/>
          <a:ext cx="1439862" cy="86391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hueOff val="0"/>
            <a:satOff val="0"/>
            <a:lumOff val="0"/>
            <a:alphaOff val="-8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/>
            <a:t>AI-Integration</a:t>
          </a:r>
        </a:p>
      </dsp:txBody>
      <dsp:txXfrm>
        <a:off x="2041110" y="1544381"/>
        <a:ext cx="1389256" cy="813311"/>
      </dsp:txXfrm>
    </dsp:sp>
    <dsp:sp modelId="{C58C9B2C-B5BF-4B6C-8F9F-54681B42EE46}">
      <dsp:nvSpPr>
        <dsp:cNvPr id="0" name=""/>
        <dsp:cNvSpPr/>
      </dsp:nvSpPr>
      <dsp:spPr>
        <a:xfrm>
          <a:off x="3599656" y="1772494"/>
          <a:ext cx="305250" cy="35708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shade val="90000"/>
            <a:hueOff val="-66611"/>
            <a:satOff val="-1115"/>
            <a:lumOff val="846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900" kern="1200"/>
        </a:p>
      </dsp:txBody>
      <dsp:txXfrm>
        <a:off x="3599656" y="1843911"/>
        <a:ext cx="213675" cy="214251"/>
      </dsp:txXfrm>
    </dsp:sp>
    <dsp:sp modelId="{6BEE1703-9782-4962-909B-DC37CA99CE82}">
      <dsp:nvSpPr>
        <dsp:cNvPr id="0" name=""/>
        <dsp:cNvSpPr/>
      </dsp:nvSpPr>
      <dsp:spPr>
        <a:xfrm>
          <a:off x="4031614" y="1519078"/>
          <a:ext cx="1439862" cy="86391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hueOff val="0"/>
            <a:satOff val="0"/>
            <a:lumOff val="0"/>
            <a:alphaOff val="-16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/>
            <a:t>Analysis and Evaluation</a:t>
          </a:r>
        </a:p>
      </dsp:txBody>
      <dsp:txXfrm>
        <a:off x="4056917" y="1544381"/>
        <a:ext cx="1389256" cy="813311"/>
      </dsp:txXfrm>
    </dsp:sp>
    <dsp:sp modelId="{6B78D792-C287-4DC7-B463-86A19DAD3E78}">
      <dsp:nvSpPr>
        <dsp:cNvPr id="0" name=""/>
        <dsp:cNvSpPr/>
      </dsp:nvSpPr>
      <dsp:spPr>
        <a:xfrm>
          <a:off x="5615463" y="1772494"/>
          <a:ext cx="305250" cy="35708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shade val="90000"/>
            <a:hueOff val="-133222"/>
            <a:satOff val="-2230"/>
            <a:lumOff val="1693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900" kern="1200"/>
        </a:p>
      </dsp:txBody>
      <dsp:txXfrm>
        <a:off x="5615463" y="1843911"/>
        <a:ext cx="213675" cy="214251"/>
      </dsp:txXfrm>
    </dsp:sp>
    <dsp:sp modelId="{ED470518-6134-477D-92DE-CF1DFE14D9CF}">
      <dsp:nvSpPr>
        <dsp:cNvPr id="0" name=""/>
        <dsp:cNvSpPr/>
      </dsp:nvSpPr>
      <dsp:spPr>
        <a:xfrm>
          <a:off x="6047422" y="1519078"/>
          <a:ext cx="1439862" cy="86391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hueOff val="0"/>
            <a:satOff val="0"/>
            <a:lumOff val="0"/>
            <a:alphaOff val="-24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/>
            <a:t>CI/CD Integration</a:t>
          </a:r>
        </a:p>
      </dsp:txBody>
      <dsp:txXfrm>
        <a:off x="6072725" y="1544381"/>
        <a:ext cx="1389256" cy="813311"/>
      </dsp:txXfrm>
    </dsp:sp>
    <dsp:sp modelId="{D45DE0BE-41A3-41A0-9BF6-CE1EC0ACFCC2}">
      <dsp:nvSpPr>
        <dsp:cNvPr id="0" name=""/>
        <dsp:cNvSpPr/>
      </dsp:nvSpPr>
      <dsp:spPr>
        <a:xfrm>
          <a:off x="7631271" y="1772494"/>
          <a:ext cx="305250" cy="35708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shade val="90000"/>
            <a:hueOff val="-199832"/>
            <a:satOff val="-3345"/>
            <a:lumOff val="2540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900" kern="1200"/>
        </a:p>
      </dsp:txBody>
      <dsp:txXfrm>
        <a:off x="7631271" y="1843911"/>
        <a:ext cx="213675" cy="214251"/>
      </dsp:txXfrm>
    </dsp:sp>
    <dsp:sp modelId="{E0068A07-AAE5-4DB2-A24C-16F76B7BE00C}">
      <dsp:nvSpPr>
        <dsp:cNvPr id="0" name=""/>
        <dsp:cNvSpPr/>
      </dsp:nvSpPr>
      <dsp:spPr>
        <a:xfrm>
          <a:off x="8063230" y="1519078"/>
          <a:ext cx="1439862" cy="86391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hueOff val="0"/>
            <a:satOff val="0"/>
            <a:lumOff val="0"/>
            <a:alphaOff val="-32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 err="1"/>
            <a:t>Artifact</a:t>
          </a:r>
          <a:r>
            <a:rPr lang="de-DE" sz="1100" kern="1200" dirty="0"/>
            <a:t> Generation</a:t>
          </a:r>
        </a:p>
      </dsp:txBody>
      <dsp:txXfrm>
        <a:off x="8088533" y="1544381"/>
        <a:ext cx="1389256" cy="813311"/>
      </dsp:txXfrm>
    </dsp:sp>
    <dsp:sp modelId="{E5F55175-7A8A-4F99-B240-792025252389}">
      <dsp:nvSpPr>
        <dsp:cNvPr id="0" name=""/>
        <dsp:cNvSpPr/>
      </dsp:nvSpPr>
      <dsp:spPr>
        <a:xfrm>
          <a:off x="9647078" y="1772494"/>
          <a:ext cx="305250" cy="35708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shade val="90000"/>
            <a:hueOff val="-266443"/>
            <a:satOff val="-4460"/>
            <a:lumOff val="3387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900" kern="1200"/>
        </a:p>
      </dsp:txBody>
      <dsp:txXfrm>
        <a:off x="9647078" y="1843911"/>
        <a:ext cx="213675" cy="214251"/>
      </dsp:txXfrm>
    </dsp:sp>
    <dsp:sp modelId="{E71EA13A-DDD5-4C8A-A537-1854410439FA}">
      <dsp:nvSpPr>
        <dsp:cNvPr id="0" name=""/>
        <dsp:cNvSpPr/>
      </dsp:nvSpPr>
      <dsp:spPr>
        <a:xfrm>
          <a:off x="10079037" y="1519078"/>
          <a:ext cx="1439862" cy="86391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/>
            <a:t>Documentation</a:t>
          </a:r>
        </a:p>
      </dsp:txBody>
      <dsp:txXfrm>
        <a:off x="10104340" y="1544381"/>
        <a:ext cx="1389256" cy="81331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369D37-2FD0-734F-9642-F5CC618EB998}">
      <dsp:nvSpPr>
        <dsp:cNvPr id="0" name=""/>
        <dsp:cNvSpPr/>
      </dsp:nvSpPr>
      <dsp:spPr>
        <a:xfrm>
          <a:off x="7357121" y="3380262"/>
          <a:ext cx="184762" cy="8094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09436"/>
              </a:lnTo>
              <a:lnTo>
                <a:pt x="184762" y="809436"/>
              </a:lnTo>
            </a:path>
          </a:pathLst>
        </a:custGeom>
        <a:noFill/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A85948A-942B-FF41-BED3-8E3D66B8B531}">
      <dsp:nvSpPr>
        <dsp:cNvPr id="0" name=""/>
        <dsp:cNvSpPr/>
      </dsp:nvSpPr>
      <dsp:spPr>
        <a:xfrm>
          <a:off x="7172358" y="3380262"/>
          <a:ext cx="184762" cy="809436"/>
        </a:xfrm>
        <a:custGeom>
          <a:avLst/>
          <a:gdLst/>
          <a:ahLst/>
          <a:cxnLst/>
          <a:rect l="0" t="0" r="0" b="0"/>
          <a:pathLst>
            <a:path>
              <a:moveTo>
                <a:pt x="184762" y="0"/>
              </a:moveTo>
              <a:lnTo>
                <a:pt x="184762" y="809436"/>
              </a:lnTo>
              <a:lnTo>
                <a:pt x="0" y="809436"/>
              </a:lnTo>
            </a:path>
          </a:pathLst>
        </a:custGeom>
        <a:noFill/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37DC96-DD74-5B46-9151-72794DB960A0}">
      <dsp:nvSpPr>
        <dsp:cNvPr id="0" name=""/>
        <dsp:cNvSpPr/>
      </dsp:nvSpPr>
      <dsp:spPr>
        <a:xfrm>
          <a:off x="8236943" y="2130914"/>
          <a:ext cx="1249347" cy="809436"/>
        </a:xfrm>
        <a:custGeom>
          <a:avLst/>
          <a:gdLst/>
          <a:ahLst/>
          <a:cxnLst/>
          <a:rect l="0" t="0" r="0" b="0"/>
          <a:pathLst>
            <a:path>
              <a:moveTo>
                <a:pt x="1249347" y="0"/>
              </a:moveTo>
              <a:lnTo>
                <a:pt x="1249347" y="809436"/>
              </a:lnTo>
              <a:lnTo>
                <a:pt x="0" y="809436"/>
              </a:lnTo>
            </a:path>
          </a:pathLst>
        </a:custGeom>
        <a:noFill/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189F2D-103D-3343-BC47-F4847CCBC895}">
      <dsp:nvSpPr>
        <dsp:cNvPr id="0" name=""/>
        <dsp:cNvSpPr/>
      </dsp:nvSpPr>
      <dsp:spPr>
        <a:xfrm>
          <a:off x="5761035" y="879825"/>
          <a:ext cx="2845433" cy="8111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11178"/>
              </a:lnTo>
              <a:lnTo>
                <a:pt x="2845433" y="811178"/>
              </a:lnTo>
            </a:path>
          </a:pathLst>
        </a:custGeom>
        <a:noFill/>
        <a:ln w="63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2B8484-80AB-6D42-BE12-5DE4DB8C52B0}">
      <dsp:nvSpPr>
        <dsp:cNvPr id="0" name=""/>
        <dsp:cNvSpPr/>
      </dsp:nvSpPr>
      <dsp:spPr>
        <a:xfrm>
          <a:off x="3098780" y="2130914"/>
          <a:ext cx="184762" cy="20587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58784"/>
              </a:lnTo>
              <a:lnTo>
                <a:pt x="184762" y="2058784"/>
              </a:lnTo>
            </a:path>
          </a:pathLst>
        </a:custGeom>
        <a:noFill/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1EB181-22B2-C54C-B5E8-6E8E4F20009B}">
      <dsp:nvSpPr>
        <dsp:cNvPr id="0" name=""/>
        <dsp:cNvSpPr/>
      </dsp:nvSpPr>
      <dsp:spPr>
        <a:xfrm>
          <a:off x="2914018" y="2130914"/>
          <a:ext cx="184762" cy="2058784"/>
        </a:xfrm>
        <a:custGeom>
          <a:avLst/>
          <a:gdLst/>
          <a:ahLst/>
          <a:cxnLst/>
          <a:rect l="0" t="0" r="0" b="0"/>
          <a:pathLst>
            <a:path>
              <a:moveTo>
                <a:pt x="184762" y="0"/>
              </a:moveTo>
              <a:lnTo>
                <a:pt x="184762" y="2058784"/>
              </a:lnTo>
              <a:lnTo>
                <a:pt x="0" y="2058784"/>
              </a:lnTo>
            </a:path>
          </a:pathLst>
        </a:custGeom>
        <a:noFill/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C164BD-E3F3-0749-9525-A24AE549120D}">
      <dsp:nvSpPr>
        <dsp:cNvPr id="0" name=""/>
        <dsp:cNvSpPr/>
      </dsp:nvSpPr>
      <dsp:spPr>
        <a:xfrm>
          <a:off x="3098780" y="2130914"/>
          <a:ext cx="184762" cy="8094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09436"/>
              </a:lnTo>
              <a:lnTo>
                <a:pt x="184762" y="809436"/>
              </a:lnTo>
            </a:path>
          </a:pathLst>
        </a:custGeom>
        <a:noFill/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A20B90-A7FF-6247-B8A0-75880587689F}">
      <dsp:nvSpPr>
        <dsp:cNvPr id="0" name=""/>
        <dsp:cNvSpPr/>
      </dsp:nvSpPr>
      <dsp:spPr>
        <a:xfrm>
          <a:off x="2914018" y="2130914"/>
          <a:ext cx="184762" cy="809436"/>
        </a:xfrm>
        <a:custGeom>
          <a:avLst/>
          <a:gdLst/>
          <a:ahLst/>
          <a:cxnLst/>
          <a:rect l="0" t="0" r="0" b="0"/>
          <a:pathLst>
            <a:path>
              <a:moveTo>
                <a:pt x="184762" y="0"/>
              </a:moveTo>
              <a:lnTo>
                <a:pt x="184762" y="809436"/>
              </a:lnTo>
              <a:lnTo>
                <a:pt x="0" y="809436"/>
              </a:lnTo>
            </a:path>
          </a:pathLst>
        </a:custGeom>
        <a:noFill/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8266EE-1507-D846-B28F-1EF97D0A6141}">
      <dsp:nvSpPr>
        <dsp:cNvPr id="0" name=""/>
        <dsp:cNvSpPr/>
      </dsp:nvSpPr>
      <dsp:spPr>
        <a:xfrm>
          <a:off x="3978603" y="879825"/>
          <a:ext cx="1782432" cy="811178"/>
        </a:xfrm>
        <a:custGeom>
          <a:avLst/>
          <a:gdLst/>
          <a:ahLst/>
          <a:cxnLst/>
          <a:rect l="0" t="0" r="0" b="0"/>
          <a:pathLst>
            <a:path>
              <a:moveTo>
                <a:pt x="1782432" y="0"/>
              </a:moveTo>
              <a:lnTo>
                <a:pt x="1782432" y="811178"/>
              </a:lnTo>
              <a:lnTo>
                <a:pt x="0" y="811178"/>
              </a:lnTo>
            </a:path>
          </a:pathLst>
        </a:custGeom>
        <a:noFill/>
        <a:ln w="63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A81F7E-0F1F-1446-AC60-CE3C504C7701}">
      <dsp:nvSpPr>
        <dsp:cNvPr id="0" name=""/>
        <dsp:cNvSpPr/>
      </dsp:nvSpPr>
      <dsp:spPr>
        <a:xfrm>
          <a:off x="4881212" y="2"/>
          <a:ext cx="1759644" cy="87982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LLMs</a:t>
          </a:r>
        </a:p>
      </dsp:txBody>
      <dsp:txXfrm>
        <a:off x="4881212" y="2"/>
        <a:ext cx="1759644" cy="879822"/>
      </dsp:txXfrm>
    </dsp:sp>
    <dsp:sp modelId="{3950DFB6-5F9A-9C44-9310-33D2B7AA7D44}">
      <dsp:nvSpPr>
        <dsp:cNvPr id="0" name=""/>
        <dsp:cNvSpPr/>
      </dsp:nvSpPr>
      <dsp:spPr>
        <a:xfrm>
          <a:off x="2218958" y="1251092"/>
          <a:ext cx="1759644" cy="87982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local</a:t>
          </a:r>
        </a:p>
      </dsp:txBody>
      <dsp:txXfrm>
        <a:off x="2218958" y="1251092"/>
        <a:ext cx="1759644" cy="879822"/>
      </dsp:txXfrm>
    </dsp:sp>
    <dsp:sp modelId="{D11304DC-C761-D24A-884E-AEC9443073E9}">
      <dsp:nvSpPr>
        <dsp:cNvPr id="0" name=""/>
        <dsp:cNvSpPr/>
      </dsp:nvSpPr>
      <dsp:spPr>
        <a:xfrm>
          <a:off x="1154373" y="2500440"/>
          <a:ext cx="1759644" cy="87982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/>
            <a:t>llama.cpp</a:t>
          </a:r>
          <a:endParaRPr lang="en-US" sz="2200" kern="1200" dirty="0"/>
        </a:p>
      </dsp:txBody>
      <dsp:txXfrm>
        <a:off x="1154373" y="2500440"/>
        <a:ext cx="1759644" cy="879822"/>
      </dsp:txXfrm>
    </dsp:sp>
    <dsp:sp modelId="{CFCF7BF9-0B5A-244C-8352-6EFB835981B8}">
      <dsp:nvSpPr>
        <dsp:cNvPr id="0" name=""/>
        <dsp:cNvSpPr/>
      </dsp:nvSpPr>
      <dsp:spPr>
        <a:xfrm>
          <a:off x="3283543" y="2500440"/>
          <a:ext cx="1759644" cy="87982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/>
            <a:t>ollama</a:t>
          </a:r>
          <a:endParaRPr lang="en-US" sz="2200" kern="1200" dirty="0"/>
        </a:p>
      </dsp:txBody>
      <dsp:txXfrm>
        <a:off x="3283543" y="2500440"/>
        <a:ext cx="1759644" cy="879822"/>
      </dsp:txXfrm>
    </dsp:sp>
    <dsp:sp modelId="{73EB6162-9CD8-844D-8B9B-8369B5833E72}">
      <dsp:nvSpPr>
        <dsp:cNvPr id="0" name=""/>
        <dsp:cNvSpPr/>
      </dsp:nvSpPr>
      <dsp:spPr>
        <a:xfrm>
          <a:off x="1154373" y="3749787"/>
          <a:ext cx="1759644" cy="87982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/>
            <a:t>lm</a:t>
          </a:r>
          <a:r>
            <a:rPr lang="en-US" sz="2200" kern="1200" dirty="0"/>
            <a:t> studio</a:t>
          </a:r>
        </a:p>
      </dsp:txBody>
      <dsp:txXfrm>
        <a:off x="1154373" y="3749787"/>
        <a:ext cx="1759644" cy="879822"/>
      </dsp:txXfrm>
    </dsp:sp>
    <dsp:sp modelId="{3890F61A-57A5-454D-953A-8A24DEDBF4E5}">
      <dsp:nvSpPr>
        <dsp:cNvPr id="0" name=""/>
        <dsp:cNvSpPr/>
      </dsp:nvSpPr>
      <dsp:spPr>
        <a:xfrm>
          <a:off x="3283543" y="3749787"/>
          <a:ext cx="1759644" cy="87982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custom </a:t>
          </a:r>
          <a:r>
            <a:rPr lang="en-US" sz="2200" kern="1200" dirty="0" err="1"/>
            <a:t>api</a:t>
          </a:r>
          <a:endParaRPr lang="en-US" sz="2200" kern="1200" dirty="0"/>
        </a:p>
      </dsp:txBody>
      <dsp:txXfrm>
        <a:off x="3283543" y="3749787"/>
        <a:ext cx="1759644" cy="879822"/>
      </dsp:txXfrm>
    </dsp:sp>
    <dsp:sp modelId="{E14778A8-E10D-7849-BCDB-7C42C4B4C33B}">
      <dsp:nvSpPr>
        <dsp:cNvPr id="0" name=""/>
        <dsp:cNvSpPr/>
      </dsp:nvSpPr>
      <dsp:spPr>
        <a:xfrm>
          <a:off x="8606468" y="1251092"/>
          <a:ext cx="1759644" cy="87982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/>
            <a:t>api</a:t>
          </a:r>
          <a:endParaRPr lang="en-US" sz="2200" kern="1200" dirty="0"/>
        </a:p>
      </dsp:txBody>
      <dsp:txXfrm>
        <a:off x="8606468" y="1251092"/>
        <a:ext cx="1759644" cy="879822"/>
      </dsp:txXfrm>
    </dsp:sp>
    <dsp:sp modelId="{5A2D6C47-40CF-0E4D-AC7F-8EADBF60BD15}">
      <dsp:nvSpPr>
        <dsp:cNvPr id="0" name=""/>
        <dsp:cNvSpPr/>
      </dsp:nvSpPr>
      <dsp:spPr>
        <a:xfrm>
          <a:off x="6477298" y="2500440"/>
          <a:ext cx="1759644" cy="87982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/>
            <a:t>openai</a:t>
          </a:r>
          <a:endParaRPr lang="en-US" sz="2200" kern="1200" dirty="0"/>
        </a:p>
      </dsp:txBody>
      <dsp:txXfrm>
        <a:off x="6477298" y="2500440"/>
        <a:ext cx="1759644" cy="879822"/>
      </dsp:txXfrm>
    </dsp:sp>
    <dsp:sp modelId="{189773A4-DB47-D44D-939A-44C7E5F94912}">
      <dsp:nvSpPr>
        <dsp:cNvPr id="0" name=""/>
        <dsp:cNvSpPr/>
      </dsp:nvSpPr>
      <dsp:spPr>
        <a:xfrm>
          <a:off x="5412713" y="3749787"/>
          <a:ext cx="1759644" cy="87982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/>
            <a:t>Gpt</a:t>
          </a:r>
          <a:r>
            <a:rPr lang="en-US" sz="2200" kern="1200" dirty="0"/>
            <a:t> - 4o</a:t>
          </a:r>
        </a:p>
      </dsp:txBody>
      <dsp:txXfrm>
        <a:off x="5412713" y="3749787"/>
        <a:ext cx="1759644" cy="879822"/>
      </dsp:txXfrm>
    </dsp:sp>
    <dsp:sp modelId="{44EF7BA6-9236-9F44-938E-A7A5D9FC9F5E}">
      <dsp:nvSpPr>
        <dsp:cNvPr id="0" name=""/>
        <dsp:cNvSpPr/>
      </dsp:nvSpPr>
      <dsp:spPr>
        <a:xfrm>
          <a:off x="7541883" y="3749787"/>
          <a:ext cx="1759644" cy="87982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/>
            <a:t>Gpt</a:t>
          </a:r>
          <a:r>
            <a:rPr lang="en-US" sz="2200" kern="1200" dirty="0"/>
            <a:t>  5</a:t>
          </a:r>
        </a:p>
      </dsp:txBody>
      <dsp:txXfrm>
        <a:off x="7541883" y="3749787"/>
        <a:ext cx="1759644" cy="87982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53501C-EC7A-4E43-976C-7A9BDC976F9B}">
      <dsp:nvSpPr>
        <dsp:cNvPr id="0" name=""/>
        <dsp:cNvSpPr/>
      </dsp:nvSpPr>
      <dsp:spPr>
        <a:xfrm>
          <a:off x="7889413" y="2130914"/>
          <a:ext cx="184762" cy="8094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09436"/>
              </a:lnTo>
              <a:lnTo>
                <a:pt x="184762" y="809436"/>
              </a:lnTo>
            </a:path>
          </a:pathLst>
        </a:custGeom>
        <a:noFill/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37DC96-DD74-5B46-9151-72794DB960A0}">
      <dsp:nvSpPr>
        <dsp:cNvPr id="0" name=""/>
        <dsp:cNvSpPr/>
      </dsp:nvSpPr>
      <dsp:spPr>
        <a:xfrm>
          <a:off x="7704650" y="2130914"/>
          <a:ext cx="184762" cy="809436"/>
        </a:xfrm>
        <a:custGeom>
          <a:avLst/>
          <a:gdLst/>
          <a:ahLst/>
          <a:cxnLst/>
          <a:rect l="0" t="0" r="0" b="0"/>
          <a:pathLst>
            <a:path>
              <a:moveTo>
                <a:pt x="184762" y="0"/>
              </a:moveTo>
              <a:lnTo>
                <a:pt x="184762" y="809436"/>
              </a:lnTo>
              <a:lnTo>
                <a:pt x="0" y="809436"/>
              </a:lnTo>
            </a:path>
          </a:pathLst>
        </a:custGeom>
        <a:noFill/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189F2D-103D-3343-BC47-F4847CCBC895}">
      <dsp:nvSpPr>
        <dsp:cNvPr id="0" name=""/>
        <dsp:cNvSpPr/>
      </dsp:nvSpPr>
      <dsp:spPr>
        <a:xfrm>
          <a:off x="5761035" y="879825"/>
          <a:ext cx="1248555" cy="8111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11178"/>
              </a:lnTo>
              <a:lnTo>
                <a:pt x="1248555" y="811178"/>
              </a:lnTo>
            </a:path>
          </a:pathLst>
        </a:custGeom>
        <a:noFill/>
        <a:ln w="63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2B8484-80AB-6D42-BE12-5DE4DB8C52B0}">
      <dsp:nvSpPr>
        <dsp:cNvPr id="0" name=""/>
        <dsp:cNvSpPr/>
      </dsp:nvSpPr>
      <dsp:spPr>
        <a:xfrm>
          <a:off x="3631073" y="2130914"/>
          <a:ext cx="184762" cy="20587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58784"/>
              </a:lnTo>
              <a:lnTo>
                <a:pt x="184762" y="2058784"/>
              </a:lnTo>
            </a:path>
          </a:pathLst>
        </a:custGeom>
        <a:noFill/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1EB181-22B2-C54C-B5E8-6E8E4F20009B}">
      <dsp:nvSpPr>
        <dsp:cNvPr id="0" name=""/>
        <dsp:cNvSpPr/>
      </dsp:nvSpPr>
      <dsp:spPr>
        <a:xfrm>
          <a:off x="3446310" y="2130914"/>
          <a:ext cx="184762" cy="2058784"/>
        </a:xfrm>
        <a:custGeom>
          <a:avLst/>
          <a:gdLst/>
          <a:ahLst/>
          <a:cxnLst/>
          <a:rect l="0" t="0" r="0" b="0"/>
          <a:pathLst>
            <a:path>
              <a:moveTo>
                <a:pt x="184762" y="0"/>
              </a:moveTo>
              <a:lnTo>
                <a:pt x="184762" y="2058784"/>
              </a:lnTo>
              <a:lnTo>
                <a:pt x="0" y="2058784"/>
              </a:lnTo>
            </a:path>
          </a:pathLst>
        </a:custGeom>
        <a:noFill/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C164BD-E3F3-0749-9525-A24AE549120D}">
      <dsp:nvSpPr>
        <dsp:cNvPr id="0" name=""/>
        <dsp:cNvSpPr/>
      </dsp:nvSpPr>
      <dsp:spPr>
        <a:xfrm>
          <a:off x="3631073" y="2130914"/>
          <a:ext cx="184762" cy="8094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09436"/>
              </a:lnTo>
              <a:lnTo>
                <a:pt x="184762" y="809436"/>
              </a:lnTo>
            </a:path>
          </a:pathLst>
        </a:custGeom>
        <a:noFill/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A20B90-A7FF-6247-B8A0-75880587689F}">
      <dsp:nvSpPr>
        <dsp:cNvPr id="0" name=""/>
        <dsp:cNvSpPr/>
      </dsp:nvSpPr>
      <dsp:spPr>
        <a:xfrm>
          <a:off x="3446310" y="2130914"/>
          <a:ext cx="184762" cy="809436"/>
        </a:xfrm>
        <a:custGeom>
          <a:avLst/>
          <a:gdLst/>
          <a:ahLst/>
          <a:cxnLst/>
          <a:rect l="0" t="0" r="0" b="0"/>
          <a:pathLst>
            <a:path>
              <a:moveTo>
                <a:pt x="184762" y="0"/>
              </a:moveTo>
              <a:lnTo>
                <a:pt x="184762" y="809436"/>
              </a:lnTo>
              <a:lnTo>
                <a:pt x="0" y="809436"/>
              </a:lnTo>
            </a:path>
          </a:pathLst>
        </a:custGeom>
        <a:noFill/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8266EE-1507-D846-B28F-1EF97D0A6141}">
      <dsp:nvSpPr>
        <dsp:cNvPr id="0" name=""/>
        <dsp:cNvSpPr/>
      </dsp:nvSpPr>
      <dsp:spPr>
        <a:xfrm>
          <a:off x="4510895" y="879825"/>
          <a:ext cx="1250139" cy="811178"/>
        </a:xfrm>
        <a:custGeom>
          <a:avLst/>
          <a:gdLst/>
          <a:ahLst/>
          <a:cxnLst/>
          <a:rect l="0" t="0" r="0" b="0"/>
          <a:pathLst>
            <a:path>
              <a:moveTo>
                <a:pt x="1250139" y="0"/>
              </a:moveTo>
              <a:lnTo>
                <a:pt x="1250139" y="811178"/>
              </a:lnTo>
              <a:lnTo>
                <a:pt x="0" y="811178"/>
              </a:lnTo>
            </a:path>
          </a:pathLst>
        </a:custGeom>
        <a:noFill/>
        <a:ln w="63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A81F7E-0F1F-1446-AC60-CE3C504C7701}">
      <dsp:nvSpPr>
        <dsp:cNvPr id="0" name=""/>
        <dsp:cNvSpPr/>
      </dsp:nvSpPr>
      <dsp:spPr>
        <a:xfrm>
          <a:off x="4881212" y="2"/>
          <a:ext cx="1759644" cy="87982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Local LLMs</a:t>
          </a:r>
        </a:p>
      </dsp:txBody>
      <dsp:txXfrm>
        <a:off x="4881212" y="2"/>
        <a:ext cx="1759644" cy="879822"/>
      </dsp:txXfrm>
    </dsp:sp>
    <dsp:sp modelId="{3950DFB6-5F9A-9C44-9310-33D2B7AA7D44}">
      <dsp:nvSpPr>
        <dsp:cNvPr id="0" name=""/>
        <dsp:cNvSpPr/>
      </dsp:nvSpPr>
      <dsp:spPr>
        <a:xfrm>
          <a:off x="2751251" y="1251092"/>
          <a:ext cx="1759644" cy="87982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LLM’S models and performance</a:t>
          </a:r>
        </a:p>
      </dsp:txBody>
      <dsp:txXfrm>
        <a:off x="2751251" y="1251092"/>
        <a:ext cx="1759644" cy="879822"/>
      </dsp:txXfrm>
    </dsp:sp>
    <dsp:sp modelId="{D11304DC-C761-D24A-884E-AEC9443073E9}">
      <dsp:nvSpPr>
        <dsp:cNvPr id="0" name=""/>
        <dsp:cNvSpPr/>
      </dsp:nvSpPr>
      <dsp:spPr>
        <a:xfrm>
          <a:off x="1686666" y="2500440"/>
          <a:ext cx="1759644" cy="87982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Small &lt; 15B parameters</a:t>
          </a:r>
        </a:p>
      </dsp:txBody>
      <dsp:txXfrm>
        <a:off x="1686666" y="2500440"/>
        <a:ext cx="1759644" cy="879822"/>
      </dsp:txXfrm>
    </dsp:sp>
    <dsp:sp modelId="{CFCF7BF9-0B5A-244C-8352-6EFB835981B8}">
      <dsp:nvSpPr>
        <dsp:cNvPr id="0" name=""/>
        <dsp:cNvSpPr/>
      </dsp:nvSpPr>
      <dsp:spPr>
        <a:xfrm>
          <a:off x="3815836" y="2500440"/>
          <a:ext cx="1759644" cy="87982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Medium 15–25B parameters</a:t>
          </a:r>
        </a:p>
      </dsp:txBody>
      <dsp:txXfrm>
        <a:off x="3815836" y="2500440"/>
        <a:ext cx="1759644" cy="879822"/>
      </dsp:txXfrm>
    </dsp:sp>
    <dsp:sp modelId="{73EB6162-9CD8-844D-8B9B-8369B5833E72}">
      <dsp:nvSpPr>
        <dsp:cNvPr id="0" name=""/>
        <dsp:cNvSpPr/>
      </dsp:nvSpPr>
      <dsp:spPr>
        <a:xfrm>
          <a:off x="1686666" y="3749787"/>
          <a:ext cx="1759644" cy="87982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Large 25-35B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parameters</a:t>
          </a:r>
        </a:p>
      </dsp:txBody>
      <dsp:txXfrm>
        <a:off x="1686666" y="3749787"/>
        <a:ext cx="1759644" cy="879822"/>
      </dsp:txXfrm>
    </dsp:sp>
    <dsp:sp modelId="{3890F61A-57A5-454D-953A-8A24DEDBF4E5}">
      <dsp:nvSpPr>
        <dsp:cNvPr id="0" name=""/>
        <dsp:cNvSpPr/>
      </dsp:nvSpPr>
      <dsp:spPr>
        <a:xfrm>
          <a:off x="3815836" y="3749787"/>
          <a:ext cx="1759644" cy="87982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Extra Large &gt;40B parameters</a:t>
          </a:r>
        </a:p>
      </dsp:txBody>
      <dsp:txXfrm>
        <a:off x="3815836" y="3749787"/>
        <a:ext cx="1759644" cy="879822"/>
      </dsp:txXfrm>
    </dsp:sp>
    <dsp:sp modelId="{E14778A8-E10D-7849-BCDB-7C42C4B4C33B}">
      <dsp:nvSpPr>
        <dsp:cNvPr id="0" name=""/>
        <dsp:cNvSpPr/>
      </dsp:nvSpPr>
      <dsp:spPr>
        <a:xfrm>
          <a:off x="7009591" y="1251092"/>
          <a:ext cx="1759644" cy="87982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LLMs broad classification</a:t>
          </a:r>
        </a:p>
      </dsp:txBody>
      <dsp:txXfrm>
        <a:off x="7009591" y="1251092"/>
        <a:ext cx="1759644" cy="879822"/>
      </dsp:txXfrm>
    </dsp:sp>
    <dsp:sp modelId="{5A2D6C47-40CF-0E4D-AC7F-8EADBF60BD15}">
      <dsp:nvSpPr>
        <dsp:cNvPr id="0" name=""/>
        <dsp:cNvSpPr/>
      </dsp:nvSpPr>
      <dsp:spPr>
        <a:xfrm>
          <a:off x="5945006" y="2500440"/>
          <a:ext cx="1759644" cy="87982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Code specialized</a:t>
          </a:r>
        </a:p>
      </dsp:txBody>
      <dsp:txXfrm>
        <a:off x="5945006" y="2500440"/>
        <a:ext cx="1759644" cy="879822"/>
      </dsp:txXfrm>
    </dsp:sp>
    <dsp:sp modelId="{BC438818-9069-A54A-B900-32DDC638F0A2}">
      <dsp:nvSpPr>
        <dsp:cNvPr id="0" name=""/>
        <dsp:cNvSpPr/>
      </dsp:nvSpPr>
      <dsp:spPr>
        <a:xfrm>
          <a:off x="8074176" y="2500440"/>
          <a:ext cx="1759644" cy="87982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General purpose</a:t>
          </a:r>
          <a:endParaRPr lang="en-US" sz="1400" kern="1200" dirty="0"/>
        </a:p>
      </dsp:txBody>
      <dsp:txXfrm>
        <a:off x="8074176" y="2500440"/>
        <a:ext cx="1759644" cy="87982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8ACA37-2FBC-4315-81EB-82FE3BEFBD37}">
      <dsp:nvSpPr>
        <dsp:cNvPr id="0" name=""/>
        <dsp:cNvSpPr/>
      </dsp:nvSpPr>
      <dsp:spPr>
        <a:xfrm>
          <a:off x="5759450" y="1743969"/>
          <a:ext cx="4772427" cy="4141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7068"/>
              </a:lnTo>
              <a:lnTo>
                <a:pt x="4772427" y="207068"/>
              </a:lnTo>
              <a:lnTo>
                <a:pt x="4772427" y="414136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46018D-033A-074E-8078-107BBE4E1DE2}">
      <dsp:nvSpPr>
        <dsp:cNvPr id="0" name=""/>
        <dsp:cNvSpPr/>
      </dsp:nvSpPr>
      <dsp:spPr>
        <a:xfrm>
          <a:off x="5759450" y="1743969"/>
          <a:ext cx="2386213" cy="4141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7068"/>
              </a:lnTo>
              <a:lnTo>
                <a:pt x="2386213" y="207068"/>
              </a:lnTo>
              <a:lnTo>
                <a:pt x="2386213" y="414136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CC900C-ADB3-7D48-8D3B-23840C0D95FB}">
      <dsp:nvSpPr>
        <dsp:cNvPr id="0" name=""/>
        <dsp:cNvSpPr/>
      </dsp:nvSpPr>
      <dsp:spPr>
        <a:xfrm>
          <a:off x="5713729" y="1743969"/>
          <a:ext cx="91440" cy="41413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14136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59A9BA-EAD2-6945-816A-D3FE804C8D88}">
      <dsp:nvSpPr>
        <dsp:cNvPr id="0" name=""/>
        <dsp:cNvSpPr/>
      </dsp:nvSpPr>
      <dsp:spPr>
        <a:xfrm>
          <a:off x="3373236" y="1743969"/>
          <a:ext cx="2386213" cy="414136"/>
        </a:xfrm>
        <a:custGeom>
          <a:avLst/>
          <a:gdLst/>
          <a:ahLst/>
          <a:cxnLst/>
          <a:rect l="0" t="0" r="0" b="0"/>
          <a:pathLst>
            <a:path>
              <a:moveTo>
                <a:pt x="2386213" y="0"/>
              </a:moveTo>
              <a:lnTo>
                <a:pt x="2386213" y="207068"/>
              </a:lnTo>
              <a:lnTo>
                <a:pt x="0" y="207068"/>
              </a:lnTo>
              <a:lnTo>
                <a:pt x="0" y="414136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7583AD-AD29-6E45-9A08-21984109756F}">
      <dsp:nvSpPr>
        <dsp:cNvPr id="0" name=""/>
        <dsp:cNvSpPr/>
      </dsp:nvSpPr>
      <dsp:spPr>
        <a:xfrm>
          <a:off x="987022" y="1743969"/>
          <a:ext cx="4772427" cy="414136"/>
        </a:xfrm>
        <a:custGeom>
          <a:avLst/>
          <a:gdLst/>
          <a:ahLst/>
          <a:cxnLst/>
          <a:rect l="0" t="0" r="0" b="0"/>
          <a:pathLst>
            <a:path>
              <a:moveTo>
                <a:pt x="4772427" y="0"/>
              </a:moveTo>
              <a:lnTo>
                <a:pt x="4772427" y="207068"/>
              </a:lnTo>
              <a:lnTo>
                <a:pt x="0" y="207068"/>
              </a:lnTo>
              <a:lnTo>
                <a:pt x="0" y="414136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BC27DF-C041-134F-8384-430D3D5A405E}">
      <dsp:nvSpPr>
        <dsp:cNvPr id="0" name=""/>
        <dsp:cNvSpPr/>
      </dsp:nvSpPr>
      <dsp:spPr>
        <a:xfrm>
          <a:off x="4773411" y="757930"/>
          <a:ext cx="1972077" cy="98603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CPP Repositories</a:t>
          </a:r>
        </a:p>
      </dsp:txBody>
      <dsp:txXfrm>
        <a:off x="4773411" y="757930"/>
        <a:ext cx="1972077" cy="986038"/>
      </dsp:txXfrm>
    </dsp:sp>
    <dsp:sp modelId="{2BD45A37-A72E-4D40-AC99-37CDBA69E936}">
      <dsp:nvSpPr>
        <dsp:cNvPr id="0" name=""/>
        <dsp:cNvSpPr/>
      </dsp:nvSpPr>
      <dsp:spPr>
        <a:xfrm>
          <a:off x="984" y="2158105"/>
          <a:ext cx="1972077" cy="98603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Easy small</a:t>
          </a:r>
        </a:p>
      </dsp:txBody>
      <dsp:txXfrm>
        <a:off x="984" y="2158105"/>
        <a:ext cx="1972077" cy="986038"/>
      </dsp:txXfrm>
    </dsp:sp>
    <dsp:sp modelId="{CA409ED6-4FA0-DE4B-80EC-4CCC8D7EF51B}">
      <dsp:nvSpPr>
        <dsp:cNvPr id="0" name=""/>
        <dsp:cNvSpPr/>
      </dsp:nvSpPr>
      <dsp:spPr>
        <a:xfrm>
          <a:off x="2387197" y="2158105"/>
          <a:ext cx="1972077" cy="98603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Easy big</a:t>
          </a:r>
        </a:p>
      </dsp:txBody>
      <dsp:txXfrm>
        <a:off x="2387197" y="2158105"/>
        <a:ext cx="1972077" cy="986038"/>
      </dsp:txXfrm>
    </dsp:sp>
    <dsp:sp modelId="{0F63A3E5-57C6-1140-9373-2098F179103E}">
      <dsp:nvSpPr>
        <dsp:cNvPr id="0" name=""/>
        <dsp:cNvSpPr/>
      </dsp:nvSpPr>
      <dsp:spPr>
        <a:xfrm>
          <a:off x="4773411" y="2158105"/>
          <a:ext cx="1972077" cy="98603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Needs wrapper small</a:t>
          </a:r>
        </a:p>
      </dsp:txBody>
      <dsp:txXfrm>
        <a:off x="4773411" y="2158105"/>
        <a:ext cx="1972077" cy="986038"/>
      </dsp:txXfrm>
    </dsp:sp>
    <dsp:sp modelId="{CFA665AF-5726-954F-9FF0-92EE48B0249D}">
      <dsp:nvSpPr>
        <dsp:cNvPr id="0" name=""/>
        <dsp:cNvSpPr/>
      </dsp:nvSpPr>
      <dsp:spPr>
        <a:xfrm>
          <a:off x="7159624" y="2158105"/>
          <a:ext cx="1972077" cy="98603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Needs wrapper big</a:t>
          </a:r>
        </a:p>
      </dsp:txBody>
      <dsp:txXfrm>
        <a:off x="7159624" y="2158105"/>
        <a:ext cx="1972077" cy="986038"/>
      </dsp:txXfrm>
    </dsp:sp>
    <dsp:sp modelId="{E58C64D7-5C6A-45F4-8A2B-FDF10DE87F6C}">
      <dsp:nvSpPr>
        <dsp:cNvPr id="0" name=""/>
        <dsp:cNvSpPr/>
      </dsp:nvSpPr>
      <dsp:spPr>
        <a:xfrm>
          <a:off x="9545838" y="2158105"/>
          <a:ext cx="1972077" cy="98603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Already Featuring </a:t>
          </a:r>
          <a:r>
            <a:rPr lang="en-US" sz="1600" kern="1200" err="1"/>
            <a:t>CiFuzz</a:t>
          </a:r>
          <a:r>
            <a:rPr lang="en-US" sz="1600" kern="1200"/>
            <a:t>  workflow</a:t>
          </a:r>
        </a:p>
      </dsp:txBody>
      <dsp:txXfrm>
        <a:off x="9545838" y="2158105"/>
        <a:ext cx="1972077" cy="98603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0522E4-6195-4926-B7FA-AEFF2D220BA5}">
      <dsp:nvSpPr>
        <dsp:cNvPr id="0" name=""/>
        <dsp:cNvSpPr/>
      </dsp:nvSpPr>
      <dsp:spPr>
        <a:xfrm>
          <a:off x="0" y="1922"/>
          <a:ext cx="11520487" cy="97421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B65ACA-73F8-449B-AD0C-902FD4925764}">
      <dsp:nvSpPr>
        <dsp:cNvPr id="0" name=""/>
        <dsp:cNvSpPr/>
      </dsp:nvSpPr>
      <dsp:spPr>
        <a:xfrm>
          <a:off x="294699" y="221120"/>
          <a:ext cx="535817" cy="53581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9B9C03-D6AB-46FF-953C-3684189940C6}">
      <dsp:nvSpPr>
        <dsp:cNvPr id="0" name=""/>
        <dsp:cNvSpPr/>
      </dsp:nvSpPr>
      <dsp:spPr>
        <a:xfrm>
          <a:off x="1125215" y="1922"/>
          <a:ext cx="10395271" cy="9742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104" tIns="103104" rIns="103104" bIns="10310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32b – needs more than 60gb ram</a:t>
          </a:r>
        </a:p>
      </dsp:txBody>
      <dsp:txXfrm>
        <a:off x="1125215" y="1922"/>
        <a:ext cx="10395271" cy="974212"/>
      </dsp:txXfrm>
    </dsp:sp>
    <dsp:sp modelId="{7FFAE968-4716-4D99-A481-F427B28898F9}">
      <dsp:nvSpPr>
        <dsp:cNvPr id="0" name=""/>
        <dsp:cNvSpPr/>
      </dsp:nvSpPr>
      <dsp:spPr>
        <a:xfrm>
          <a:off x="0" y="1219688"/>
          <a:ext cx="11520487" cy="97421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D5875F-BD81-4D65-B9AD-AF42207D0E4C}">
      <dsp:nvSpPr>
        <dsp:cNvPr id="0" name=""/>
        <dsp:cNvSpPr/>
      </dsp:nvSpPr>
      <dsp:spPr>
        <a:xfrm>
          <a:off x="294699" y="1438886"/>
          <a:ext cx="535817" cy="53581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CF1969-A7E3-41A3-8993-1E862918C403}">
      <dsp:nvSpPr>
        <dsp:cNvPr id="0" name=""/>
        <dsp:cNvSpPr/>
      </dsp:nvSpPr>
      <dsp:spPr>
        <a:xfrm>
          <a:off x="1125215" y="1219688"/>
          <a:ext cx="10395271" cy="9742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104" tIns="103104" rIns="103104" bIns="10310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14b – (32 – 37gb) ram</a:t>
          </a:r>
        </a:p>
      </dsp:txBody>
      <dsp:txXfrm>
        <a:off x="1125215" y="1219688"/>
        <a:ext cx="10395271" cy="974212"/>
      </dsp:txXfrm>
    </dsp:sp>
    <dsp:sp modelId="{64A641BC-2D16-4486-899D-59AF99485136}">
      <dsp:nvSpPr>
        <dsp:cNvPr id="0" name=""/>
        <dsp:cNvSpPr/>
      </dsp:nvSpPr>
      <dsp:spPr>
        <a:xfrm>
          <a:off x="0" y="2437454"/>
          <a:ext cx="11520487" cy="97421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5FF9C4-0FAA-4E38-8AEF-52DA917AD70B}">
      <dsp:nvSpPr>
        <dsp:cNvPr id="0" name=""/>
        <dsp:cNvSpPr/>
      </dsp:nvSpPr>
      <dsp:spPr>
        <a:xfrm>
          <a:off x="294699" y="2656651"/>
          <a:ext cx="535817" cy="53581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331D0A-454C-4E7F-8D87-7660D7879F08}">
      <dsp:nvSpPr>
        <dsp:cNvPr id="0" name=""/>
        <dsp:cNvSpPr/>
      </dsp:nvSpPr>
      <dsp:spPr>
        <a:xfrm>
          <a:off x="1125215" y="2437454"/>
          <a:ext cx="10395271" cy="9742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104" tIns="103104" rIns="103104" bIns="10310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7b –  24gb ram without any background process </a:t>
          </a:r>
        </a:p>
      </dsp:txBody>
      <dsp:txXfrm>
        <a:off x="1125215" y="2437454"/>
        <a:ext cx="10395271" cy="974212"/>
      </dsp:txXfrm>
    </dsp:sp>
    <dsp:sp modelId="{9BFEBB60-8DB6-492C-936D-17711FC2FEA0}">
      <dsp:nvSpPr>
        <dsp:cNvPr id="0" name=""/>
        <dsp:cNvSpPr/>
      </dsp:nvSpPr>
      <dsp:spPr>
        <a:xfrm>
          <a:off x="0" y="3655220"/>
          <a:ext cx="11520487" cy="97421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8379CD-3176-4239-8FF0-F79E18AC6BE1}">
      <dsp:nvSpPr>
        <dsp:cNvPr id="0" name=""/>
        <dsp:cNvSpPr/>
      </dsp:nvSpPr>
      <dsp:spPr>
        <a:xfrm>
          <a:off x="294699" y="3874417"/>
          <a:ext cx="535817" cy="53581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6C8EE1-A91F-451A-8656-F4374F4781CC}">
      <dsp:nvSpPr>
        <dsp:cNvPr id="0" name=""/>
        <dsp:cNvSpPr/>
      </dsp:nvSpPr>
      <dsp:spPr>
        <a:xfrm>
          <a:off x="1125215" y="3655220"/>
          <a:ext cx="10395271" cy="9742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104" tIns="103104" rIns="103104" bIns="10310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1.5b – 14gb ram</a:t>
          </a:r>
        </a:p>
      </dsp:txBody>
      <dsp:txXfrm>
        <a:off x="1125215" y="3655220"/>
        <a:ext cx="10395271" cy="97421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417D7D-35CC-824F-A063-4F7D5EA1E223}">
      <dsp:nvSpPr>
        <dsp:cNvPr id="0" name=""/>
        <dsp:cNvSpPr/>
      </dsp:nvSpPr>
      <dsp:spPr>
        <a:xfrm>
          <a:off x="0" y="165825"/>
          <a:ext cx="11518900" cy="124200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2012" tIns="30671" rIns="30671" bIns="30671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NAME                                  	                		   1		SIZE    </a:t>
          </a:r>
        </a:p>
      </dsp:txBody>
      <dsp:txXfrm>
        <a:off x="621000" y="165825"/>
        <a:ext cx="10276900" cy="1242000"/>
      </dsp:txXfrm>
    </dsp:sp>
    <dsp:sp modelId="{932A9E49-2BAB-8848-9AB6-149EAF5F3599}">
      <dsp:nvSpPr>
        <dsp:cNvPr id="0" name=""/>
        <dsp:cNvSpPr/>
      </dsp:nvSpPr>
      <dsp:spPr>
        <a:xfrm>
          <a:off x="0" y="1563075"/>
          <a:ext cx="9215120" cy="2173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qwen2.5-coder:1.5b                                   986 MB   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qwen-fuzzer-1.5-709-examples:latest         3.1 GB   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qwen-fuzzer-1.5-172-examples:latest         3.1 GB       </a:t>
          </a:r>
        </a:p>
      </dsp:txBody>
      <dsp:txXfrm>
        <a:off x="0" y="1563075"/>
        <a:ext cx="9215120" cy="21735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EB1756-EEC6-4BF1-819C-DB508DE4E140}" type="datetimeFigureOut">
              <a:rPr lang="de-DE" sz="1050" smtClean="0"/>
              <a:t>23.09.25</a:t>
            </a:fld>
            <a:endParaRPr lang="de-DE" sz="105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7DF97C-5536-43D7-954A-37CF4263AD34}" type="slidenum">
              <a:rPr lang="de-DE" sz="1050" smtClean="0"/>
              <a:t>‹#›</a:t>
            </a:fld>
            <a:endParaRPr lang="de-DE" sz="1050"/>
          </a:p>
        </p:txBody>
      </p:sp>
    </p:spTree>
    <p:extLst>
      <p:ext uri="{BB962C8B-B14F-4D97-AF65-F5344CB8AC3E}">
        <p14:creationId xmlns:p14="http://schemas.microsoft.com/office/powerpoint/2010/main" val="2485996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50">
                <a:latin typeface="+mn-lt"/>
                <a:sym typeface="FK CARIAD Light" pitchFamily="50" charset="0"/>
              </a:defRPr>
            </a:lvl1pPr>
          </a:lstStyle>
          <a:p>
            <a:fld id="{846D7734-4694-44AB-961B-1F0302DA1C20}" type="datetimeFigureOut">
              <a:rPr lang="de-DE" smtClean="0"/>
              <a:pPr/>
              <a:t>23.09.25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50">
                <a:latin typeface="+mn-lt"/>
                <a:sym typeface="FK CARIAD Light" pitchFamily="50" charset="0"/>
              </a:defRPr>
            </a:lvl1pPr>
          </a:lstStyle>
          <a:p>
            <a:fld id="{7323341F-B2D7-455A-923F-83B350011543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0050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  <a:sym typeface="FK CARIAD Light" pitchFamily="50" charset="0"/>
      </a:defRPr>
    </a:lvl1pPr>
    <a:lvl2pPr marL="685800" indent="-228600" algn="l" defTabSz="914400" rtl="0" eaLnBrk="1" latinLnBrk="0" hangingPunct="1">
      <a:buFont typeface="Symbol" panose="05050102010706020507" pitchFamily="18" charset="2"/>
      <a:buChar char="-"/>
      <a:defRPr sz="1100" kern="1200">
        <a:solidFill>
          <a:schemeClr val="tx1"/>
        </a:solidFill>
        <a:latin typeface="+mn-lt"/>
        <a:ea typeface="+mn-ea"/>
        <a:cs typeface="+mn-cs"/>
        <a:sym typeface="FK CARIAD Light" pitchFamily="50" charset="0"/>
      </a:defRPr>
    </a:lvl2pPr>
    <a:lvl3pPr marL="1143000" indent="-228600" algn="l" defTabSz="914400" rtl="0" eaLnBrk="1" latinLnBrk="0" hangingPunct="1">
      <a:buFont typeface="Symbol" panose="05050102010706020507" pitchFamily="18" charset="2"/>
      <a:buChar char="-"/>
      <a:defRPr sz="1100" kern="1200">
        <a:solidFill>
          <a:schemeClr val="tx1"/>
        </a:solidFill>
        <a:latin typeface="+mn-lt"/>
        <a:ea typeface="+mn-ea"/>
        <a:cs typeface="+mn-cs"/>
        <a:sym typeface="FK CARIAD Light" pitchFamily="50" charset="0"/>
      </a:defRPr>
    </a:lvl3pPr>
    <a:lvl4pPr marL="1600200" indent="-228600" algn="l" defTabSz="914400" rtl="0" eaLnBrk="1" latinLnBrk="0" hangingPunct="1">
      <a:buFont typeface="Symbol" panose="05050102010706020507" pitchFamily="18" charset="2"/>
      <a:buChar char="-"/>
      <a:defRPr sz="1100" kern="1200">
        <a:solidFill>
          <a:schemeClr val="tx1"/>
        </a:solidFill>
        <a:latin typeface="+mn-lt"/>
        <a:ea typeface="+mn-ea"/>
        <a:cs typeface="+mn-cs"/>
        <a:sym typeface="FK CARIAD Light" pitchFamily="50" charset="0"/>
      </a:defRPr>
    </a:lvl4pPr>
    <a:lvl5pPr marL="2057400" indent="-228600" algn="l" defTabSz="914400" rtl="0" eaLnBrk="1" latinLnBrk="0" hangingPunct="1">
      <a:buFont typeface="Symbol" panose="05050102010706020507" pitchFamily="18" charset="2"/>
      <a:buChar char="-"/>
      <a:defRPr sz="1100" kern="1200">
        <a:solidFill>
          <a:schemeClr val="tx1"/>
        </a:solidFill>
        <a:latin typeface="+mn-lt"/>
        <a:ea typeface="+mn-ea"/>
        <a:cs typeface="+mn-cs"/>
        <a:sym typeface="FK CARIAD Light" pitchFamily="50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3341F-B2D7-455A-923F-83B350011543}" type="slidenum">
              <a:rPr lang="de-DE" smtClean="0"/>
              <a:pPr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98202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3341F-B2D7-455A-923F-83B350011543}" type="slidenum">
              <a:rPr lang="de-DE" smtClean="0"/>
              <a:pPr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73619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3341F-B2D7-455A-923F-83B350011543}" type="slidenum">
              <a:rPr lang="de-DE" smtClean="0"/>
              <a:pPr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96649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CF6B0-9FE9-EC50-35F6-48EC9FD2C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4ED1EF-15E6-A899-7AAF-BA0C4A2369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15E502-CA16-94C3-588B-3BE49797A7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Technique Design  </a:t>
            </a:r>
          </a:p>
          <a:p>
            <a:r>
              <a:rPr lang="en-US"/>
              <a:t>• AI-assisted white-box fuzzing for automotive targets  </a:t>
            </a:r>
          </a:p>
          <a:p>
            <a:endParaRPr lang="en-US"/>
          </a:p>
          <a:p>
            <a:r>
              <a:rPr lang="en-US" b="1"/>
              <a:t>Pipeline Integration  </a:t>
            </a:r>
          </a:p>
          <a:p>
            <a:r>
              <a:rPr lang="en-US"/>
              <a:t>• Embed continuous fuzzing into existing CI/CD/CT  </a:t>
            </a:r>
          </a:p>
          <a:p>
            <a:endParaRPr lang="en-US"/>
          </a:p>
          <a:p>
            <a:r>
              <a:rPr lang="en-US" b="1"/>
              <a:t>Artifact &amp; Impact Automation  </a:t>
            </a:r>
          </a:p>
          <a:p>
            <a:r>
              <a:rPr lang="en-US"/>
              <a:t>• Auto-generate test cases, reports, quality matrix  </a:t>
            </a:r>
          </a:p>
          <a:p>
            <a:r>
              <a:rPr lang="en-US"/>
              <a:t>• Measure coverage, MTTV, and CI latency vs. baseline</a:t>
            </a:r>
            <a:endParaRPr lang="de-DE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0200E0-18EE-88C4-9F40-049FF33229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3341F-B2D7-455A-923F-83B350011543}" type="slidenum">
              <a:rPr lang="de-DE" smtClean="0"/>
              <a:pPr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184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E90FE-A0C4-3EFE-3F5C-4B4E67E09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ED04D3-E949-6276-BD16-C8A4E26B6C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FA3641-9B3C-FD88-5D66-DE80FE9C03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0ECF00-9D61-197E-5660-261B962B51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3341F-B2D7-455A-923F-83B350011543}" type="slidenum">
              <a:rPr lang="de-DE" smtClean="0"/>
              <a:pPr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85769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3341F-B2D7-455A-923F-83B350011543}" type="slidenum">
              <a:rPr lang="de-DE" smtClean="0"/>
              <a:pPr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59410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98494-E0A6-D5ED-9133-9E7136962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F0EFD0-1595-91B9-454B-4853A025DE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DA30CD-D1B6-4D3D-A5F0-290B3B669B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163718-6FFC-513B-05EB-05E9F2C14C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3341F-B2D7-455A-923F-83B350011543}" type="slidenum">
              <a:rPr lang="de-DE" smtClean="0"/>
              <a:pPr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68091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3341F-B2D7-455A-923F-83B350011543}" type="slidenum">
              <a:rPr lang="de-DE" smtClean="0"/>
              <a:pPr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3384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3341F-B2D7-455A-923F-83B350011543}" type="slidenum">
              <a:rPr lang="de-DE" smtClean="0"/>
              <a:pPr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322171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Number of bugs found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Code coverage percentage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Time to generate fuzz tests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Quality of generated code (measured via static analysis or manual review)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Number of tokens used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3341F-B2D7-455A-923F-83B350011543}" type="slidenum">
              <a:rPr lang="de-DE" smtClean="0"/>
              <a:pPr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15006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3341F-B2D7-455A-923F-83B350011543}" type="slidenum">
              <a:rPr lang="de-DE" smtClean="0"/>
              <a:pPr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69836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64D91-1700-4314-015C-4B42ADA87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A2BE47-C3DE-9672-A62D-1DC15778ED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780E8B-E500-24E7-B7E8-86D30EC853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6AF894-FCEF-EB3C-F813-C4DFEF71E6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3341F-B2D7-455A-923F-83B350011543}" type="slidenum">
              <a:rPr lang="de-DE" smtClean="0"/>
              <a:pPr/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00143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16FB1-4C11-8B15-107F-6C949F9E8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3B93B5-DA6C-D25C-9C64-B66B95C420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FCE0F4-9B51-B1E1-E521-329F608159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7DF0AF-0E44-EBE4-A931-A38644A8DF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3341F-B2D7-455A-923F-83B350011543}" type="slidenum">
              <a:rPr lang="de-DE" smtClean="0"/>
              <a:pPr/>
              <a:t>32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89642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46FD4-E503-3E82-5215-BADB4DDCE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9D30C7-1506-FB74-5071-A30CD07AD6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2E3891-B2C0-8191-4429-4913796178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EF60D6-50C2-CF1A-B11C-3FFF44B7CB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3341F-B2D7-455A-923F-83B350011543}" type="slidenum">
              <a:rPr lang="de-DE" smtClean="0"/>
              <a:pPr/>
              <a:t>39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27058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D9734-6451-CD57-5125-B931C80BE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1C0F62-43A5-BCE9-20BF-70E1E946B5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679649-BB7D-B1E6-8C71-954974ADF5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3C38F4-6CEA-7045-2550-B8850EB2B9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3341F-B2D7-455A-923F-83B350011543}" type="slidenum">
              <a:rPr lang="de-DE" smtClean="0"/>
              <a:pPr/>
              <a:t>43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71290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983104-261E-B26F-4127-24DE20B4BD12}" type="slidenum">
              <a:rPr/>
              <a:t>45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286353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3341F-B2D7-455A-923F-83B350011543}" type="slidenum">
              <a:rPr lang="de-DE" smtClean="0"/>
              <a:pPr/>
              <a:t>46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53555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3341F-B2D7-455A-923F-83B350011543}" type="slidenum">
              <a:rPr lang="de-DE" smtClean="0"/>
              <a:pPr/>
              <a:t>47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4055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4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5.jpe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6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7.jpe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9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8.jpe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5" Type="http://schemas.openxmlformats.org/officeDocument/2006/relationships/image" Target="../media/image10.png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5" Type="http://schemas.openxmlformats.org/officeDocument/2006/relationships/image" Target="../media/image10.png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5" Type="http://schemas.openxmlformats.org/officeDocument/2006/relationships/image" Target="../media/image10.png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5" Type="http://schemas.openxmlformats.org/officeDocument/2006/relationships/image" Target="../media/image10.png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4" Type="http://schemas.openxmlformats.org/officeDocument/2006/relationships/image" Target="../media/image1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Relationship Id="rId5" Type="http://schemas.openxmlformats.org/officeDocument/2006/relationships/image" Target="../media/image10.png"/><Relationship Id="rId4" Type="http://schemas.openxmlformats.org/officeDocument/2006/relationships/image" Target="../media/image1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Relationship Id="rId4" Type="http://schemas.openxmlformats.org/officeDocument/2006/relationships/image" Target="../media/image1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Relationship Id="rId4" Type="http://schemas.openxmlformats.org/officeDocument/2006/relationships/image" Target="../media/image1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2.xml"/><Relationship Id="rId5" Type="http://schemas.openxmlformats.org/officeDocument/2006/relationships/image" Target="../media/image10.png"/><Relationship Id="rId4" Type="http://schemas.openxmlformats.org/officeDocument/2006/relationships/image" Target="../media/image1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3.xml"/><Relationship Id="rId4" Type="http://schemas.openxmlformats.org/officeDocument/2006/relationships/image" Target="../media/image1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4.xml"/><Relationship Id="rId4" Type="http://schemas.openxmlformats.org/officeDocument/2006/relationships/image" Target="../media/image1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5.xml"/><Relationship Id="rId5" Type="http://schemas.openxmlformats.org/officeDocument/2006/relationships/image" Target="../media/image10.png"/><Relationship Id="rId4" Type="http://schemas.openxmlformats.org/officeDocument/2006/relationships/image" Target="../media/image1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6.xml"/><Relationship Id="rId4" Type="http://schemas.openxmlformats.org/officeDocument/2006/relationships/image" Target="../media/image1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7.xml"/><Relationship Id="rId4" Type="http://schemas.openxmlformats.org/officeDocument/2006/relationships/image" Target="../media/image1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8.xml"/><Relationship Id="rId5" Type="http://schemas.openxmlformats.org/officeDocument/2006/relationships/image" Target="../media/image10.png"/><Relationship Id="rId4" Type="http://schemas.openxmlformats.org/officeDocument/2006/relationships/image" Target="../media/image1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9.xml"/><Relationship Id="rId4" Type="http://schemas.openxmlformats.org/officeDocument/2006/relationships/image" Target="../media/image1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0.xml"/><Relationship Id="rId4" Type="http://schemas.openxmlformats.org/officeDocument/2006/relationships/image" Target="../media/image1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1.xml"/><Relationship Id="rId5" Type="http://schemas.openxmlformats.org/officeDocument/2006/relationships/image" Target="../media/image10.png"/><Relationship Id="rId4" Type="http://schemas.openxmlformats.org/officeDocument/2006/relationships/image" Target="../media/image1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2.xml"/><Relationship Id="rId4" Type="http://schemas.openxmlformats.org/officeDocument/2006/relationships/image" Target="../media/image1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5.bin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image" Target="../media/image10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6.bin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7.bin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8.bin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png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9.bin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image" Target="../media/image10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0.bin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5.xml"/><Relationship Id="rId4" Type="http://schemas.openxmlformats.org/officeDocument/2006/relationships/image" Target="../media/image1.emf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6.xml"/><Relationship Id="rId5" Type="http://schemas.openxmlformats.org/officeDocument/2006/relationships/image" Target="../media/image10.png"/><Relationship Id="rId4" Type="http://schemas.openxmlformats.org/officeDocument/2006/relationships/image" Target="../media/image1.emf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7.xml"/><Relationship Id="rId4" Type="http://schemas.openxmlformats.org/officeDocument/2006/relationships/image" Target="../media/image1.emf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8.xml"/><Relationship Id="rId4" Type="http://schemas.openxmlformats.org/officeDocument/2006/relationships/image" Target="../media/image1.emf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9.xml"/><Relationship Id="rId4" Type="http://schemas.openxmlformats.org/officeDocument/2006/relationships/image" Target="../media/image1.emf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blipFill dpi="0" rotWithShape="1">
          <a:blip r:embed="rId4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Object 2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187234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395" imgH="394" progId="TCLayout.ActiveDocument.1">
                  <p:embed/>
                </p:oleObj>
              </mc:Choice>
              <mc:Fallback>
                <p:oleObj name="think-cell Folie" r:id="rId5" imgW="395" imgH="394" progId="TCLayout.ActiveDocument.1">
                  <p:embed/>
                  <p:pic>
                    <p:nvPicPr>
                      <p:cNvPr id="23" name="Object 2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6600" b="0" i="0" baseline="0" noProof="0" err="1">
              <a:latin typeface="FK CARIAD Light" pitchFamily="50" charset="0"/>
              <a:ea typeface="+mj-ea"/>
              <a:cs typeface="+mj-cs"/>
              <a:sym typeface="FK CARIAD Light" pitchFamily="50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0" y="6234244"/>
            <a:ext cx="6088783" cy="626400"/>
          </a:xfrm>
          <a:prstGeom prst="rect">
            <a:avLst/>
          </a:prstGeom>
          <a:solidFill>
            <a:srgbClr val="1D0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35" name="Textfeld 8"/>
          <p:cNvSpPr txBox="1"/>
          <p:nvPr userDrawn="1"/>
        </p:nvSpPr>
        <p:spPr>
          <a:xfrm>
            <a:off x="98138" y="6286983"/>
            <a:ext cx="5885881" cy="369332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l"/>
            <a:r>
              <a:rPr lang="en-US" noProof="0">
                <a:solidFill>
                  <a:schemeClr val="bg1"/>
                </a:solidFill>
                <a:latin typeface="+mn-lt"/>
                <a:sym typeface="FK CARIAD Light" pitchFamily="50" charset="0"/>
              </a:rPr>
              <a:t>We</a:t>
            </a:r>
            <a:r>
              <a:rPr lang="en-US" baseline="0" noProof="0">
                <a:solidFill>
                  <a:schemeClr val="bg1"/>
                </a:solidFill>
                <a:latin typeface="+mn-lt"/>
                <a:sym typeface="FK CARIAD Light" pitchFamily="50" charset="0"/>
              </a:rPr>
              <a:t> transform automotive mobility</a:t>
            </a:r>
            <a:endParaRPr lang="en-US" noProof="0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grpSp>
        <p:nvGrpSpPr>
          <p:cNvPr id="12" name="Gruppieren 11"/>
          <p:cNvGrpSpPr/>
          <p:nvPr userDrawn="1"/>
        </p:nvGrpSpPr>
        <p:grpSpPr>
          <a:xfrm rot="10800000">
            <a:off x="5270323" y="1073232"/>
            <a:ext cx="3102191" cy="3668821"/>
            <a:chOff x="13419475" y="2272729"/>
            <a:chExt cx="3367983" cy="3983164"/>
          </a:xfrm>
          <a:solidFill>
            <a:schemeClr val="accent2"/>
          </a:solidFill>
        </p:grpSpPr>
        <p:sp>
          <p:nvSpPr>
            <p:cNvPr id="15" name="Rechteck 14"/>
            <p:cNvSpPr/>
            <p:nvPr userDrawn="1"/>
          </p:nvSpPr>
          <p:spPr>
            <a:xfrm rot="2700000">
              <a:off x="14937358" y="754846"/>
              <a:ext cx="332218" cy="336798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+mn-lt"/>
                <a:sym typeface="FK CARIAD Light" pitchFamily="50" charset="0"/>
              </a:endParaRPr>
            </a:p>
          </p:txBody>
        </p:sp>
        <p:sp>
          <p:nvSpPr>
            <p:cNvPr id="16" name="Rechteck 15"/>
            <p:cNvSpPr/>
            <p:nvPr userDrawn="1"/>
          </p:nvSpPr>
          <p:spPr>
            <a:xfrm rot="18900000">
              <a:off x="14954220" y="2953699"/>
              <a:ext cx="332218" cy="330219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+mn-lt"/>
                <a:sym typeface="FK CARIAD Light" pitchFamily="50" charset="0"/>
              </a:endParaRPr>
            </a:p>
          </p:txBody>
        </p:sp>
      </p:grp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334963" y="487581"/>
            <a:ext cx="11520000" cy="753161"/>
          </a:xfrm>
          <a:prstGeom prst="rect">
            <a:avLst/>
          </a:prstGeom>
        </p:spPr>
        <p:txBody>
          <a:bodyPr anchor="t"/>
          <a:lstStyle>
            <a:lvl1pPr algn="l">
              <a:defRPr sz="6600" baseline="0">
                <a:solidFill>
                  <a:schemeClr val="bg1"/>
                </a:solidFill>
                <a:latin typeface="+mj-lt"/>
                <a:sym typeface="FK CARIAD Light" pitchFamily="50" charset="0"/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37038" y="1344293"/>
            <a:ext cx="11520000" cy="538782"/>
          </a:xfrm>
          <a:prstGeom prst="rect">
            <a:avLst/>
          </a:prstGeom>
        </p:spPr>
        <p:txBody>
          <a:bodyPr anchor="t"/>
          <a:lstStyle>
            <a:lvl1pPr marL="0" marR="0" indent="0" algn="l" defTabSz="360363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 sz="3200" baseline="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360363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r>
              <a:rPr lang="en-US" noProof="0"/>
              <a:t>Placeholder subtitle | place | date [optional]</a:t>
            </a:r>
          </a:p>
        </p:txBody>
      </p:sp>
    </p:spTree>
    <p:extLst>
      <p:ext uri="{BB962C8B-B14F-4D97-AF65-F5344CB8AC3E}">
        <p14:creationId xmlns:p14="http://schemas.microsoft.com/office/powerpoint/2010/main" val="3335358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blipFill dpi="0" rotWithShape="1">
          <a:blip r:embed="rId4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1"/>
          <p:cNvSpPr/>
          <p:nvPr userDrawn="1"/>
        </p:nvSpPr>
        <p:spPr>
          <a:xfrm rot="10800000">
            <a:off x="1" y="-4"/>
            <a:ext cx="12192000" cy="4781553"/>
          </a:xfrm>
          <a:prstGeom prst="rect">
            <a:avLst/>
          </a:prstGeom>
          <a:gradFill flip="none" rotWithShape="1">
            <a:gsLst>
              <a:gs pos="100000">
                <a:schemeClr val="tx1">
                  <a:alpha val="0"/>
                </a:schemeClr>
              </a:gs>
              <a:gs pos="0">
                <a:schemeClr val="tx1">
                  <a:alpha val="3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  <a:sym typeface="FK CARIAD Light" pitchFamily="50" charset="0"/>
            </a:endParaRPr>
          </a:p>
        </p:txBody>
      </p:sp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725582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395" imgH="394" progId="TCLayout.ActiveDocument.1">
                  <p:embed/>
                </p:oleObj>
              </mc:Choice>
              <mc:Fallback>
                <p:oleObj name="think-cell Folie" r:id="rId5" imgW="395" imgH="394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6600" b="0" i="0" baseline="0" noProof="0" err="1">
              <a:latin typeface="FK CARIAD Light" pitchFamily="50" charset="0"/>
              <a:ea typeface="+mj-ea"/>
              <a:cs typeface="+mj-cs"/>
              <a:sym typeface="FK CARIAD Light" pitchFamily="50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0" y="6234245"/>
            <a:ext cx="6088783" cy="626400"/>
          </a:xfrm>
          <a:prstGeom prst="rect">
            <a:avLst/>
          </a:prstGeom>
          <a:solidFill>
            <a:srgbClr val="1D0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19" name="Rectangle 18"/>
          <p:cNvSpPr/>
          <p:nvPr userDrawn="1"/>
        </p:nvSpPr>
        <p:spPr>
          <a:xfrm rot="1810808">
            <a:off x="6952570" y="565759"/>
            <a:ext cx="308205" cy="555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 noProof="0" err="1">
              <a:solidFill>
                <a:schemeClr val="tx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24" name="Title 1"/>
          <p:cNvSpPr>
            <a:spLocks noGrp="1"/>
          </p:cNvSpPr>
          <p:nvPr>
            <p:ph type="ctrTitle" hasCustomPrompt="1"/>
          </p:nvPr>
        </p:nvSpPr>
        <p:spPr>
          <a:xfrm>
            <a:off x="334963" y="488187"/>
            <a:ext cx="11520000" cy="753161"/>
          </a:xfrm>
          <a:prstGeom prst="rect">
            <a:avLst/>
          </a:prstGeom>
        </p:spPr>
        <p:txBody>
          <a:bodyPr anchor="t"/>
          <a:lstStyle>
            <a:lvl1pPr algn="l">
              <a:defRPr sz="6600" baseline="0">
                <a:solidFill>
                  <a:schemeClr val="bg1"/>
                </a:solidFill>
                <a:latin typeface="+mj-lt"/>
                <a:sym typeface="FK CARIAD Light" pitchFamily="50" charset="0"/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26" name="Textfeld 8"/>
          <p:cNvSpPr txBox="1"/>
          <p:nvPr userDrawn="1"/>
        </p:nvSpPr>
        <p:spPr>
          <a:xfrm>
            <a:off x="98137" y="6286983"/>
            <a:ext cx="5885882" cy="369332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l"/>
            <a:r>
              <a:rPr lang="en-US" noProof="0">
                <a:solidFill>
                  <a:schemeClr val="bg1"/>
                </a:solidFill>
                <a:latin typeface="+mn-lt"/>
                <a:sym typeface="FK CARIAD Light" pitchFamily="50" charset="0"/>
              </a:rPr>
              <a:t>We</a:t>
            </a:r>
            <a:r>
              <a:rPr lang="en-US" baseline="0" noProof="0">
                <a:solidFill>
                  <a:schemeClr val="bg1"/>
                </a:solidFill>
                <a:latin typeface="+mn-lt"/>
                <a:sym typeface="FK CARIAD Light" pitchFamily="50" charset="0"/>
              </a:rPr>
              <a:t> transform automotive mobility</a:t>
            </a:r>
            <a:endParaRPr lang="en-US" noProof="0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37038" y="1344293"/>
            <a:ext cx="11520000" cy="538782"/>
          </a:xfrm>
          <a:prstGeom prst="rect">
            <a:avLst/>
          </a:prstGeom>
        </p:spPr>
        <p:txBody>
          <a:bodyPr anchor="t"/>
          <a:lstStyle>
            <a:lvl1pPr marL="0" marR="0" indent="0" algn="l" defTabSz="360363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 sz="3200" baseline="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360363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r>
              <a:rPr lang="en-US" noProof="0"/>
              <a:t>Placeholder subtitle | place | date [optional]</a:t>
            </a:r>
          </a:p>
        </p:txBody>
      </p:sp>
    </p:spTree>
    <p:extLst>
      <p:ext uri="{BB962C8B-B14F-4D97-AF65-F5344CB8AC3E}">
        <p14:creationId xmlns:p14="http://schemas.microsoft.com/office/powerpoint/2010/main" val="3488879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blipFill dpi="0" rotWithShape="1">
          <a:blip r:embed="rId4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177827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395" imgH="394" progId="TCLayout.ActiveDocument.1">
                  <p:embed/>
                </p:oleObj>
              </mc:Choice>
              <mc:Fallback>
                <p:oleObj name="think-cell Folie" r:id="rId5" imgW="395" imgH="394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6600" b="0" i="0" baseline="0" noProof="0" err="1">
              <a:latin typeface="FK CARIAD Light" pitchFamily="50" charset="0"/>
              <a:ea typeface="+mj-ea"/>
              <a:cs typeface="+mj-cs"/>
              <a:sym typeface="FK CARIAD Light" pitchFamily="50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0" y="6234244"/>
            <a:ext cx="6088783" cy="626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grpSp>
        <p:nvGrpSpPr>
          <p:cNvPr id="3" name="Gruppieren 2"/>
          <p:cNvGrpSpPr/>
          <p:nvPr userDrawn="1"/>
        </p:nvGrpSpPr>
        <p:grpSpPr>
          <a:xfrm>
            <a:off x="4067493" y="2732167"/>
            <a:ext cx="3935636" cy="2220834"/>
            <a:chOff x="4067493" y="2732167"/>
            <a:chExt cx="3935636" cy="2220834"/>
          </a:xfrm>
        </p:grpSpPr>
        <p:sp>
          <p:nvSpPr>
            <p:cNvPr id="14" name="Rechteck 13"/>
            <p:cNvSpPr/>
            <p:nvPr userDrawn="1"/>
          </p:nvSpPr>
          <p:spPr>
            <a:xfrm flipH="1">
              <a:off x="7697129" y="2732167"/>
              <a:ext cx="306000" cy="222083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+mn-lt"/>
                <a:sym typeface="FK CARIAD Light" pitchFamily="50" charset="0"/>
              </a:endParaRPr>
            </a:p>
          </p:txBody>
        </p:sp>
        <p:sp>
          <p:nvSpPr>
            <p:cNvPr id="15" name="Rechteck 14"/>
            <p:cNvSpPr/>
            <p:nvPr userDrawn="1"/>
          </p:nvSpPr>
          <p:spPr>
            <a:xfrm rot="16200000">
              <a:off x="5865693" y="933967"/>
              <a:ext cx="306000" cy="39024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+mn-lt"/>
                <a:sym typeface="FK CARIAD Light" pitchFamily="50" charset="0"/>
              </a:endParaRPr>
            </a:p>
          </p:txBody>
        </p:sp>
      </p:grpSp>
      <p:sp>
        <p:nvSpPr>
          <p:cNvPr id="24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334963" y="487581"/>
            <a:ext cx="11520000" cy="753161"/>
          </a:xfrm>
          <a:prstGeom prst="rect">
            <a:avLst/>
          </a:prstGeom>
        </p:spPr>
        <p:txBody>
          <a:bodyPr anchor="t"/>
          <a:lstStyle>
            <a:lvl1pPr algn="l">
              <a:defRPr sz="6600" baseline="0">
                <a:solidFill>
                  <a:schemeClr val="bg1"/>
                </a:solidFill>
                <a:latin typeface="+mj-lt"/>
                <a:sym typeface="FK CARIAD Light" pitchFamily="50" charset="0"/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12" name="Textfeld 8"/>
          <p:cNvSpPr txBox="1"/>
          <p:nvPr userDrawn="1"/>
        </p:nvSpPr>
        <p:spPr>
          <a:xfrm>
            <a:off x="98137" y="6286983"/>
            <a:ext cx="5885881" cy="369332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l"/>
            <a:r>
              <a:rPr lang="en-US" noProof="0">
                <a:solidFill>
                  <a:schemeClr val="bg1"/>
                </a:solidFill>
                <a:latin typeface="+mn-lt"/>
                <a:sym typeface="FK CARIAD Light" pitchFamily="50" charset="0"/>
              </a:rPr>
              <a:t>We</a:t>
            </a:r>
            <a:r>
              <a:rPr lang="en-US" baseline="0" noProof="0">
                <a:solidFill>
                  <a:schemeClr val="bg1"/>
                </a:solidFill>
                <a:latin typeface="+mn-lt"/>
                <a:sym typeface="FK CARIAD Light" pitchFamily="50" charset="0"/>
              </a:rPr>
              <a:t> transform automotive mobility.</a:t>
            </a:r>
            <a:endParaRPr lang="en-US" noProof="0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37038" y="1344293"/>
            <a:ext cx="11520000" cy="538782"/>
          </a:xfrm>
          <a:prstGeom prst="rect">
            <a:avLst/>
          </a:prstGeom>
        </p:spPr>
        <p:txBody>
          <a:bodyPr anchor="t"/>
          <a:lstStyle>
            <a:lvl1pPr marL="0" marR="0" indent="0" algn="l" defTabSz="360363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 sz="3200" baseline="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360363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r>
              <a:rPr lang="en-US" noProof="0"/>
              <a:t>Placeholder subtitle | place | date [optional]</a:t>
            </a:r>
          </a:p>
        </p:txBody>
      </p:sp>
    </p:spTree>
    <p:extLst>
      <p:ext uri="{BB962C8B-B14F-4D97-AF65-F5344CB8AC3E}">
        <p14:creationId xmlns:p14="http://schemas.microsoft.com/office/powerpoint/2010/main" val="2802884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4">
    <p:bg>
      <p:bgPr>
        <a:blipFill dpi="0" rotWithShape="1">
          <a:blip r:embed="rId4">
            <a:lum/>
          </a:blip>
          <a:srcRect/>
          <a:tile tx="-374650" ty="-635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1"/>
          <p:cNvSpPr/>
          <p:nvPr userDrawn="1"/>
        </p:nvSpPr>
        <p:spPr>
          <a:xfrm rot="10800000">
            <a:off x="1" y="-2"/>
            <a:ext cx="12192000" cy="6234246"/>
          </a:xfrm>
          <a:prstGeom prst="rect">
            <a:avLst/>
          </a:prstGeom>
          <a:gradFill flip="none" rotWithShape="1">
            <a:gsLst>
              <a:gs pos="100000">
                <a:schemeClr val="tx2">
                  <a:alpha val="0"/>
                </a:schemeClr>
              </a:gs>
              <a:gs pos="0">
                <a:schemeClr val="tx2">
                  <a:alpha val="29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  <a:sym typeface="FK CARIAD Light" pitchFamily="50" charset="0"/>
            </a:endParaRPr>
          </a:p>
        </p:txBody>
      </p:sp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213118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395" imgH="394" progId="TCLayout.ActiveDocument.1">
                  <p:embed/>
                </p:oleObj>
              </mc:Choice>
              <mc:Fallback>
                <p:oleObj name="think-cell Folie" r:id="rId5" imgW="395" imgH="394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6600" b="0" i="0" baseline="0" noProof="0" err="1">
              <a:latin typeface="FK CARIAD Light" pitchFamily="50" charset="0"/>
              <a:ea typeface="+mj-ea"/>
              <a:cs typeface="+mj-cs"/>
              <a:sym typeface="FK CARIAD Light" pitchFamily="50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0" y="6234244"/>
            <a:ext cx="6088783" cy="626400"/>
          </a:xfrm>
          <a:prstGeom prst="rect">
            <a:avLst/>
          </a:prstGeom>
          <a:solidFill>
            <a:srgbClr val="1D0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grpSp>
        <p:nvGrpSpPr>
          <p:cNvPr id="10" name="Gruppieren 9"/>
          <p:cNvGrpSpPr/>
          <p:nvPr userDrawn="1"/>
        </p:nvGrpSpPr>
        <p:grpSpPr>
          <a:xfrm rot="16200000">
            <a:off x="3361810" y="1992176"/>
            <a:ext cx="5510070" cy="2218913"/>
            <a:chOff x="6599756" y="162986"/>
            <a:chExt cx="5510070" cy="2218913"/>
          </a:xfrm>
        </p:grpSpPr>
        <p:sp>
          <p:nvSpPr>
            <p:cNvPr id="14" name="Rechteck 13"/>
            <p:cNvSpPr/>
            <p:nvPr userDrawn="1"/>
          </p:nvSpPr>
          <p:spPr>
            <a:xfrm>
              <a:off x="11803826" y="162986"/>
              <a:ext cx="306000" cy="2196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+mn-lt"/>
                <a:sym typeface="FK CARIAD Light" pitchFamily="50" charset="0"/>
              </a:endParaRPr>
            </a:p>
          </p:txBody>
        </p:sp>
        <p:sp>
          <p:nvSpPr>
            <p:cNvPr id="15" name="Rechteck 14"/>
            <p:cNvSpPr/>
            <p:nvPr userDrawn="1"/>
          </p:nvSpPr>
          <p:spPr>
            <a:xfrm rot="16200000">
              <a:off x="9201792" y="-2191920"/>
              <a:ext cx="306000" cy="501581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+mn-lt"/>
                <a:sym typeface="FK CARIAD Light" pitchFamily="50" charset="0"/>
              </a:endParaRPr>
            </a:p>
          </p:txBody>
        </p:sp>
        <p:sp>
          <p:nvSpPr>
            <p:cNvPr id="11" name="Rechteck 13"/>
            <p:cNvSpPr/>
            <p:nvPr userDrawn="1"/>
          </p:nvSpPr>
          <p:spPr>
            <a:xfrm>
              <a:off x="6599756" y="162986"/>
              <a:ext cx="306000" cy="221891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>
                <a:latin typeface="+mn-lt"/>
                <a:sym typeface="FK CARIAD Light" pitchFamily="50" charset="0"/>
              </a:endParaRPr>
            </a:p>
          </p:txBody>
        </p:sp>
      </p:grpSp>
      <p:sp>
        <p:nvSpPr>
          <p:cNvPr id="31" name="Textfeld 8"/>
          <p:cNvSpPr txBox="1"/>
          <p:nvPr userDrawn="1"/>
        </p:nvSpPr>
        <p:spPr>
          <a:xfrm>
            <a:off x="98137" y="6286983"/>
            <a:ext cx="5885881" cy="369332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l"/>
            <a:r>
              <a:rPr lang="en-US" noProof="0">
                <a:solidFill>
                  <a:schemeClr val="bg1"/>
                </a:solidFill>
                <a:latin typeface="+mn-lt"/>
                <a:sym typeface="FK CARIAD Light" pitchFamily="50" charset="0"/>
              </a:rPr>
              <a:t>We</a:t>
            </a:r>
            <a:r>
              <a:rPr lang="en-US" baseline="0" noProof="0">
                <a:solidFill>
                  <a:schemeClr val="bg1"/>
                </a:solidFill>
                <a:latin typeface="+mn-lt"/>
                <a:sym typeface="FK CARIAD Light" pitchFamily="50" charset="0"/>
              </a:rPr>
              <a:t> transform automotive mobility</a:t>
            </a:r>
            <a:endParaRPr lang="en-US" noProof="0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17" name="Title 1"/>
          <p:cNvSpPr>
            <a:spLocks noGrp="1"/>
          </p:cNvSpPr>
          <p:nvPr>
            <p:ph type="ctrTitle" hasCustomPrompt="1"/>
          </p:nvPr>
        </p:nvSpPr>
        <p:spPr>
          <a:xfrm>
            <a:off x="334963" y="487581"/>
            <a:ext cx="11520000" cy="753161"/>
          </a:xfrm>
          <a:prstGeom prst="rect">
            <a:avLst/>
          </a:prstGeom>
        </p:spPr>
        <p:txBody>
          <a:bodyPr anchor="t"/>
          <a:lstStyle>
            <a:lvl1pPr algn="l">
              <a:defRPr sz="6600" baseline="0">
                <a:solidFill>
                  <a:schemeClr val="bg1"/>
                </a:solidFill>
                <a:latin typeface="+mj-lt"/>
                <a:sym typeface="FK CARIAD Light" pitchFamily="50" charset="0"/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37038" y="1344293"/>
            <a:ext cx="11520000" cy="538782"/>
          </a:xfrm>
          <a:prstGeom prst="rect">
            <a:avLst/>
          </a:prstGeom>
        </p:spPr>
        <p:txBody>
          <a:bodyPr anchor="t"/>
          <a:lstStyle>
            <a:lvl1pPr marL="0" marR="0" indent="0" algn="l" defTabSz="360363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 sz="3200" baseline="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360363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r>
              <a:rPr lang="en-US" noProof="0"/>
              <a:t>Placeholder subtitle | place | date [optional]</a:t>
            </a:r>
          </a:p>
        </p:txBody>
      </p:sp>
    </p:spTree>
    <p:extLst>
      <p:ext uri="{BB962C8B-B14F-4D97-AF65-F5344CB8AC3E}">
        <p14:creationId xmlns:p14="http://schemas.microsoft.com/office/powerpoint/2010/main" val="3330239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5">
    <p:bg>
      <p:bgPr>
        <a:blipFill dpi="0" rotWithShape="1">
          <a:blip r:embed="rId4">
            <a:lum/>
          </a:blip>
          <a:srcRect/>
          <a:stretch>
            <a:fillRect t="-9000" b="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807012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395" imgH="394" progId="TCLayout.ActiveDocument.1">
                  <p:embed/>
                </p:oleObj>
              </mc:Choice>
              <mc:Fallback>
                <p:oleObj name="think-cell Folie" r:id="rId5" imgW="395" imgH="394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6600" b="0" i="0" baseline="0" noProof="0" err="1">
              <a:latin typeface="FK CARIAD Light" pitchFamily="50" charset="0"/>
              <a:ea typeface="+mj-ea"/>
              <a:cs typeface="+mj-cs"/>
              <a:sym typeface="FK CARIAD Light" pitchFamily="50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0" y="6234244"/>
            <a:ext cx="6088783" cy="626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18" name="Rectangle 11"/>
          <p:cNvSpPr/>
          <p:nvPr userDrawn="1"/>
        </p:nvSpPr>
        <p:spPr>
          <a:xfrm>
            <a:off x="-2400" y="363"/>
            <a:ext cx="12192000" cy="6197943"/>
          </a:xfrm>
          <a:prstGeom prst="rect">
            <a:avLst/>
          </a:prstGeom>
          <a:gradFill flip="none" rotWithShape="1">
            <a:gsLst>
              <a:gs pos="3763">
                <a:schemeClr val="tx1">
                  <a:alpha val="0"/>
                </a:schemeClr>
              </a:gs>
              <a:gs pos="71000">
                <a:schemeClr val="tx2">
                  <a:alpha val="53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  <a:sym typeface="FK CARIAD Light" pitchFamily="50" charset="0"/>
            </a:endParaRPr>
          </a:p>
        </p:txBody>
      </p:sp>
      <p:sp>
        <p:nvSpPr>
          <p:cNvPr id="26" name="Textfeld 8"/>
          <p:cNvSpPr txBox="1"/>
          <p:nvPr userDrawn="1"/>
        </p:nvSpPr>
        <p:spPr>
          <a:xfrm>
            <a:off x="98137" y="6286983"/>
            <a:ext cx="5885881" cy="369332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l"/>
            <a:r>
              <a:rPr lang="en-US" noProof="0">
                <a:solidFill>
                  <a:schemeClr val="bg1"/>
                </a:solidFill>
                <a:latin typeface="+mn-lt"/>
                <a:sym typeface="FK CARIAD Light" pitchFamily="50" charset="0"/>
              </a:rPr>
              <a:t>We</a:t>
            </a:r>
            <a:r>
              <a:rPr lang="en-US" baseline="0" noProof="0">
                <a:solidFill>
                  <a:schemeClr val="bg1"/>
                </a:solidFill>
                <a:latin typeface="+mn-lt"/>
                <a:sym typeface="FK CARIAD Light" pitchFamily="50" charset="0"/>
              </a:rPr>
              <a:t> transform automotive mobility</a:t>
            </a:r>
            <a:endParaRPr lang="en-US" noProof="0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13" name="Rectangle 12"/>
          <p:cNvSpPr/>
          <p:nvPr userDrawn="1"/>
        </p:nvSpPr>
        <p:spPr>
          <a:xfrm rot="1810808">
            <a:off x="5934681" y="485189"/>
            <a:ext cx="308205" cy="558702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 noProof="0" err="1">
              <a:solidFill>
                <a:schemeClr val="tx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24" name="Title 1"/>
          <p:cNvSpPr>
            <a:spLocks noGrp="1"/>
          </p:cNvSpPr>
          <p:nvPr>
            <p:ph type="ctrTitle" hasCustomPrompt="1"/>
          </p:nvPr>
        </p:nvSpPr>
        <p:spPr>
          <a:xfrm>
            <a:off x="334963" y="487249"/>
            <a:ext cx="11520000" cy="753161"/>
          </a:xfrm>
          <a:prstGeom prst="rect">
            <a:avLst/>
          </a:prstGeom>
        </p:spPr>
        <p:txBody>
          <a:bodyPr anchor="t"/>
          <a:lstStyle>
            <a:lvl1pPr algn="l">
              <a:defRPr sz="6600" baseline="0">
                <a:solidFill>
                  <a:schemeClr val="bg1"/>
                </a:solidFill>
                <a:latin typeface="+mj-lt"/>
                <a:sym typeface="FK CARIAD Light" pitchFamily="50" charset="0"/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37038" y="1344293"/>
            <a:ext cx="11520000" cy="538782"/>
          </a:xfrm>
          <a:prstGeom prst="rect">
            <a:avLst/>
          </a:prstGeom>
        </p:spPr>
        <p:txBody>
          <a:bodyPr anchor="t"/>
          <a:lstStyle>
            <a:lvl1pPr marL="0" marR="0" indent="0" algn="l" defTabSz="360363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 sz="3200" baseline="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360363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r>
              <a:rPr lang="en-US" noProof="0"/>
              <a:t>Placeholder subtitle | place | date [optional]</a:t>
            </a:r>
          </a:p>
        </p:txBody>
      </p:sp>
    </p:spTree>
    <p:extLst>
      <p:ext uri="{BB962C8B-B14F-4D97-AF65-F5344CB8AC3E}">
        <p14:creationId xmlns:p14="http://schemas.microsoft.com/office/powerpoint/2010/main" val="2093080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6">
    <p:bg>
      <p:bgPr>
        <a:blipFill dpi="0" rotWithShape="1">
          <a:blip r:embed="rId4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120630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395" imgH="394" progId="TCLayout.ActiveDocument.1">
                  <p:embed/>
                </p:oleObj>
              </mc:Choice>
              <mc:Fallback>
                <p:oleObj name="think-cell Folie" r:id="rId5" imgW="395" imgH="394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6600" b="0" i="0" baseline="0" noProof="0" err="1">
              <a:latin typeface="FK CARIAD Light" pitchFamily="50" charset="0"/>
              <a:ea typeface="+mj-ea"/>
              <a:cs typeface="+mj-cs"/>
              <a:sym typeface="FK CARIAD Light" pitchFamily="50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-1429" y="6234244"/>
            <a:ext cx="6087600" cy="626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6086170" y="6234244"/>
            <a:ext cx="6105829" cy="626400"/>
          </a:xfrm>
          <a:prstGeom prst="rect">
            <a:avLst/>
          </a:prstGeom>
          <a:solidFill>
            <a:srgbClr val="1D0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14" name="Rectangle 11"/>
          <p:cNvSpPr/>
          <p:nvPr userDrawn="1"/>
        </p:nvSpPr>
        <p:spPr>
          <a:xfrm>
            <a:off x="-2400" y="11793"/>
            <a:ext cx="12192000" cy="6197943"/>
          </a:xfrm>
          <a:prstGeom prst="rect">
            <a:avLst/>
          </a:prstGeom>
          <a:gradFill flip="none" rotWithShape="1">
            <a:gsLst>
              <a:gs pos="3763">
                <a:schemeClr val="tx1">
                  <a:alpha val="0"/>
                </a:schemeClr>
              </a:gs>
              <a:gs pos="71000">
                <a:schemeClr val="tx1">
                  <a:alpha val="4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  <a:sym typeface="FK CARIAD Light" pitchFamily="50" charset="0"/>
            </a:endParaRPr>
          </a:p>
        </p:txBody>
      </p:sp>
      <p:sp>
        <p:nvSpPr>
          <p:cNvPr id="10" name="Halbbogen 9"/>
          <p:cNvSpPr/>
          <p:nvPr userDrawn="1"/>
        </p:nvSpPr>
        <p:spPr>
          <a:xfrm rot="10800000">
            <a:off x="3318933" y="-105328"/>
            <a:ext cx="5503858" cy="5540928"/>
          </a:xfrm>
          <a:prstGeom prst="blockArc">
            <a:avLst>
              <a:gd name="adj1" fmla="val 10800000"/>
              <a:gd name="adj2" fmla="val 21546050"/>
              <a:gd name="adj3" fmla="val 5098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800" noProof="0" err="1">
              <a:solidFill>
                <a:schemeClr val="tx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25" name="Title 1"/>
          <p:cNvSpPr>
            <a:spLocks noGrp="1"/>
          </p:cNvSpPr>
          <p:nvPr>
            <p:ph type="ctrTitle" hasCustomPrompt="1"/>
          </p:nvPr>
        </p:nvSpPr>
        <p:spPr>
          <a:xfrm>
            <a:off x="334963" y="487249"/>
            <a:ext cx="11520000" cy="753161"/>
          </a:xfrm>
          <a:prstGeom prst="rect">
            <a:avLst/>
          </a:prstGeom>
        </p:spPr>
        <p:txBody>
          <a:bodyPr anchor="t"/>
          <a:lstStyle>
            <a:lvl1pPr algn="l">
              <a:defRPr sz="6600" baseline="0">
                <a:solidFill>
                  <a:schemeClr val="bg1"/>
                </a:solidFill>
                <a:latin typeface="+mj-lt"/>
                <a:sym typeface="FK CARIAD Light" pitchFamily="50" charset="0"/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27" name="Textfeld 8"/>
          <p:cNvSpPr txBox="1"/>
          <p:nvPr userDrawn="1"/>
        </p:nvSpPr>
        <p:spPr>
          <a:xfrm>
            <a:off x="98138" y="6286983"/>
            <a:ext cx="5888494" cy="369332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l"/>
            <a:r>
              <a:rPr lang="en-US" noProof="0">
                <a:solidFill>
                  <a:schemeClr val="bg1"/>
                </a:solidFill>
                <a:latin typeface="+mn-lt"/>
                <a:sym typeface="FK CARIAD Light" pitchFamily="50" charset="0"/>
              </a:rPr>
              <a:t>We</a:t>
            </a:r>
            <a:r>
              <a:rPr lang="en-US" baseline="0" noProof="0">
                <a:solidFill>
                  <a:schemeClr val="bg1"/>
                </a:solidFill>
                <a:latin typeface="+mn-lt"/>
                <a:sym typeface="FK CARIAD Light" pitchFamily="50" charset="0"/>
              </a:rPr>
              <a:t> transform automotive mobility</a:t>
            </a:r>
            <a:endParaRPr lang="en-US" noProof="0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7424" y="6182195"/>
            <a:ext cx="2473325" cy="726745"/>
          </a:xfrm>
          <a:prstGeom prst="rect">
            <a:avLst/>
          </a:prstGeom>
        </p:spPr>
      </p:pic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37038" y="1344293"/>
            <a:ext cx="11520000" cy="538782"/>
          </a:xfrm>
          <a:prstGeom prst="rect">
            <a:avLst/>
          </a:prstGeom>
        </p:spPr>
        <p:txBody>
          <a:bodyPr anchor="t"/>
          <a:lstStyle>
            <a:lvl1pPr marL="0" marR="0" indent="0" algn="l" defTabSz="360363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 sz="3200" baseline="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360363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r>
              <a:rPr lang="en-US" noProof="0"/>
              <a:t>Placeholder subtitle | place | date [optional]</a:t>
            </a:r>
          </a:p>
        </p:txBody>
      </p:sp>
    </p:spTree>
    <p:extLst>
      <p:ext uri="{BB962C8B-B14F-4D97-AF65-F5344CB8AC3E}">
        <p14:creationId xmlns:p14="http://schemas.microsoft.com/office/powerpoint/2010/main" val="4249335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558411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95" imgH="394" progId="TCLayout.ActiveDocument.1">
                  <p:embed/>
                </p:oleObj>
              </mc:Choice>
              <mc:Fallback>
                <p:oleObj name="think-cell Folie" r:id="rId3" imgW="395" imgH="394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0" y="6234244"/>
            <a:ext cx="6088783" cy="623756"/>
          </a:xfrm>
          <a:prstGeom prst="rect">
            <a:avLst/>
          </a:prstGeom>
          <a:solidFill>
            <a:srgbClr val="1D0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19" name="Titel 15"/>
          <p:cNvSpPr>
            <a:spLocks noGrp="1"/>
          </p:cNvSpPr>
          <p:nvPr>
            <p:ph type="title" hasCustomPrompt="1"/>
          </p:nvPr>
        </p:nvSpPr>
        <p:spPr>
          <a:xfrm>
            <a:off x="335999" y="488549"/>
            <a:ext cx="11520000" cy="717250"/>
          </a:xfrm>
        </p:spPr>
        <p:txBody>
          <a:bodyPr anchor="t"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3600" baseline="0">
                <a:solidFill>
                  <a:schemeClr val="bg1"/>
                </a:solidFill>
                <a:latin typeface="+mj-lt"/>
                <a:sym typeface="FK CARIAD Light" pitchFamily="50" charset="0"/>
              </a:defRPr>
            </a:lvl1pPr>
          </a:lstStyle>
          <a:p>
            <a:r>
              <a:rPr lang="en-US" noProof="0"/>
              <a:t>Agenda</a:t>
            </a:r>
          </a:p>
        </p:txBody>
      </p:sp>
      <p:sp>
        <p:nvSpPr>
          <p:cNvPr id="10" name="Datumsplatzhalter 12"/>
          <p:cNvSpPr>
            <a:spLocks noGrp="1"/>
          </p:cNvSpPr>
          <p:nvPr>
            <p:ph type="dt" sz="half" idx="2"/>
          </p:nvPr>
        </p:nvSpPr>
        <p:spPr>
          <a:xfrm>
            <a:off x="568833" y="6321325"/>
            <a:ext cx="5415186" cy="208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360000"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03.06.2025 | Nuremberg | Morris Darren Babu | Master Thesis</a:t>
            </a:r>
          </a:p>
        </p:txBody>
      </p:sp>
      <p:sp>
        <p:nvSpPr>
          <p:cNvPr id="11" name="Fußzeilenplatzhalter 13"/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5186" cy="208800"/>
          </a:xfrm>
          <a:prstGeom prst="rect">
            <a:avLst/>
          </a:prstGeom>
        </p:spPr>
        <p:txBody>
          <a:bodyPr vert="horz" lIns="91440" tIns="46800" rIns="91440" bIns="46800" rtlCol="0" anchor="b">
            <a:noAutofit/>
          </a:bodyPr>
          <a:lstStyle>
            <a:lvl1pPr algn="l" defTabSz="360000" rtl="0"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INTERNAL</a:t>
            </a:r>
          </a:p>
        </p:txBody>
      </p:sp>
      <p:sp>
        <p:nvSpPr>
          <p:cNvPr id="12" name="Foliennummernplatzhalter 14"/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60000"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fld id="{1A672BC3-475D-4374-8EEC-4CFA9934D3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quarter" idx="10" hasCustomPrompt="1"/>
          </p:nvPr>
        </p:nvSpPr>
        <p:spPr>
          <a:xfrm>
            <a:off x="336550" y="1212785"/>
            <a:ext cx="11518900" cy="462534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agenda</a:t>
            </a:r>
            <a:r>
              <a:rPr lang="de-DE"/>
              <a:t> </a:t>
            </a:r>
            <a:r>
              <a:rPr lang="de-DE" err="1"/>
              <a:t>point</a:t>
            </a:r>
            <a:endParaRPr lang="de-DE"/>
          </a:p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agenda</a:t>
            </a:r>
            <a:r>
              <a:rPr lang="de-DE"/>
              <a:t> </a:t>
            </a:r>
            <a:r>
              <a:rPr lang="de-DE" err="1"/>
              <a:t>point</a:t>
            </a:r>
            <a:endParaRPr lang="de-DE"/>
          </a:p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agenda</a:t>
            </a:r>
            <a:r>
              <a:rPr lang="de-DE"/>
              <a:t> </a:t>
            </a:r>
            <a:r>
              <a:rPr lang="de-DE" err="1"/>
              <a:t>point</a:t>
            </a:r>
            <a:endParaRPr lang="de-DE"/>
          </a:p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agenda</a:t>
            </a:r>
            <a:r>
              <a:rPr lang="de-DE"/>
              <a:t> </a:t>
            </a:r>
            <a:r>
              <a:rPr lang="de-DE" err="1"/>
              <a:t>point</a:t>
            </a:r>
            <a:endParaRPr lang="de-DE"/>
          </a:p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agenda</a:t>
            </a:r>
            <a:r>
              <a:rPr lang="de-DE"/>
              <a:t> </a:t>
            </a:r>
            <a:r>
              <a:rPr lang="de-DE" err="1"/>
              <a:t>point</a:t>
            </a:r>
            <a:endParaRPr lang="de-DE"/>
          </a:p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agenda</a:t>
            </a:r>
            <a:r>
              <a:rPr lang="de-DE"/>
              <a:t> </a:t>
            </a:r>
            <a:r>
              <a:rPr lang="de-DE" err="1"/>
              <a:t>point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9056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592444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95" imgH="394" progId="TCLayout.ActiveDocument.1">
                  <p:embed/>
                </p:oleObj>
              </mc:Choice>
              <mc:Fallback>
                <p:oleObj name="think-cell Folie" r:id="rId3" imgW="395" imgH="394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-1429" y="6234244"/>
            <a:ext cx="6087600" cy="626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Bef>
                <a:spcPts val="0"/>
              </a:spcBef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6086170" y="6234244"/>
            <a:ext cx="6105829" cy="626400"/>
          </a:xfrm>
          <a:prstGeom prst="rect">
            <a:avLst/>
          </a:prstGeom>
          <a:solidFill>
            <a:srgbClr val="1D0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24" name="Titel 15"/>
          <p:cNvSpPr>
            <a:spLocks noGrp="1"/>
          </p:cNvSpPr>
          <p:nvPr>
            <p:ph type="title" hasCustomPrompt="1"/>
          </p:nvPr>
        </p:nvSpPr>
        <p:spPr>
          <a:xfrm>
            <a:off x="336000" y="490220"/>
            <a:ext cx="11520000" cy="717250"/>
          </a:xfrm>
        </p:spPr>
        <p:txBody>
          <a:bodyPr anchor="t"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3600" baseline="0">
                <a:solidFill>
                  <a:schemeClr val="tx1"/>
                </a:solidFill>
                <a:latin typeface="+mj-lt"/>
                <a:sym typeface="FK CARIAD Light" pitchFamily="50" charset="0"/>
              </a:defRPr>
            </a:lvl1pPr>
          </a:lstStyle>
          <a:p>
            <a:r>
              <a:rPr lang="en-US" noProof="0"/>
              <a:t>Agenda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18" b="7301"/>
          <a:stretch/>
        </p:blipFill>
        <p:spPr>
          <a:xfrm>
            <a:off x="9877425" y="6182196"/>
            <a:ext cx="2314576" cy="673688"/>
          </a:xfrm>
          <a:prstGeom prst="rect">
            <a:avLst/>
          </a:prstGeom>
        </p:spPr>
      </p:pic>
      <p:sp>
        <p:nvSpPr>
          <p:cNvPr id="18" name="Datumsplatzhalter 12"/>
          <p:cNvSpPr>
            <a:spLocks noGrp="1"/>
          </p:cNvSpPr>
          <p:nvPr>
            <p:ph type="dt" sz="half" idx="2"/>
          </p:nvPr>
        </p:nvSpPr>
        <p:spPr>
          <a:xfrm>
            <a:off x="568832" y="6321325"/>
            <a:ext cx="5417799" cy="208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360000"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03.06.2025 | Nuremberg | Morris Darren Babu | Master Thesis</a:t>
            </a:r>
          </a:p>
        </p:txBody>
      </p:sp>
      <p:sp>
        <p:nvSpPr>
          <p:cNvPr id="19" name="Fußzeilenplatzhalter 13"/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7798" cy="208800"/>
          </a:xfrm>
          <a:prstGeom prst="rect">
            <a:avLst/>
          </a:prstGeom>
        </p:spPr>
        <p:txBody>
          <a:bodyPr vert="horz" lIns="91440" tIns="46800" rIns="91440" bIns="46800" rtlCol="0" anchor="b">
            <a:noAutofit/>
          </a:bodyPr>
          <a:lstStyle>
            <a:lvl1pPr algn="l" defTabSz="360000" rtl="0"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INTERNAL</a:t>
            </a:r>
          </a:p>
        </p:txBody>
      </p:sp>
      <p:sp>
        <p:nvSpPr>
          <p:cNvPr id="20" name="Foliennummernplatzhalter 14"/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60000"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fld id="{1A672BC3-475D-4374-8EEC-4CFA9934D3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sz="quarter" idx="10" hasCustomPrompt="1"/>
          </p:nvPr>
        </p:nvSpPr>
        <p:spPr>
          <a:xfrm>
            <a:off x="334963" y="1207470"/>
            <a:ext cx="11520487" cy="463135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agenda</a:t>
            </a:r>
            <a:r>
              <a:rPr lang="de-DE"/>
              <a:t> </a:t>
            </a:r>
            <a:r>
              <a:rPr lang="de-DE" err="1"/>
              <a:t>point</a:t>
            </a:r>
            <a:endParaRPr lang="de-DE"/>
          </a:p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agenda</a:t>
            </a:r>
            <a:r>
              <a:rPr lang="de-DE"/>
              <a:t> </a:t>
            </a:r>
            <a:r>
              <a:rPr lang="de-DE" err="1"/>
              <a:t>point</a:t>
            </a:r>
            <a:endParaRPr lang="de-DE"/>
          </a:p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agenda</a:t>
            </a:r>
            <a:r>
              <a:rPr lang="de-DE"/>
              <a:t> </a:t>
            </a:r>
            <a:r>
              <a:rPr lang="de-DE" err="1"/>
              <a:t>point</a:t>
            </a:r>
            <a:endParaRPr lang="de-DE"/>
          </a:p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agenda</a:t>
            </a:r>
            <a:r>
              <a:rPr lang="de-DE"/>
              <a:t> </a:t>
            </a:r>
            <a:r>
              <a:rPr lang="de-DE" err="1"/>
              <a:t>point</a:t>
            </a:r>
            <a:endParaRPr lang="de-DE"/>
          </a:p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agenda</a:t>
            </a:r>
            <a:r>
              <a:rPr lang="de-DE"/>
              <a:t> </a:t>
            </a:r>
            <a:r>
              <a:rPr lang="de-DE" err="1"/>
              <a:t>point</a:t>
            </a:r>
            <a:endParaRPr lang="de-DE"/>
          </a:p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agenda</a:t>
            </a:r>
            <a:r>
              <a:rPr lang="de-DE"/>
              <a:t> </a:t>
            </a:r>
            <a:r>
              <a:rPr lang="de-DE" err="1"/>
              <a:t>point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6066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668831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95" imgH="394" progId="TCLayout.ActiveDocument.1">
                  <p:embed/>
                </p:oleObj>
              </mc:Choice>
              <mc:Fallback>
                <p:oleObj name="think-cell Folie" r:id="rId3" imgW="395" imgH="394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0" y="6234244"/>
            <a:ext cx="6088783" cy="6303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34" name="Titel 15"/>
          <p:cNvSpPr>
            <a:spLocks noGrp="1"/>
          </p:cNvSpPr>
          <p:nvPr>
            <p:ph type="title" hasCustomPrompt="1"/>
          </p:nvPr>
        </p:nvSpPr>
        <p:spPr>
          <a:xfrm>
            <a:off x="335999" y="488315"/>
            <a:ext cx="11520000" cy="717250"/>
          </a:xfrm>
        </p:spPr>
        <p:txBody>
          <a:bodyPr anchor="t"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3600" baseline="0">
                <a:solidFill>
                  <a:schemeClr val="bg1"/>
                </a:solidFill>
                <a:latin typeface="+mj-lt"/>
                <a:sym typeface="FK CARIAD Light" pitchFamily="50" charset="0"/>
              </a:defRPr>
            </a:lvl1pPr>
          </a:lstStyle>
          <a:p>
            <a:r>
              <a:rPr lang="en-US" noProof="0"/>
              <a:t>Agenda</a:t>
            </a:r>
          </a:p>
        </p:txBody>
      </p:sp>
      <p:sp>
        <p:nvSpPr>
          <p:cNvPr id="10" name="Datumsplatzhalter 12"/>
          <p:cNvSpPr>
            <a:spLocks noGrp="1"/>
          </p:cNvSpPr>
          <p:nvPr>
            <p:ph type="dt" sz="half" idx="2"/>
          </p:nvPr>
        </p:nvSpPr>
        <p:spPr>
          <a:xfrm>
            <a:off x="568832" y="6321325"/>
            <a:ext cx="5415187" cy="208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360000"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03.06.2025 | Nuremberg | Morris Darren Babu | Master Thesis</a:t>
            </a:r>
          </a:p>
        </p:txBody>
      </p:sp>
      <p:sp>
        <p:nvSpPr>
          <p:cNvPr id="15" name="Fußzeilenplatzhalter 13"/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5186" cy="208800"/>
          </a:xfrm>
          <a:prstGeom prst="rect">
            <a:avLst/>
          </a:prstGeom>
        </p:spPr>
        <p:txBody>
          <a:bodyPr vert="horz" lIns="91440" tIns="46800" rIns="91440" bIns="46800" rtlCol="0" anchor="b">
            <a:noAutofit/>
          </a:bodyPr>
          <a:lstStyle>
            <a:lvl1pPr algn="l" defTabSz="360000" rtl="0"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INTERNAL</a:t>
            </a:r>
          </a:p>
        </p:txBody>
      </p:sp>
      <p:sp>
        <p:nvSpPr>
          <p:cNvPr id="16" name="Foliennummernplatzhalter 14"/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60000"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fld id="{1A672BC3-475D-4374-8EEC-4CFA9934D3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sz="quarter" idx="10" hasCustomPrompt="1"/>
          </p:nvPr>
        </p:nvSpPr>
        <p:spPr>
          <a:xfrm>
            <a:off x="336550" y="1205565"/>
            <a:ext cx="11518900" cy="463326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agenda</a:t>
            </a:r>
            <a:r>
              <a:rPr lang="de-DE"/>
              <a:t> </a:t>
            </a:r>
            <a:r>
              <a:rPr lang="de-DE" err="1"/>
              <a:t>point</a:t>
            </a:r>
            <a:endParaRPr lang="de-DE"/>
          </a:p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agenda</a:t>
            </a:r>
            <a:r>
              <a:rPr lang="de-DE"/>
              <a:t> </a:t>
            </a:r>
            <a:r>
              <a:rPr lang="de-DE" err="1"/>
              <a:t>point</a:t>
            </a:r>
            <a:endParaRPr lang="de-DE"/>
          </a:p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agenda</a:t>
            </a:r>
            <a:r>
              <a:rPr lang="de-DE"/>
              <a:t> </a:t>
            </a:r>
            <a:r>
              <a:rPr lang="de-DE" err="1"/>
              <a:t>point</a:t>
            </a:r>
            <a:endParaRPr lang="de-DE"/>
          </a:p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agenda</a:t>
            </a:r>
            <a:r>
              <a:rPr lang="de-DE"/>
              <a:t> </a:t>
            </a:r>
            <a:r>
              <a:rPr lang="de-DE" err="1"/>
              <a:t>point</a:t>
            </a:r>
            <a:endParaRPr lang="de-DE"/>
          </a:p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agenda</a:t>
            </a:r>
            <a:r>
              <a:rPr lang="de-DE"/>
              <a:t> </a:t>
            </a:r>
            <a:r>
              <a:rPr lang="de-DE" err="1"/>
              <a:t>point</a:t>
            </a:r>
            <a:endParaRPr lang="de-DE"/>
          </a:p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agenda</a:t>
            </a:r>
            <a:r>
              <a:rPr lang="de-DE"/>
              <a:t> </a:t>
            </a:r>
            <a:r>
              <a:rPr lang="de-DE" err="1"/>
              <a:t>point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3874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82656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95" imgH="394" progId="TCLayout.ActiveDocument.1">
                  <p:embed/>
                </p:oleObj>
              </mc:Choice>
              <mc:Fallback>
                <p:oleObj name="think-cell Folie" r:id="rId3" imgW="395" imgH="394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Halbbogen 9"/>
          <p:cNvSpPr/>
          <p:nvPr userDrawn="1"/>
        </p:nvSpPr>
        <p:spPr>
          <a:xfrm rot="10800000">
            <a:off x="367437" y="186812"/>
            <a:ext cx="5353905" cy="5354115"/>
          </a:xfrm>
          <a:prstGeom prst="blockArc">
            <a:avLst>
              <a:gd name="adj1" fmla="val 10787278"/>
              <a:gd name="adj2" fmla="val 21530093"/>
              <a:gd name="adj3" fmla="val 6209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de-DE" sz="1800" noProof="0" err="1">
              <a:solidFill>
                <a:schemeClr val="tx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0" y="6234244"/>
            <a:ext cx="6088783" cy="623756"/>
          </a:xfrm>
          <a:prstGeom prst="rect">
            <a:avLst/>
          </a:prstGeom>
          <a:solidFill>
            <a:srgbClr val="1D0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7" name="Bildplatzhalter 6"/>
          <p:cNvSpPr>
            <a:spLocks noGrp="1"/>
          </p:cNvSpPr>
          <p:nvPr>
            <p:ph type="pic" sz="quarter" idx="10" hasCustomPrompt="1"/>
          </p:nvPr>
        </p:nvSpPr>
        <p:spPr>
          <a:xfrm>
            <a:off x="6088783" y="-1"/>
            <a:ext cx="6103217" cy="6234245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360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Symbol" panose="05050102010706020507" pitchFamily="18" charset="2"/>
              <a:buNone/>
              <a:tabLst/>
              <a:defRPr sz="18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pPr marL="0" marR="0" lvl="0" indent="0" algn="l" defTabSz="360363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 [optional]</a:t>
            </a:r>
          </a:p>
        </p:txBody>
      </p:sp>
      <p:sp>
        <p:nvSpPr>
          <p:cNvPr id="22" name="Datumsplatzhalter 12"/>
          <p:cNvSpPr>
            <a:spLocks noGrp="1"/>
          </p:cNvSpPr>
          <p:nvPr>
            <p:ph type="dt" sz="half" idx="2"/>
          </p:nvPr>
        </p:nvSpPr>
        <p:spPr>
          <a:xfrm>
            <a:off x="568833" y="6321325"/>
            <a:ext cx="5415186" cy="208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36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03.06.2025 | Nuremberg | Morris Darren Babu | Master Thesis</a:t>
            </a:r>
          </a:p>
        </p:txBody>
      </p:sp>
      <p:sp>
        <p:nvSpPr>
          <p:cNvPr id="23" name="Fußzeilenplatzhalter 13"/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5186" cy="208800"/>
          </a:xfrm>
          <a:prstGeom prst="rect">
            <a:avLst/>
          </a:prstGeom>
        </p:spPr>
        <p:txBody>
          <a:bodyPr vert="horz" lIns="91440" tIns="46800" rIns="91440" bIns="46800" rtlCol="0" anchor="b">
            <a:noAutofit/>
          </a:bodyPr>
          <a:lstStyle>
            <a:lvl1pPr algn="l" defTabSz="3600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INTERNAL</a:t>
            </a:r>
          </a:p>
        </p:txBody>
      </p:sp>
      <p:sp>
        <p:nvSpPr>
          <p:cNvPr id="24" name="Foliennummernplatzhalter 14"/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6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fld id="{1A672BC3-475D-4374-8EEC-4CFA9934D3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Subtitle 2"/>
          <p:cNvSpPr>
            <a:spLocks noGrp="1"/>
          </p:cNvSpPr>
          <p:nvPr>
            <p:ph type="subTitle" idx="20" hasCustomPrompt="1"/>
          </p:nvPr>
        </p:nvSpPr>
        <p:spPr>
          <a:xfrm>
            <a:off x="328719" y="983795"/>
            <a:ext cx="5760000" cy="34544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aseline="0">
                <a:solidFill>
                  <a:schemeClr val="accent2"/>
                </a:solidFill>
                <a:latin typeface="+mn-lt"/>
                <a:sym typeface="FK CARIAD Light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Subline [optional]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28783" y="487363"/>
            <a:ext cx="5759936" cy="455612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6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Chapter Title</a:t>
            </a:r>
          </a:p>
        </p:txBody>
      </p:sp>
    </p:spTree>
    <p:extLst>
      <p:ext uri="{BB962C8B-B14F-4D97-AF65-F5344CB8AC3E}">
        <p14:creationId xmlns:p14="http://schemas.microsoft.com/office/powerpoint/2010/main" val="3799117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77339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95" imgH="394" progId="TCLayout.ActiveDocument.1">
                  <p:embed/>
                </p:oleObj>
              </mc:Choice>
              <mc:Fallback>
                <p:oleObj name="think-cell Folie" r:id="rId3" imgW="395" imgH="394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-1429" y="6234244"/>
            <a:ext cx="6087600" cy="626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6086170" y="6234244"/>
            <a:ext cx="6105829" cy="626400"/>
          </a:xfrm>
          <a:prstGeom prst="rect">
            <a:avLst/>
          </a:prstGeom>
          <a:solidFill>
            <a:srgbClr val="1D0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7" name="Bildplatzhalter 6"/>
          <p:cNvSpPr>
            <a:spLocks noGrp="1"/>
          </p:cNvSpPr>
          <p:nvPr>
            <p:ph type="pic" sz="quarter" idx="10" hasCustomPrompt="1"/>
          </p:nvPr>
        </p:nvSpPr>
        <p:spPr>
          <a:xfrm>
            <a:off x="6086168" y="-1"/>
            <a:ext cx="6102000" cy="623424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None/>
              <a:defRPr sz="1800">
                <a:solidFill>
                  <a:schemeClr val="tx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 [optional]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18" b="7301"/>
          <a:stretch/>
        </p:blipFill>
        <p:spPr>
          <a:xfrm>
            <a:off x="9877425" y="6182196"/>
            <a:ext cx="2314576" cy="673688"/>
          </a:xfrm>
          <a:prstGeom prst="rect">
            <a:avLst/>
          </a:prstGeom>
        </p:spPr>
      </p:pic>
      <p:sp>
        <p:nvSpPr>
          <p:cNvPr id="15" name="Datumsplatzhalter 12"/>
          <p:cNvSpPr>
            <a:spLocks noGrp="1"/>
          </p:cNvSpPr>
          <p:nvPr>
            <p:ph type="dt" sz="half" idx="2"/>
          </p:nvPr>
        </p:nvSpPr>
        <p:spPr>
          <a:xfrm>
            <a:off x="568833" y="6321325"/>
            <a:ext cx="5417799" cy="208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360000"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03.06.2025 | Nuremberg | Morris Darren Babu | Master Thesis</a:t>
            </a:r>
          </a:p>
        </p:txBody>
      </p:sp>
      <p:sp>
        <p:nvSpPr>
          <p:cNvPr id="17" name="Fußzeilenplatzhalter 13"/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7799" cy="208800"/>
          </a:xfrm>
          <a:prstGeom prst="rect">
            <a:avLst/>
          </a:prstGeom>
        </p:spPr>
        <p:txBody>
          <a:bodyPr vert="horz" lIns="91440" tIns="46800" rIns="91440" bIns="46800" rtlCol="0" anchor="b">
            <a:noAutofit/>
          </a:bodyPr>
          <a:lstStyle>
            <a:lvl1pPr algn="l" defTabSz="360000" rtl="0"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INTERNAL</a:t>
            </a:r>
          </a:p>
        </p:txBody>
      </p:sp>
      <p:sp>
        <p:nvSpPr>
          <p:cNvPr id="20" name="Foliennummernplatzhalter 14"/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60000"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fld id="{1A672BC3-475D-4374-8EEC-4CFA9934D3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hteck 10"/>
          <p:cNvSpPr/>
          <p:nvPr userDrawn="1"/>
        </p:nvSpPr>
        <p:spPr>
          <a:xfrm rot="1791105">
            <a:off x="2891169" y="872900"/>
            <a:ext cx="302400" cy="533803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de-DE">
              <a:latin typeface="+mn-lt"/>
              <a:sym typeface="FK CARIAD Light" pitchFamily="50" charset="0"/>
            </a:endParaRPr>
          </a:p>
        </p:txBody>
      </p:sp>
      <p:sp>
        <p:nvSpPr>
          <p:cNvPr id="18" name="Subtitle 2"/>
          <p:cNvSpPr>
            <a:spLocks noGrp="1"/>
          </p:cNvSpPr>
          <p:nvPr>
            <p:ph type="subTitle" idx="20" hasCustomPrompt="1"/>
          </p:nvPr>
        </p:nvSpPr>
        <p:spPr>
          <a:xfrm>
            <a:off x="322335" y="983795"/>
            <a:ext cx="5760000" cy="34544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spcAft>
                <a:spcPts val="600"/>
              </a:spcAft>
              <a:buNone/>
              <a:defRPr sz="1800" baseline="0">
                <a:solidFill>
                  <a:schemeClr val="accent1"/>
                </a:solidFill>
                <a:latin typeface="+mn-lt"/>
                <a:sym typeface="FK CARIAD Light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Subline [optional]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22333" y="487363"/>
            <a:ext cx="5760000" cy="455611"/>
          </a:xfrm>
        </p:spPr>
        <p:txBody>
          <a:bodyPr anchor="t">
            <a:normAutofit/>
          </a:bodyPr>
          <a:lstStyle>
            <a:lvl1pPr>
              <a:spcAft>
                <a:spcPts val="600"/>
              </a:spcAft>
              <a:defRPr sz="3600"/>
            </a:lvl1pPr>
          </a:lstStyle>
          <a:p>
            <a:r>
              <a:rPr lang="de-DE"/>
              <a:t>Chapter Title</a:t>
            </a:r>
          </a:p>
        </p:txBody>
      </p:sp>
    </p:spTree>
    <p:extLst>
      <p:ext uri="{BB962C8B-B14F-4D97-AF65-F5344CB8AC3E}">
        <p14:creationId xmlns:p14="http://schemas.microsoft.com/office/powerpoint/2010/main" val="487689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663480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95" imgH="394" progId="TCLayout.ActiveDocument.1">
                  <p:embed/>
                </p:oleObj>
              </mc:Choice>
              <mc:Fallback>
                <p:oleObj name="think-cell Folie" r:id="rId3" imgW="395" imgH="394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0" y="6234244"/>
            <a:ext cx="6088783" cy="6303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20" name="Bildplatzhalter 6"/>
          <p:cNvSpPr>
            <a:spLocks noGrp="1"/>
          </p:cNvSpPr>
          <p:nvPr>
            <p:ph type="pic" sz="quarter" idx="14" hasCustomPrompt="1"/>
          </p:nvPr>
        </p:nvSpPr>
        <p:spPr>
          <a:xfrm>
            <a:off x="6099245" y="0"/>
            <a:ext cx="6098400" cy="623424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Aft>
                <a:spcPts val="600"/>
              </a:spcAft>
              <a:buNone/>
              <a:defRPr sz="18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 [optional]</a:t>
            </a:r>
          </a:p>
        </p:txBody>
      </p:sp>
      <p:sp>
        <p:nvSpPr>
          <p:cNvPr id="14" name="Datumsplatzhalter 12"/>
          <p:cNvSpPr>
            <a:spLocks noGrp="1"/>
          </p:cNvSpPr>
          <p:nvPr>
            <p:ph type="dt" sz="half" idx="2"/>
          </p:nvPr>
        </p:nvSpPr>
        <p:spPr>
          <a:xfrm>
            <a:off x="568833" y="6321325"/>
            <a:ext cx="5415186" cy="208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360000"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03.06.2025 | Nuremberg | Morris Darren Babu | Master Thesis</a:t>
            </a:r>
          </a:p>
        </p:txBody>
      </p:sp>
      <p:sp>
        <p:nvSpPr>
          <p:cNvPr id="19" name="Fußzeilenplatzhalter 13"/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5186" cy="208800"/>
          </a:xfrm>
          <a:prstGeom prst="rect">
            <a:avLst/>
          </a:prstGeom>
        </p:spPr>
        <p:txBody>
          <a:bodyPr vert="horz" lIns="91440" tIns="46800" rIns="91440" bIns="46800" rtlCol="0" anchor="b">
            <a:noAutofit/>
          </a:bodyPr>
          <a:lstStyle>
            <a:lvl1pPr algn="l" defTabSz="360000" rtl="0"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INTERNAL</a:t>
            </a:r>
          </a:p>
        </p:txBody>
      </p:sp>
      <p:sp>
        <p:nvSpPr>
          <p:cNvPr id="21" name="Foliennummernplatzhalter 14"/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60000"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fld id="{1A672BC3-475D-4374-8EEC-4CFA9934D311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7" name="Gruppieren 26"/>
          <p:cNvGrpSpPr/>
          <p:nvPr userDrawn="1"/>
        </p:nvGrpSpPr>
        <p:grpSpPr>
          <a:xfrm>
            <a:off x="1595045" y="1288421"/>
            <a:ext cx="2898694" cy="3581292"/>
            <a:chOff x="5037087" y="963578"/>
            <a:chExt cx="2898694" cy="3581292"/>
          </a:xfrm>
        </p:grpSpPr>
        <p:sp>
          <p:nvSpPr>
            <p:cNvPr id="28" name="Rechteck 14"/>
            <p:cNvSpPr/>
            <p:nvPr userDrawn="1"/>
          </p:nvSpPr>
          <p:spPr>
            <a:xfrm rot="13500000">
              <a:off x="6333434" y="2942523"/>
              <a:ext cx="306000" cy="289869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endParaRPr lang="de-DE">
                <a:latin typeface="+mn-lt"/>
                <a:sym typeface="FK CARIAD Light" pitchFamily="50" charset="0"/>
              </a:endParaRPr>
            </a:p>
          </p:txBody>
        </p:sp>
        <p:sp>
          <p:nvSpPr>
            <p:cNvPr id="29" name="Rechteck 15"/>
            <p:cNvSpPr/>
            <p:nvPr userDrawn="1"/>
          </p:nvSpPr>
          <p:spPr>
            <a:xfrm rot="8100000">
              <a:off x="6357092" y="963578"/>
              <a:ext cx="306000" cy="299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endParaRPr lang="de-DE">
                <a:latin typeface="+mn-lt"/>
                <a:sym typeface="FK CARIAD Light" pitchFamily="50" charset="0"/>
              </a:endParaRPr>
            </a:p>
          </p:txBody>
        </p:sp>
      </p:grpSp>
      <p:sp>
        <p:nvSpPr>
          <p:cNvPr id="13" name="Subtitle 2"/>
          <p:cNvSpPr>
            <a:spLocks noGrp="1"/>
          </p:cNvSpPr>
          <p:nvPr>
            <p:ph type="subTitle" idx="20" hasCustomPrompt="1"/>
          </p:nvPr>
        </p:nvSpPr>
        <p:spPr>
          <a:xfrm>
            <a:off x="339245" y="983795"/>
            <a:ext cx="5760000" cy="34544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spcAft>
                <a:spcPts val="600"/>
              </a:spcAft>
              <a:buNone/>
              <a:defRPr sz="1800" baseline="0">
                <a:solidFill>
                  <a:schemeClr val="accent3"/>
                </a:solidFill>
                <a:latin typeface="+mn-lt"/>
                <a:sym typeface="FK CARIAD Light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Subline [optional]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39245" y="487363"/>
            <a:ext cx="5760000" cy="455612"/>
          </a:xfrm>
        </p:spPr>
        <p:txBody>
          <a:bodyPr anchor="t">
            <a:normAutofit/>
          </a:bodyPr>
          <a:lstStyle>
            <a:lvl1pPr>
              <a:spcAft>
                <a:spcPts val="600"/>
              </a:spcAft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/>
              <a:t>Chapter Title</a:t>
            </a:r>
          </a:p>
        </p:txBody>
      </p:sp>
    </p:spTree>
    <p:extLst>
      <p:ext uri="{BB962C8B-B14F-4D97-AF65-F5344CB8AC3E}">
        <p14:creationId xmlns:p14="http://schemas.microsoft.com/office/powerpoint/2010/main" val="1645049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721421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95" imgH="394" progId="TCLayout.ActiveDocument.1">
                  <p:embed/>
                </p:oleObj>
              </mc:Choice>
              <mc:Fallback>
                <p:oleObj name="think-cell Folie" r:id="rId3" imgW="395" imgH="394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0" y="6234244"/>
            <a:ext cx="6088783" cy="623756"/>
          </a:xfrm>
          <a:prstGeom prst="rect">
            <a:avLst/>
          </a:prstGeom>
          <a:solidFill>
            <a:srgbClr val="1D0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15" name="Subtitle 2"/>
          <p:cNvSpPr>
            <a:spLocks noGrp="1"/>
          </p:cNvSpPr>
          <p:nvPr>
            <p:ph type="subTitle" idx="20" hasCustomPrompt="1"/>
          </p:nvPr>
        </p:nvSpPr>
        <p:spPr>
          <a:xfrm>
            <a:off x="336486" y="993777"/>
            <a:ext cx="11518964" cy="34544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aseline="0">
                <a:solidFill>
                  <a:schemeClr val="accent2"/>
                </a:solidFill>
                <a:latin typeface="+mn-lt"/>
                <a:sym typeface="FK CARIAD Light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Placeholder subtitle [optional]</a:t>
            </a:r>
          </a:p>
        </p:txBody>
      </p:sp>
      <p:sp>
        <p:nvSpPr>
          <p:cNvPr id="17" name="Textplatzhalt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1442" y="39091"/>
            <a:ext cx="11814007" cy="33219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 baseline="0">
                <a:solidFill>
                  <a:schemeClr val="accent2"/>
                </a:solidFill>
                <a:latin typeface="+mn-lt"/>
                <a:sym typeface="FK CARIAD Light" pitchFamily="50" charset="0"/>
              </a:defRPr>
            </a:lvl1pPr>
            <a:lvl2pPr marL="457200" indent="0">
              <a:buNone/>
              <a:defRPr sz="1800">
                <a:latin typeface="FK CARIAD Light" pitchFamily="2" charset="0"/>
              </a:defRPr>
            </a:lvl2pPr>
            <a:lvl3pPr marL="914400" indent="0">
              <a:buNone/>
              <a:defRPr sz="1800">
                <a:latin typeface="FK CARIAD Light" pitchFamily="2" charset="0"/>
              </a:defRPr>
            </a:lvl3pPr>
            <a:lvl4pPr marL="1371600" indent="0">
              <a:buNone/>
              <a:defRPr sz="1800">
                <a:latin typeface="FK CARIAD Light" pitchFamily="2" charset="0"/>
              </a:defRPr>
            </a:lvl4pPr>
            <a:lvl5pPr marL="1828800" indent="0">
              <a:buNone/>
              <a:defRPr sz="1800">
                <a:latin typeface="FK CARIAD Light" pitchFamily="2" charset="0"/>
              </a:defRPr>
            </a:lvl5pPr>
          </a:lstStyle>
          <a:p>
            <a:pPr lvl="0"/>
            <a:r>
              <a:rPr lang="en-US" noProof="0"/>
              <a:t>Placeholder category [optional]</a:t>
            </a:r>
          </a:p>
        </p:txBody>
      </p:sp>
      <p:sp>
        <p:nvSpPr>
          <p:cNvPr id="20" name="Textplatzhalter 9"/>
          <p:cNvSpPr>
            <a:spLocks noGrp="1"/>
          </p:cNvSpPr>
          <p:nvPr>
            <p:ph type="body" sz="quarter" idx="16" hasCustomPrompt="1"/>
          </p:nvPr>
        </p:nvSpPr>
        <p:spPr>
          <a:xfrm>
            <a:off x="336486" y="5680430"/>
            <a:ext cx="11518963" cy="42480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aseline="0">
                <a:solidFill>
                  <a:schemeClr val="accent2"/>
                </a:solidFill>
                <a:latin typeface="+mn-lt"/>
                <a:sym typeface="FK CARIAD Light" pitchFamily="50" charset="0"/>
              </a:defRPr>
            </a:lvl1pPr>
            <a:lvl2pPr marL="457200" indent="0">
              <a:buNone/>
              <a:defRPr sz="1800">
                <a:latin typeface="FK CARIAD Light" pitchFamily="2" charset="0"/>
              </a:defRPr>
            </a:lvl2pPr>
            <a:lvl3pPr marL="914400" indent="0">
              <a:buNone/>
              <a:defRPr sz="1800">
                <a:latin typeface="FK CARIAD Light" pitchFamily="2" charset="0"/>
              </a:defRPr>
            </a:lvl3pPr>
            <a:lvl4pPr marL="1371600" indent="0">
              <a:buNone/>
              <a:defRPr sz="1800">
                <a:latin typeface="FK CARIAD Light" pitchFamily="2" charset="0"/>
              </a:defRPr>
            </a:lvl4pPr>
            <a:lvl5pPr marL="1828800" indent="0">
              <a:buNone/>
              <a:defRPr sz="1800">
                <a:latin typeface="FK CARIAD Light" pitchFamily="2" charset="0"/>
              </a:defRPr>
            </a:lvl5pPr>
          </a:lstStyle>
          <a:p>
            <a:pPr lvl="0"/>
            <a:r>
              <a:rPr lang="en-US" noProof="0"/>
              <a:t>Placeholder key message</a:t>
            </a:r>
          </a:p>
        </p:txBody>
      </p:sp>
      <p:sp>
        <p:nvSpPr>
          <p:cNvPr id="14" name="Datumsplatzhalter 12"/>
          <p:cNvSpPr>
            <a:spLocks noGrp="1"/>
          </p:cNvSpPr>
          <p:nvPr>
            <p:ph type="dt" sz="half" idx="2"/>
          </p:nvPr>
        </p:nvSpPr>
        <p:spPr>
          <a:xfrm>
            <a:off x="568833" y="6321325"/>
            <a:ext cx="5415186" cy="208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36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03.06.2025 | Nuremberg | Morris Darren Babu | Master Thesis</a:t>
            </a:r>
          </a:p>
        </p:txBody>
      </p:sp>
      <p:sp>
        <p:nvSpPr>
          <p:cNvPr id="16" name="Fußzeilenplatzhalter 13"/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5186" cy="208800"/>
          </a:xfrm>
          <a:prstGeom prst="rect">
            <a:avLst/>
          </a:prstGeom>
        </p:spPr>
        <p:txBody>
          <a:bodyPr vert="horz" lIns="91440" tIns="46800" rIns="91440" bIns="46800" rtlCol="0" anchor="b">
            <a:noAutofit/>
          </a:bodyPr>
          <a:lstStyle>
            <a:lvl1pPr algn="l" defTabSz="3600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INTERNAL</a:t>
            </a:r>
          </a:p>
        </p:txBody>
      </p:sp>
      <p:sp>
        <p:nvSpPr>
          <p:cNvPr id="18" name="Foliennummernplatzhalter 14"/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6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fld id="{1A672BC3-475D-4374-8EEC-4CFA9934D3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el 2"/>
          <p:cNvSpPr>
            <a:spLocks noGrp="1"/>
          </p:cNvSpPr>
          <p:nvPr>
            <p:ph type="title" hasCustomPrompt="1"/>
          </p:nvPr>
        </p:nvSpPr>
        <p:spPr>
          <a:xfrm>
            <a:off x="336550" y="487363"/>
            <a:ext cx="11520000" cy="455612"/>
          </a:xfrm>
        </p:spPr>
        <p:txBody>
          <a:bodyPr anchor="t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600" baseline="0">
                <a:solidFill>
                  <a:schemeClr val="bg1"/>
                </a:solidFill>
              </a:defRPr>
            </a:lvl1pPr>
          </a:lstStyle>
          <a:p>
            <a:r>
              <a:rPr lang="de-DE" err="1"/>
              <a:t>Placeholder</a:t>
            </a:r>
            <a:r>
              <a:rPr lang="de-DE"/>
              <a:t> Slide Title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1" hasCustomPrompt="1"/>
          </p:nvPr>
        </p:nvSpPr>
        <p:spPr>
          <a:xfrm>
            <a:off x="336550" y="1653687"/>
            <a:ext cx="11518900" cy="39024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, </a:t>
            </a:r>
            <a:r>
              <a:rPr lang="de-DE" err="1"/>
              <a:t>table</a:t>
            </a:r>
            <a:r>
              <a:rPr lang="de-DE"/>
              <a:t>, </a:t>
            </a:r>
            <a:r>
              <a:rPr lang="de-DE" err="1"/>
              <a:t>video</a:t>
            </a:r>
            <a:r>
              <a:rPr lang="de-DE"/>
              <a:t>, SmartArt etc.</a:t>
            </a:r>
          </a:p>
        </p:txBody>
      </p:sp>
    </p:spTree>
    <p:extLst>
      <p:ext uri="{BB962C8B-B14F-4D97-AF65-F5344CB8AC3E}">
        <p14:creationId xmlns:p14="http://schemas.microsoft.com/office/powerpoint/2010/main" val="2504688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77977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95" imgH="394" progId="TCLayout.ActiveDocument.1">
                  <p:embed/>
                </p:oleObj>
              </mc:Choice>
              <mc:Fallback>
                <p:oleObj name="think-cell Folie" r:id="rId3" imgW="395" imgH="394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-1429" y="6234244"/>
            <a:ext cx="6087600" cy="626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6086170" y="6234244"/>
            <a:ext cx="6105829" cy="626400"/>
          </a:xfrm>
          <a:prstGeom prst="rect">
            <a:avLst/>
          </a:prstGeom>
          <a:solidFill>
            <a:srgbClr val="1D0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16" name="Textplatzhalt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1442" y="39091"/>
            <a:ext cx="11814007" cy="33219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 baseline="0">
                <a:solidFill>
                  <a:schemeClr val="accent1"/>
                </a:solidFill>
                <a:latin typeface="+mn-lt"/>
                <a:sym typeface="FK CARIAD Light" pitchFamily="50" charset="0"/>
              </a:defRPr>
            </a:lvl1pPr>
            <a:lvl2pPr marL="457200" indent="0">
              <a:buNone/>
              <a:defRPr sz="1800">
                <a:latin typeface="FK CARIAD Light" pitchFamily="2" charset="0"/>
              </a:defRPr>
            </a:lvl2pPr>
            <a:lvl3pPr marL="914400" indent="0">
              <a:buNone/>
              <a:defRPr sz="1800">
                <a:latin typeface="FK CARIAD Light" pitchFamily="2" charset="0"/>
              </a:defRPr>
            </a:lvl3pPr>
            <a:lvl4pPr marL="1371600" indent="0">
              <a:buNone/>
              <a:defRPr sz="1800">
                <a:latin typeface="FK CARIAD Light" pitchFamily="2" charset="0"/>
              </a:defRPr>
            </a:lvl4pPr>
            <a:lvl5pPr marL="1828800" indent="0">
              <a:buNone/>
              <a:defRPr sz="1800">
                <a:latin typeface="FK CARIAD Light" pitchFamily="2" charset="0"/>
              </a:defRPr>
            </a:lvl5pPr>
          </a:lstStyle>
          <a:p>
            <a:pPr lvl="0"/>
            <a:r>
              <a:rPr lang="en-US" noProof="0"/>
              <a:t>Placeholder category [optional]</a:t>
            </a:r>
          </a:p>
        </p:txBody>
      </p:sp>
      <p:sp>
        <p:nvSpPr>
          <p:cNvPr id="17" name="Textplatzhalter 9"/>
          <p:cNvSpPr>
            <a:spLocks noGrp="1"/>
          </p:cNvSpPr>
          <p:nvPr>
            <p:ph type="body" sz="quarter" idx="16" hasCustomPrompt="1"/>
          </p:nvPr>
        </p:nvSpPr>
        <p:spPr>
          <a:xfrm>
            <a:off x="337200" y="5680430"/>
            <a:ext cx="11518249" cy="42480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aseline="0">
                <a:solidFill>
                  <a:schemeClr val="accent1"/>
                </a:solidFill>
                <a:latin typeface="+mn-lt"/>
                <a:sym typeface="FK CARIAD Light" pitchFamily="50" charset="0"/>
              </a:defRPr>
            </a:lvl1pPr>
            <a:lvl2pPr marL="457200" indent="0">
              <a:buNone/>
              <a:defRPr sz="1800">
                <a:latin typeface="FK CARIAD Light" pitchFamily="2" charset="0"/>
              </a:defRPr>
            </a:lvl2pPr>
            <a:lvl3pPr marL="914400" indent="0">
              <a:buNone/>
              <a:defRPr sz="1800">
                <a:latin typeface="FK CARIAD Light" pitchFamily="2" charset="0"/>
              </a:defRPr>
            </a:lvl3pPr>
            <a:lvl4pPr marL="1371600" indent="0">
              <a:buNone/>
              <a:defRPr sz="1800">
                <a:latin typeface="FK CARIAD Light" pitchFamily="2" charset="0"/>
              </a:defRPr>
            </a:lvl4pPr>
            <a:lvl5pPr marL="1828800" indent="0">
              <a:buNone/>
              <a:defRPr sz="1800">
                <a:latin typeface="FK CARIAD Light" pitchFamily="2" charset="0"/>
              </a:defRPr>
            </a:lvl5pPr>
          </a:lstStyle>
          <a:p>
            <a:pPr lvl="0"/>
            <a:r>
              <a:rPr lang="en-US" noProof="0"/>
              <a:t>Placeholder key message</a:t>
            </a:r>
          </a:p>
        </p:txBody>
      </p:sp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18" b="7301"/>
          <a:stretch/>
        </p:blipFill>
        <p:spPr>
          <a:xfrm>
            <a:off x="9877425" y="6182196"/>
            <a:ext cx="2314576" cy="673688"/>
          </a:xfrm>
          <a:prstGeom prst="rect">
            <a:avLst/>
          </a:prstGeom>
        </p:spPr>
      </p:pic>
      <p:sp>
        <p:nvSpPr>
          <p:cNvPr id="20" name="Datumsplatzhalter 12"/>
          <p:cNvSpPr>
            <a:spLocks noGrp="1"/>
          </p:cNvSpPr>
          <p:nvPr>
            <p:ph type="dt" sz="half" idx="2"/>
          </p:nvPr>
        </p:nvSpPr>
        <p:spPr>
          <a:xfrm>
            <a:off x="568833" y="6321325"/>
            <a:ext cx="5417799" cy="208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36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03.06.2025 | Nuremberg | Morris Darren Babu | Master Thesis</a:t>
            </a:r>
          </a:p>
        </p:txBody>
      </p:sp>
      <p:sp>
        <p:nvSpPr>
          <p:cNvPr id="22" name="Fußzeilenplatzhalter 13"/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7799" cy="208800"/>
          </a:xfrm>
          <a:prstGeom prst="rect">
            <a:avLst/>
          </a:prstGeom>
        </p:spPr>
        <p:txBody>
          <a:bodyPr vert="horz" lIns="91440" tIns="46800" rIns="91440" bIns="46800" rtlCol="0" anchor="b">
            <a:noAutofit/>
          </a:bodyPr>
          <a:lstStyle>
            <a:lvl1pPr algn="l" defTabSz="3600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INTERNAL</a:t>
            </a:r>
          </a:p>
        </p:txBody>
      </p:sp>
      <p:sp>
        <p:nvSpPr>
          <p:cNvPr id="25" name="Foliennummernplatzhalter 14"/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6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fld id="{1A672BC3-475D-4374-8EEC-4CFA9934D3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Subtitle 2"/>
          <p:cNvSpPr>
            <a:spLocks noGrp="1"/>
          </p:cNvSpPr>
          <p:nvPr>
            <p:ph type="subTitle" idx="20" hasCustomPrompt="1"/>
          </p:nvPr>
        </p:nvSpPr>
        <p:spPr>
          <a:xfrm>
            <a:off x="336486" y="993777"/>
            <a:ext cx="11518964" cy="34544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aseline="0">
                <a:solidFill>
                  <a:schemeClr val="accent1"/>
                </a:solidFill>
                <a:latin typeface="+mn-lt"/>
                <a:sym typeface="FK CARIAD Light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Placeholder subtitle [optional]</a:t>
            </a:r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>
          <a:xfrm>
            <a:off x="336550" y="487363"/>
            <a:ext cx="11520000" cy="455612"/>
          </a:xfrm>
        </p:spPr>
        <p:txBody>
          <a:bodyPr anchor="t" anchorCtr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600" baseline="0"/>
            </a:lvl1pPr>
          </a:lstStyle>
          <a:p>
            <a:r>
              <a:rPr lang="de-DE" err="1"/>
              <a:t>Placeholder</a:t>
            </a:r>
            <a:r>
              <a:rPr lang="de-DE"/>
              <a:t> Slide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21" hasCustomPrompt="1"/>
          </p:nvPr>
        </p:nvSpPr>
        <p:spPr>
          <a:xfrm>
            <a:off x="336550" y="1649016"/>
            <a:ext cx="11518900" cy="3902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, </a:t>
            </a:r>
            <a:r>
              <a:rPr lang="de-DE" err="1"/>
              <a:t>table</a:t>
            </a:r>
            <a:r>
              <a:rPr lang="de-DE"/>
              <a:t>, </a:t>
            </a:r>
            <a:r>
              <a:rPr lang="de-DE" err="1"/>
              <a:t>video</a:t>
            </a:r>
            <a:r>
              <a:rPr lang="de-DE"/>
              <a:t>, SmartArt etc.</a:t>
            </a:r>
          </a:p>
        </p:txBody>
      </p:sp>
    </p:spTree>
    <p:extLst>
      <p:ext uri="{BB962C8B-B14F-4D97-AF65-F5344CB8AC3E}">
        <p14:creationId xmlns:p14="http://schemas.microsoft.com/office/powerpoint/2010/main" val="3206846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424105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95" imgH="394" progId="TCLayout.ActiveDocument.1">
                  <p:embed/>
                </p:oleObj>
              </mc:Choice>
              <mc:Fallback>
                <p:oleObj name="think-cell Folie" r:id="rId3" imgW="395" imgH="394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0" y="6234244"/>
            <a:ext cx="6088783" cy="6303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17" name="Textplatzhalt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1442" y="39091"/>
            <a:ext cx="11814007" cy="33219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 baseline="0">
                <a:solidFill>
                  <a:schemeClr val="accent2"/>
                </a:solidFill>
                <a:latin typeface="+mn-lt"/>
                <a:sym typeface="FK CARIAD Light" pitchFamily="50" charset="0"/>
              </a:defRPr>
            </a:lvl1pPr>
            <a:lvl2pPr marL="457200" indent="0">
              <a:buNone/>
              <a:defRPr sz="1800">
                <a:latin typeface="FK CARIAD Light" pitchFamily="2" charset="0"/>
              </a:defRPr>
            </a:lvl2pPr>
            <a:lvl3pPr marL="914400" indent="0">
              <a:buNone/>
              <a:defRPr sz="1800">
                <a:latin typeface="FK CARIAD Light" pitchFamily="2" charset="0"/>
              </a:defRPr>
            </a:lvl3pPr>
            <a:lvl4pPr marL="1371600" indent="0">
              <a:buNone/>
              <a:defRPr sz="1800">
                <a:latin typeface="FK CARIAD Light" pitchFamily="2" charset="0"/>
              </a:defRPr>
            </a:lvl4pPr>
            <a:lvl5pPr marL="1828800" indent="0">
              <a:buNone/>
              <a:defRPr sz="1800">
                <a:latin typeface="FK CARIAD Light" pitchFamily="2" charset="0"/>
              </a:defRPr>
            </a:lvl5pPr>
          </a:lstStyle>
          <a:p>
            <a:pPr lvl="0"/>
            <a:r>
              <a:rPr lang="en-US" noProof="0"/>
              <a:t>Placeholder category [optional]</a:t>
            </a:r>
          </a:p>
        </p:txBody>
      </p:sp>
      <p:sp>
        <p:nvSpPr>
          <p:cNvPr id="18" name="Textplatzhalter 9"/>
          <p:cNvSpPr>
            <a:spLocks noGrp="1"/>
          </p:cNvSpPr>
          <p:nvPr>
            <p:ph type="body" sz="quarter" idx="16" hasCustomPrompt="1"/>
          </p:nvPr>
        </p:nvSpPr>
        <p:spPr>
          <a:xfrm>
            <a:off x="336486" y="5680430"/>
            <a:ext cx="11518963" cy="42480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aseline="0">
                <a:solidFill>
                  <a:schemeClr val="accent2"/>
                </a:solidFill>
                <a:latin typeface="+mn-lt"/>
                <a:sym typeface="FK CARIAD Light" pitchFamily="50" charset="0"/>
              </a:defRPr>
            </a:lvl1pPr>
            <a:lvl2pPr marL="457200" indent="0">
              <a:buNone/>
              <a:defRPr sz="1800">
                <a:latin typeface="FK CARIAD Light" pitchFamily="2" charset="0"/>
              </a:defRPr>
            </a:lvl2pPr>
            <a:lvl3pPr marL="914400" indent="0">
              <a:buNone/>
              <a:defRPr sz="1800">
                <a:latin typeface="FK CARIAD Light" pitchFamily="2" charset="0"/>
              </a:defRPr>
            </a:lvl3pPr>
            <a:lvl4pPr marL="1371600" indent="0">
              <a:buNone/>
              <a:defRPr sz="1800">
                <a:latin typeface="FK CARIAD Light" pitchFamily="2" charset="0"/>
              </a:defRPr>
            </a:lvl4pPr>
            <a:lvl5pPr marL="1828800" indent="0">
              <a:buNone/>
              <a:defRPr sz="1800">
                <a:latin typeface="FK CARIAD Light" pitchFamily="2" charset="0"/>
              </a:defRPr>
            </a:lvl5pPr>
          </a:lstStyle>
          <a:p>
            <a:pPr lvl="0"/>
            <a:r>
              <a:rPr lang="en-US" noProof="0"/>
              <a:t>Placeholder key message</a:t>
            </a:r>
          </a:p>
        </p:txBody>
      </p:sp>
      <p:sp>
        <p:nvSpPr>
          <p:cNvPr id="14" name="Datumsplatzhalter 12"/>
          <p:cNvSpPr>
            <a:spLocks noGrp="1"/>
          </p:cNvSpPr>
          <p:nvPr>
            <p:ph type="dt" sz="half" idx="2"/>
          </p:nvPr>
        </p:nvSpPr>
        <p:spPr>
          <a:xfrm>
            <a:off x="568833" y="6321325"/>
            <a:ext cx="5415186" cy="208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36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03.06.2025 | Nuremberg | Morris Darren Babu | Master Thesis</a:t>
            </a:r>
          </a:p>
        </p:txBody>
      </p:sp>
      <p:sp>
        <p:nvSpPr>
          <p:cNvPr id="15" name="Fußzeilenplatzhalter 13"/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5186" cy="208800"/>
          </a:xfrm>
          <a:prstGeom prst="rect">
            <a:avLst/>
          </a:prstGeom>
        </p:spPr>
        <p:txBody>
          <a:bodyPr vert="horz" lIns="91440" tIns="46800" rIns="91440" bIns="46800" rtlCol="0" anchor="b">
            <a:noAutofit/>
          </a:bodyPr>
          <a:lstStyle>
            <a:lvl1pPr algn="l" defTabSz="3600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INTERNAL</a:t>
            </a:r>
          </a:p>
        </p:txBody>
      </p:sp>
      <p:sp>
        <p:nvSpPr>
          <p:cNvPr id="21" name="Foliennummernplatzhalter 14"/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6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fld id="{1A672BC3-475D-4374-8EEC-4CFA9934D3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Subtitle 2"/>
          <p:cNvSpPr>
            <a:spLocks noGrp="1"/>
          </p:cNvSpPr>
          <p:nvPr>
            <p:ph type="subTitle" idx="20" hasCustomPrompt="1"/>
          </p:nvPr>
        </p:nvSpPr>
        <p:spPr>
          <a:xfrm>
            <a:off x="336486" y="993777"/>
            <a:ext cx="11518964" cy="34544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aseline="0">
                <a:solidFill>
                  <a:schemeClr val="accent2"/>
                </a:solidFill>
                <a:latin typeface="+mn-lt"/>
                <a:sym typeface="FK CARIAD Light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Placeholder subtitle [optional]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36550" y="487363"/>
            <a:ext cx="11520000" cy="455612"/>
          </a:xfrm>
        </p:spPr>
        <p:txBody>
          <a:bodyPr anchor="t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600" baseline="0">
                <a:solidFill>
                  <a:schemeClr val="bg1"/>
                </a:solidFill>
              </a:defRPr>
            </a:lvl1pPr>
          </a:lstStyle>
          <a:p>
            <a:r>
              <a:rPr lang="de-DE" err="1"/>
              <a:t>Placeholder</a:t>
            </a:r>
            <a:r>
              <a:rPr lang="de-DE"/>
              <a:t> Slide Title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1" hasCustomPrompt="1"/>
          </p:nvPr>
        </p:nvSpPr>
        <p:spPr>
          <a:xfrm>
            <a:off x="336550" y="1650736"/>
            <a:ext cx="11518900" cy="390068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, </a:t>
            </a:r>
            <a:r>
              <a:rPr lang="de-DE" err="1"/>
              <a:t>table</a:t>
            </a:r>
            <a:r>
              <a:rPr lang="de-DE"/>
              <a:t>, </a:t>
            </a:r>
            <a:r>
              <a:rPr lang="de-DE" err="1"/>
              <a:t>video</a:t>
            </a:r>
            <a:r>
              <a:rPr lang="de-DE"/>
              <a:t>, SmartArt etc.</a:t>
            </a:r>
          </a:p>
        </p:txBody>
      </p:sp>
    </p:spTree>
    <p:extLst>
      <p:ext uri="{BB962C8B-B14F-4D97-AF65-F5344CB8AC3E}">
        <p14:creationId xmlns:p14="http://schemas.microsoft.com/office/powerpoint/2010/main" val="493198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s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401375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95" imgH="394" progId="TCLayout.ActiveDocument.1">
                  <p:embed/>
                </p:oleObj>
              </mc:Choice>
              <mc:Fallback>
                <p:oleObj name="think-cell Folie" r:id="rId3" imgW="395" imgH="394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0" y="6234244"/>
            <a:ext cx="6088783" cy="623756"/>
          </a:xfrm>
          <a:prstGeom prst="rect">
            <a:avLst/>
          </a:prstGeom>
          <a:solidFill>
            <a:srgbClr val="1D0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17" name="Textplatzhalt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1442" y="39091"/>
            <a:ext cx="11814007" cy="33219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 baseline="0">
                <a:solidFill>
                  <a:schemeClr val="accent2"/>
                </a:solidFill>
                <a:latin typeface="+mn-lt"/>
                <a:sym typeface="FK CARIAD Light" pitchFamily="50" charset="0"/>
              </a:defRPr>
            </a:lvl1pPr>
            <a:lvl2pPr marL="457200" indent="0">
              <a:buNone/>
              <a:defRPr sz="1800">
                <a:latin typeface="FK CARIAD Light" pitchFamily="2" charset="0"/>
              </a:defRPr>
            </a:lvl2pPr>
            <a:lvl3pPr marL="914400" indent="0">
              <a:buNone/>
              <a:defRPr sz="1800">
                <a:latin typeface="FK CARIAD Light" pitchFamily="2" charset="0"/>
              </a:defRPr>
            </a:lvl3pPr>
            <a:lvl4pPr marL="1371600" indent="0">
              <a:buNone/>
              <a:defRPr sz="1800">
                <a:latin typeface="FK CARIAD Light" pitchFamily="2" charset="0"/>
              </a:defRPr>
            </a:lvl4pPr>
            <a:lvl5pPr marL="1828800" indent="0">
              <a:buNone/>
              <a:defRPr sz="1800">
                <a:latin typeface="FK CARIAD Light" pitchFamily="2" charset="0"/>
              </a:defRPr>
            </a:lvl5pPr>
          </a:lstStyle>
          <a:p>
            <a:pPr lvl="0"/>
            <a:r>
              <a:rPr lang="en-US" noProof="0"/>
              <a:t>Placeholder category [optional]</a:t>
            </a:r>
          </a:p>
        </p:txBody>
      </p:sp>
      <p:sp>
        <p:nvSpPr>
          <p:cNvPr id="18" name="Textplatzhalter 9"/>
          <p:cNvSpPr>
            <a:spLocks noGrp="1"/>
          </p:cNvSpPr>
          <p:nvPr>
            <p:ph type="body" sz="quarter" idx="16" hasCustomPrompt="1"/>
          </p:nvPr>
        </p:nvSpPr>
        <p:spPr>
          <a:xfrm>
            <a:off x="336486" y="5680430"/>
            <a:ext cx="11518963" cy="42480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aseline="0">
                <a:solidFill>
                  <a:schemeClr val="accent2"/>
                </a:solidFill>
                <a:latin typeface="+mn-lt"/>
                <a:sym typeface="FK CARIAD Light" pitchFamily="50" charset="0"/>
              </a:defRPr>
            </a:lvl1pPr>
            <a:lvl2pPr marL="457200" indent="0">
              <a:buNone/>
              <a:defRPr sz="1800">
                <a:latin typeface="FK CARIAD Light" pitchFamily="2" charset="0"/>
              </a:defRPr>
            </a:lvl2pPr>
            <a:lvl3pPr marL="914400" indent="0">
              <a:buNone/>
              <a:defRPr sz="1800">
                <a:latin typeface="FK CARIAD Light" pitchFamily="2" charset="0"/>
              </a:defRPr>
            </a:lvl3pPr>
            <a:lvl4pPr marL="1371600" indent="0">
              <a:buNone/>
              <a:defRPr sz="1800">
                <a:latin typeface="FK CARIAD Light" pitchFamily="2" charset="0"/>
              </a:defRPr>
            </a:lvl4pPr>
            <a:lvl5pPr marL="1828800" indent="0">
              <a:buNone/>
              <a:defRPr sz="1800">
                <a:latin typeface="FK CARIAD Light" pitchFamily="2" charset="0"/>
              </a:defRPr>
            </a:lvl5pPr>
          </a:lstStyle>
          <a:p>
            <a:pPr lvl="0"/>
            <a:r>
              <a:rPr lang="en-US" noProof="0"/>
              <a:t>Placeholder key message</a:t>
            </a:r>
          </a:p>
        </p:txBody>
      </p:sp>
      <p:sp>
        <p:nvSpPr>
          <p:cNvPr id="15" name="Datumsplatzhalter 12"/>
          <p:cNvSpPr>
            <a:spLocks noGrp="1"/>
          </p:cNvSpPr>
          <p:nvPr>
            <p:ph type="dt" sz="half" idx="2"/>
          </p:nvPr>
        </p:nvSpPr>
        <p:spPr>
          <a:xfrm>
            <a:off x="568833" y="6321325"/>
            <a:ext cx="5415186" cy="208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36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03.06.2025 | Nuremberg | Morris Darren Babu | Master Thesis</a:t>
            </a:r>
          </a:p>
        </p:txBody>
      </p:sp>
      <p:sp>
        <p:nvSpPr>
          <p:cNvPr id="22" name="Fußzeilenplatzhalter 13"/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5186" cy="208800"/>
          </a:xfrm>
          <a:prstGeom prst="rect">
            <a:avLst/>
          </a:prstGeom>
        </p:spPr>
        <p:txBody>
          <a:bodyPr vert="horz" lIns="91440" tIns="46800" rIns="91440" bIns="46800" rtlCol="0" anchor="b">
            <a:noAutofit/>
          </a:bodyPr>
          <a:lstStyle>
            <a:lvl1pPr algn="l" defTabSz="3600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INTERNAL</a:t>
            </a:r>
          </a:p>
        </p:txBody>
      </p:sp>
      <p:sp>
        <p:nvSpPr>
          <p:cNvPr id="23" name="Foliennummernplatzhalter 14"/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6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fld id="{1A672BC3-475D-4374-8EEC-4CFA9934D3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Subtitle 2"/>
          <p:cNvSpPr>
            <a:spLocks noGrp="1"/>
          </p:cNvSpPr>
          <p:nvPr>
            <p:ph type="subTitle" idx="20" hasCustomPrompt="1"/>
          </p:nvPr>
        </p:nvSpPr>
        <p:spPr>
          <a:xfrm>
            <a:off x="336486" y="993777"/>
            <a:ext cx="11518964" cy="34544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aseline="0">
                <a:solidFill>
                  <a:schemeClr val="accent2"/>
                </a:solidFill>
                <a:latin typeface="+mn-lt"/>
                <a:sym typeface="FK CARIAD Light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Placeholder subtitle [optional]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36550" y="487363"/>
            <a:ext cx="11520000" cy="455612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err="1"/>
              <a:t>Placeholder</a:t>
            </a:r>
            <a:r>
              <a:rPr lang="de-DE"/>
              <a:t> Slide Title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quarter" idx="29" hasCustomPrompt="1"/>
          </p:nvPr>
        </p:nvSpPr>
        <p:spPr>
          <a:xfrm>
            <a:off x="336486" y="1651000"/>
            <a:ext cx="5760000" cy="39024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, </a:t>
            </a:r>
            <a:r>
              <a:rPr lang="de-DE" err="1"/>
              <a:t>table</a:t>
            </a:r>
            <a:r>
              <a:rPr lang="de-DE"/>
              <a:t>, </a:t>
            </a:r>
            <a:r>
              <a:rPr lang="de-DE" err="1"/>
              <a:t>video</a:t>
            </a:r>
            <a:r>
              <a:rPr lang="de-DE"/>
              <a:t>, SmartArt etc.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30" hasCustomPrompt="1"/>
          </p:nvPr>
        </p:nvSpPr>
        <p:spPr>
          <a:xfrm>
            <a:off x="6096000" y="1651000"/>
            <a:ext cx="5759450" cy="3902075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, </a:t>
            </a:r>
            <a:r>
              <a:rPr lang="de-DE" err="1"/>
              <a:t>table</a:t>
            </a:r>
            <a:r>
              <a:rPr lang="de-DE"/>
              <a:t>, </a:t>
            </a:r>
            <a:r>
              <a:rPr lang="de-DE" err="1"/>
              <a:t>video</a:t>
            </a:r>
            <a:r>
              <a:rPr lang="de-DE"/>
              <a:t>, SmartArt etc.</a:t>
            </a:r>
          </a:p>
        </p:txBody>
      </p:sp>
    </p:spTree>
    <p:extLst>
      <p:ext uri="{BB962C8B-B14F-4D97-AF65-F5344CB8AC3E}">
        <p14:creationId xmlns:p14="http://schemas.microsoft.com/office/powerpoint/2010/main" val="1284791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s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066247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95" imgH="394" progId="TCLayout.ActiveDocument.1">
                  <p:embed/>
                </p:oleObj>
              </mc:Choice>
              <mc:Fallback>
                <p:oleObj name="think-cell Folie" r:id="rId3" imgW="395" imgH="394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22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-1429" y="6234244"/>
            <a:ext cx="6087600" cy="626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6086170" y="6234244"/>
            <a:ext cx="6105829" cy="626400"/>
          </a:xfrm>
          <a:prstGeom prst="rect">
            <a:avLst/>
          </a:prstGeom>
          <a:solidFill>
            <a:srgbClr val="1D0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17" name="Textplatzhalt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1442" y="39091"/>
            <a:ext cx="11814007" cy="33219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 baseline="0">
                <a:solidFill>
                  <a:schemeClr val="accent1"/>
                </a:solidFill>
                <a:latin typeface="+mn-lt"/>
                <a:sym typeface="FK CARIAD Light" pitchFamily="50" charset="0"/>
              </a:defRPr>
            </a:lvl1pPr>
            <a:lvl2pPr marL="457200" indent="0">
              <a:buNone/>
              <a:defRPr sz="1800">
                <a:latin typeface="FK CARIAD Light" pitchFamily="2" charset="0"/>
              </a:defRPr>
            </a:lvl2pPr>
            <a:lvl3pPr marL="914400" indent="0">
              <a:buNone/>
              <a:defRPr sz="1800">
                <a:latin typeface="FK CARIAD Light" pitchFamily="2" charset="0"/>
              </a:defRPr>
            </a:lvl3pPr>
            <a:lvl4pPr marL="1371600" indent="0">
              <a:buNone/>
              <a:defRPr sz="1800">
                <a:latin typeface="FK CARIAD Light" pitchFamily="2" charset="0"/>
              </a:defRPr>
            </a:lvl4pPr>
            <a:lvl5pPr marL="1828800" indent="0">
              <a:buNone/>
              <a:defRPr sz="1800">
                <a:latin typeface="FK CARIAD Light" pitchFamily="2" charset="0"/>
              </a:defRPr>
            </a:lvl5pPr>
          </a:lstStyle>
          <a:p>
            <a:pPr lvl="0"/>
            <a:r>
              <a:rPr lang="en-US" noProof="0"/>
              <a:t>Placeholder category [optional]</a:t>
            </a:r>
          </a:p>
        </p:txBody>
      </p:sp>
      <p:sp>
        <p:nvSpPr>
          <p:cNvPr id="18" name="Textplatzhalter 9"/>
          <p:cNvSpPr>
            <a:spLocks noGrp="1"/>
          </p:cNvSpPr>
          <p:nvPr>
            <p:ph type="body" sz="quarter" idx="16" hasCustomPrompt="1"/>
          </p:nvPr>
        </p:nvSpPr>
        <p:spPr>
          <a:xfrm>
            <a:off x="336486" y="5680430"/>
            <a:ext cx="11518963" cy="42480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aseline="0">
                <a:solidFill>
                  <a:schemeClr val="accent1"/>
                </a:solidFill>
                <a:latin typeface="+mn-lt"/>
                <a:sym typeface="FK CARIAD Light" pitchFamily="50" charset="0"/>
              </a:defRPr>
            </a:lvl1pPr>
            <a:lvl2pPr marL="457200" indent="0">
              <a:buNone/>
              <a:defRPr sz="1800">
                <a:latin typeface="FK CARIAD Light" pitchFamily="2" charset="0"/>
              </a:defRPr>
            </a:lvl2pPr>
            <a:lvl3pPr marL="914400" indent="0">
              <a:buNone/>
              <a:defRPr sz="1800">
                <a:latin typeface="FK CARIAD Light" pitchFamily="2" charset="0"/>
              </a:defRPr>
            </a:lvl3pPr>
            <a:lvl4pPr marL="1371600" indent="0">
              <a:buNone/>
              <a:defRPr sz="1800">
                <a:latin typeface="FK CARIAD Light" pitchFamily="2" charset="0"/>
              </a:defRPr>
            </a:lvl4pPr>
            <a:lvl5pPr marL="1828800" indent="0">
              <a:buNone/>
              <a:defRPr sz="1800">
                <a:latin typeface="FK CARIAD Light" pitchFamily="2" charset="0"/>
              </a:defRPr>
            </a:lvl5pPr>
          </a:lstStyle>
          <a:p>
            <a:pPr lvl="0"/>
            <a:r>
              <a:rPr lang="en-US" noProof="0"/>
              <a:t>Placeholder key message</a:t>
            </a:r>
          </a:p>
        </p:txBody>
      </p:sp>
      <p:pic>
        <p:nvPicPr>
          <p:cNvPr id="26" name="Picture 25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18" b="7301"/>
          <a:stretch/>
        </p:blipFill>
        <p:spPr>
          <a:xfrm>
            <a:off x="9877425" y="6182196"/>
            <a:ext cx="2314576" cy="673688"/>
          </a:xfrm>
          <a:prstGeom prst="rect">
            <a:avLst/>
          </a:prstGeom>
        </p:spPr>
      </p:pic>
      <p:sp>
        <p:nvSpPr>
          <p:cNvPr id="22" name="Datumsplatzhalter 12"/>
          <p:cNvSpPr>
            <a:spLocks noGrp="1"/>
          </p:cNvSpPr>
          <p:nvPr>
            <p:ph type="dt" sz="half" idx="2"/>
          </p:nvPr>
        </p:nvSpPr>
        <p:spPr>
          <a:xfrm>
            <a:off x="568833" y="6321325"/>
            <a:ext cx="5417799" cy="208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36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03.06.2025 | Nuremberg | Morris Darren Babu | Master Thesis</a:t>
            </a:r>
          </a:p>
        </p:txBody>
      </p:sp>
      <p:sp>
        <p:nvSpPr>
          <p:cNvPr id="24" name="Fußzeilenplatzhalter 13"/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7799" cy="208800"/>
          </a:xfrm>
          <a:prstGeom prst="rect">
            <a:avLst/>
          </a:prstGeom>
        </p:spPr>
        <p:txBody>
          <a:bodyPr vert="horz" lIns="91440" tIns="46800" rIns="91440" bIns="46800" rtlCol="0" anchor="b">
            <a:noAutofit/>
          </a:bodyPr>
          <a:lstStyle>
            <a:lvl1pPr algn="l" defTabSz="3600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INTERNAL</a:t>
            </a:r>
          </a:p>
        </p:txBody>
      </p:sp>
      <p:sp>
        <p:nvSpPr>
          <p:cNvPr id="27" name="Foliennummernplatzhalter 14"/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6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fld id="{1A672BC3-475D-4374-8EEC-4CFA9934D3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Subtitle 2"/>
          <p:cNvSpPr>
            <a:spLocks noGrp="1"/>
          </p:cNvSpPr>
          <p:nvPr>
            <p:ph type="subTitle" idx="20" hasCustomPrompt="1"/>
          </p:nvPr>
        </p:nvSpPr>
        <p:spPr>
          <a:xfrm>
            <a:off x="336486" y="993777"/>
            <a:ext cx="11518964" cy="34544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aseline="0">
                <a:solidFill>
                  <a:schemeClr val="accent1"/>
                </a:solidFill>
                <a:latin typeface="+mn-lt"/>
                <a:sym typeface="FK CARIAD Light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Placeholder subtitle [optional]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 hasCustomPrompt="1"/>
          </p:nvPr>
        </p:nvSpPr>
        <p:spPr>
          <a:xfrm>
            <a:off x="336550" y="487363"/>
            <a:ext cx="11520000" cy="455612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600" baseline="0"/>
            </a:lvl1pPr>
          </a:lstStyle>
          <a:p>
            <a:r>
              <a:rPr lang="de-DE" err="1"/>
              <a:t>Placeholder</a:t>
            </a:r>
            <a:r>
              <a:rPr lang="de-DE"/>
              <a:t> Slide Title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9" hasCustomPrompt="1"/>
          </p:nvPr>
        </p:nvSpPr>
        <p:spPr>
          <a:xfrm>
            <a:off x="337200" y="1650736"/>
            <a:ext cx="5760000" cy="3902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, </a:t>
            </a:r>
            <a:r>
              <a:rPr lang="de-DE" err="1"/>
              <a:t>table</a:t>
            </a:r>
            <a:r>
              <a:rPr lang="de-DE"/>
              <a:t>, </a:t>
            </a:r>
            <a:r>
              <a:rPr lang="de-DE" err="1"/>
              <a:t>video</a:t>
            </a:r>
            <a:r>
              <a:rPr lang="de-DE"/>
              <a:t>, SmartArt etc.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30" hasCustomPrompt="1"/>
          </p:nvPr>
        </p:nvSpPr>
        <p:spPr>
          <a:xfrm>
            <a:off x="6096000" y="1651000"/>
            <a:ext cx="5759450" cy="3902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, </a:t>
            </a:r>
            <a:r>
              <a:rPr lang="de-DE" err="1"/>
              <a:t>table</a:t>
            </a:r>
            <a:r>
              <a:rPr lang="de-DE"/>
              <a:t>, </a:t>
            </a:r>
            <a:r>
              <a:rPr lang="de-DE" err="1"/>
              <a:t>video</a:t>
            </a:r>
            <a:r>
              <a:rPr lang="de-DE"/>
              <a:t>, SmartArt etc.</a:t>
            </a:r>
          </a:p>
        </p:txBody>
      </p:sp>
    </p:spTree>
    <p:extLst>
      <p:ext uri="{BB962C8B-B14F-4D97-AF65-F5344CB8AC3E}">
        <p14:creationId xmlns:p14="http://schemas.microsoft.com/office/powerpoint/2010/main" val="3909351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s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651585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95" imgH="394" progId="TCLayout.ActiveDocument.1">
                  <p:embed/>
                </p:oleObj>
              </mc:Choice>
              <mc:Fallback>
                <p:oleObj name="think-cell Folie" r:id="rId3" imgW="395" imgH="394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0" y="6234244"/>
            <a:ext cx="6088783" cy="6303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17" name="Textplatzhalt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1442" y="39091"/>
            <a:ext cx="11814007" cy="33219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 baseline="0">
                <a:solidFill>
                  <a:schemeClr val="accent2"/>
                </a:solidFill>
                <a:latin typeface="+mn-lt"/>
                <a:sym typeface="FK CARIAD Light" pitchFamily="50" charset="0"/>
              </a:defRPr>
            </a:lvl1pPr>
            <a:lvl2pPr marL="457200" indent="0">
              <a:buNone/>
              <a:defRPr sz="1800">
                <a:latin typeface="FK CARIAD Light" pitchFamily="2" charset="0"/>
              </a:defRPr>
            </a:lvl2pPr>
            <a:lvl3pPr marL="914400" indent="0">
              <a:buNone/>
              <a:defRPr sz="1800">
                <a:latin typeface="FK CARIAD Light" pitchFamily="2" charset="0"/>
              </a:defRPr>
            </a:lvl3pPr>
            <a:lvl4pPr marL="1371600" indent="0">
              <a:buNone/>
              <a:defRPr sz="1800">
                <a:latin typeface="FK CARIAD Light" pitchFamily="2" charset="0"/>
              </a:defRPr>
            </a:lvl4pPr>
            <a:lvl5pPr marL="1828800" indent="0">
              <a:buNone/>
              <a:defRPr sz="1800">
                <a:latin typeface="FK CARIAD Light" pitchFamily="2" charset="0"/>
              </a:defRPr>
            </a:lvl5pPr>
          </a:lstStyle>
          <a:p>
            <a:pPr lvl="0"/>
            <a:r>
              <a:rPr lang="en-US" noProof="0"/>
              <a:t>Placeholder category [optional]</a:t>
            </a:r>
          </a:p>
        </p:txBody>
      </p:sp>
      <p:sp>
        <p:nvSpPr>
          <p:cNvPr id="18" name="Textplatzhalter 9"/>
          <p:cNvSpPr>
            <a:spLocks noGrp="1"/>
          </p:cNvSpPr>
          <p:nvPr>
            <p:ph type="body" sz="quarter" idx="16" hasCustomPrompt="1"/>
          </p:nvPr>
        </p:nvSpPr>
        <p:spPr>
          <a:xfrm>
            <a:off x="336486" y="5680430"/>
            <a:ext cx="11518963" cy="42480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aseline="0">
                <a:solidFill>
                  <a:schemeClr val="accent2"/>
                </a:solidFill>
                <a:latin typeface="+mn-lt"/>
                <a:sym typeface="FK CARIAD Light" pitchFamily="50" charset="0"/>
              </a:defRPr>
            </a:lvl1pPr>
            <a:lvl2pPr marL="457200" indent="0">
              <a:buNone/>
              <a:defRPr sz="1800">
                <a:latin typeface="FK CARIAD Light" pitchFamily="2" charset="0"/>
              </a:defRPr>
            </a:lvl2pPr>
            <a:lvl3pPr marL="914400" indent="0">
              <a:buNone/>
              <a:defRPr sz="1800">
                <a:latin typeface="FK CARIAD Light" pitchFamily="2" charset="0"/>
              </a:defRPr>
            </a:lvl3pPr>
            <a:lvl4pPr marL="1371600" indent="0">
              <a:buNone/>
              <a:defRPr sz="1800">
                <a:latin typeface="FK CARIAD Light" pitchFamily="2" charset="0"/>
              </a:defRPr>
            </a:lvl4pPr>
            <a:lvl5pPr marL="1828800" indent="0">
              <a:buNone/>
              <a:defRPr sz="1800">
                <a:latin typeface="FK CARIAD Light" pitchFamily="2" charset="0"/>
              </a:defRPr>
            </a:lvl5pPr>
          </a:lstStyle>
          <a:p>
            <a:pPr lvl="0"/>
            <a:r>
              <a:rPr lang="en-US" noProof="0"/>
              <a:t>Placeholder key message</a:t>
            </a:r>
          </a:p>
        </p:txBody>
      </p:sp>
      <p:sp>
        <p:nvSpPr>
          <p:cNvPr id="15" name="Datumsplatzhalter 12"/>
          <p:cNvSpPr>
            <a:spLocks noGrp="1"/>
          </p:cNvSpPr>
          <p:nvPr>
            <p:ph type="dt" sz="half" idx="2"/>
          </p:nvPr>
        </p:nvSpPr>
        <p:spPr>
          <a:xfrm>
            <a:off x="568833" y="6321325"/>
            <a:ext cx="5415186" cy="208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36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03.06.2025 | Nuremberg | Morris Darren Babu | Master Thesis</a:t>
            </a:r>
          </a:p>
        </p:txBody>
      </p:sp>
      <p:sp>
        <p:nvSpPr>
          <p:cNvPr id="22" name="Fußzeilenplatzhalter 13"/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5186" cy="208800"/>
          </a:xfrm>
          <a:prstGeom prst="rect">
            <a:avLst/>
          </a:prstGeom>
        </p:spPr>
        <p:txBody>
          <a:bodyPr vert="horz" lIns="91440" tIns="46800" rIns="91440" bIns="46800" rtlCol="0" anchor="b">
            <a:noAutofit/>
          </a:bodyPr>
          <a:lstStyle>
            <a:lvl1pPr algn="l" defTabSz="3600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INTERNAL</a:t>
            </a:r>
          </a:p>
        </p:txBody>
      </p:sp>
      <p:sp>
        <p:nvSpPr>
          <p:cNvPr id="23" name="Foliennummernplatzhalter 14"/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6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fld id="{1A672BC3-475D-4374-8EEC-4CFA9934D3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Subtitle 2"/>
          <p:cNvSpPr>
            <a:spLocks noGrp="1"/>
          </p:cNvSpPr>
          <p:nvPr>
            <p:ph type="subTitle" idx="20" hasCustomPrompt="1"/>
          </p:nvPr>
        </p:nvSpPr>
        <p:spPr>
          <a:xfrm>
            <a:off x="336486" y="993777"/>
            <a:ext cx="11518964" cy="34544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aseline="0">
                <a:solidFill>
                  <a:schemeClr val="accent2"/>
                </a:solidFill>
                <a:latin typeface="+mn-lt"/>
                <a:sym typeface="FK CARIAD Light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Placeholder subtitle [optional]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 hasCustomPrompt="1"/>
          </p:nvPr>
        </p:nvSpPr>
        <p:spPr>
          <a:xfrm>
            <a:off x="336550" y="487363"/>
            <a:ext cx="11520000" cy="455612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err="1"/>
              <a:t>Placeholder</a:t>
            </a:r>
            <a:r>
              <a:rPr lang="de-DE"/>
              <a:t> Slide Title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9" hasCustomPrompt="1"/>
          </p:nvPr>
        </p:nvSpPr>
        <p:spPr>
          <a:xfrm>
            <a:off x="337200" y="1650737"/>
            <a:ext cx="5760000" cy="39024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, </a:t>
            </a:r>
            <a:r>
              <a:rPr lang="de-DE" err="1"/>
              <a:t>table</a:t>
            </a:r>
            <a:r>
              <a:rPr lang="de-DE"/>
              <a:t>, </a:t>
            </a:r>
            <a:r>
              <a:rPr lang="de-DE" err="1"/>
              <a:t>video</a:t>
            </a:r>
            <a:r>
              <a:rPr lang="de-DE"/>
              <a:t>, SmartArt etc.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30" hasCustomPrompt="1"/>
          </p:nvPr>
        </p:nvSpPr>
        <p:spPr>
          <a:xfrm>
            <a:off x="6095450" y="1650737"/>
            <a:ext cx="5760000" cy="39024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, </a:t>
            </a:r>
            <a:r>
              <a:rPr lang="de-DE" err="1"/>
              <a:t>table</a:t>
            </a:r>
            <a:r>
              <a:rPr lang="de-DE"/>
              <a:t>, </a:t>
            </a:r>
            <a:r>
              <a:rPr lang="de-DE" err="1"/>
              <a:t>video</a:t>
            </a:r>
            <a:r>
              <a:rPr lang="de-DE"/>
              <a:t>, SmartArt etc.</a:t>
            </a:r>
          </a:p>
        </p:txBody>
      </p:sp>
    </p:spTree>
    <p:extLst>
      <p:ext uri="{BB962C8B-B14F-4D97-AF65-F5344CB8AC3E}">
        <p14:creationId xmlns:p14="http://schemas.microsoft.com/office/powerpoint/2010/main" val="1719373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 Contents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192216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95" imgH="394" progId="TCLayout.ActiveDocument.1">
                  <p:embed/>
                </p:oleObj>
              </mc:Choice>
              <mc:Fallback>
                <p:oleObj name="think-cell Folie" r:id="rId3" imgW="395" imgH="394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0" y="6234244"/>
            <a:ext cx="6088783" cy="623756"/>
          </a:xfrm>
          <a:prstGeom prst="rect">
            <a:avLst/>
          </a:prstGeom>
          <a:solidFill>
            <a:srgbClr val="1D0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14" name="Textplatzhalter 9"/>
          <p:cNvSpPr>
            <a:spLocks noGrp="1"/>
          </p:cNvSpPr>
          <p:nvPr>
            <p:ph type="body" sz="quarter" idx="16" hasCustomPrompt="1"/>
          </p:nvPr>
        </p:nvSpPr>
        <p:spPr>
          <a:xfrm>
            <a:off x="336000" y="5023343"/>
            <a:ext cx="3600000" cy="8280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aseline="0">
                <a:solidFill>
                  <a:schemeClr val="accent2"/>
                </a:solidFill>
                <a:latin typeface="+mn-lt"/>
                <a:sym typeface="FK CARIAD Light" pitchFamily="50" charset="0"/>
              </a:defRPr>
            </a:lvl1pPr>
            <a:lvl2pPr marL="457200" indent="0">
              <a:buNone/>
              <a:defRPr sz="1800">
                <a:latin typeface="FK CARIAD Light" pitchFamily="2" charset="0"/>
              </a:defRPr>
            </a:lvl2pPr>
            <a:lvl3pPr marL="914400" indent="0">
              <a:buNone/>
              <a:defRPr sz="1800">
                <a:latin typeface="FK CARIAD Light" pitchFamily="2" charset="0"/>
              </a:defRPr>
            </a:lvl3pPr>
            <a:lvl4pPr marL="1371600" indent="0">
              <a:buNone/>
              <a:defRPr sz="1800">
                <a:latin typeface="FK CARIAD Light" pitchFamily="2" charset="0"/>
              </a:defRPr>
            </a:lvl4pPr>
            <a:lvl5pPr marL="1828800" indent="0">
              <a:buNone/>
              <a:defRPr sz="1800">
                <a:latin typeface="FK CARIAD Light" pitchFamily="2" charset="0"/>
              </a:defRPr>
            </a:lvl5pPr>
          </a:lstStyle>
          <a:p>
            <a:pPr lvl="0"/>
            <a:r>
              <a:rPr lang="en-US" noProof="0"/>
              <a:t>Placeholder key message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8" hasCustomPrompt="1"/>
          </p:nvPr>
        </p:nvSpPr>
        <p:spPr>
          <a:xfrm>
            <a:off x="8256000" y="5023343"/>
            <a:ext cx="3600000" cy="8280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aseline="0">
                <a:solidFill>
                  <a:schemeClr val="accent2"/>
                </a:solidFill>
                <a:latin typeface="+mn-lt"/>
                <a:sym typeface="FK CARIAD Light" pitchFamily="50" charset="0"/>
              </a:defRPr>
            </a:lvl1pPr>
            <a:lvl2pPr marL="457200" indent="0">
              <a:buNone/>
              <a:defRPr sz="1800">
                <a:latin typeface="FK CARIAD Light" pitchFamily="2" charset="0"/>
              </a:defRPr>
            </a:lvl2pPr>
            <a:lvl3pPr marL="914400" indent="0">
              <a:buNone/>
              <a:defRPr sz="1800">
                <a:latin typeface="FK CARIAD Light" pitchFamily="2" charset="0"/>
              </a:defRPr>
            </a:lvl3pPr>
            <a:lvl4pPr marL="1371600" indent="0">
              <a:buNone/>
              <a:defRPr sz="1800">
                <a:latin typeface="FK CARIAD Light" pitchFamily="2" charset="0"/>
              </a:defRPr>
            </a:lvl4pPr>
            <a:lvl5pPr marL="1828800" indent="0">
              <a:buNone/>
              <a:defRPr sz="1800">
                <a:latin typeface="FK CARIAD Light" pitchFamily="2" charset="0"/>
              </a:defRPr>
            </a:lvl5pPr>
          </a:lstStyle>
          <a:p>
            <a:pPr lvl="0"/>
            <a:r>
              <a:rPr lang="en-US" noProof="0"/>
              <a:t>Placeholder key message</a:t>
            </a:r>
          </a:p>
        </p:txBody>
      </p:sp>
      <p:sp>
        <p:nvSpPr>
          <p:cNvPr id="22" name="Textplatzhalt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1442" y="39091"/>
            <a:ext cx="11814007" cy="33219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 baseline="0">
                <a:solidFill>
                  <a:schemeClr val="accent2"/>
                </a:solidFill>
                <a:latin typeface="+mn-lt"/>
                <a:sym typeface="FK CARIAD Light" pitchFamily="50" charset="0"/>
              </a:defRPr>
            </a:lvl1pPr>
            <a:lvl2pPr marL="457200" indent="0">
              <a:buNone/>
              <a:defRPr sz="1800">
                <a:latin typeface="FK CARIAD Light" pitchFamily="2" charset="0"/>
              </a:defRPr>
            </a:lvl2pPr>
            <a:lvl3pPr marL="914400" indent="0">
              <a:buNone/>
              <a:defRPr sz="1800">
                <a:latin typeface="FK CARIAD Light" pitchFamily="2" charset="0"/>
              </a:defRPr>
            </a:lvl3pPr>
            <a:lvl4pPr marL="1371600" indent="0">
              <a:buNone/>
              <a:defRPr sz="1800">
                <a:latin typeface="FK CARIAD Light" pitchFamily="2" charset="0"/>
              </a:defRPr>
            </a:lvl4pPr>
            <a:lvl5pPr marL="1828800" indent="0">
              <a:buNone/>
              <a:defRPr sz="1800">
                <a:latin typeface="FK CARIAD Light" pitchFamily="2" charset="0"/>
              </a:defRPr>
            </a:lvl5pPr>
          </a:lstStyle>
          <a:p>
            <a:pPr lvl="0"/>
            <a:r>
              <a:rPr lang="en-US" noProof="0"/>
              <a:t>Placeholder category [optional]</a:t>
            </a:r>
          </a:p>
        </p:txBody>
      </p:sp>
      <p:sp>
        <p:nvSpPr>
          <p:cNvPr id="17" name="Datumsplatzhalter 12"/>
          <p:cNvSpPr>
            <a:spLocks noGrp="1"/>
          </p:cNvSpPr>
          <p:nvPr>
            <p:ph type="dt" sz="half" idx="28"/>
          </p:nvPr>
        </p:nvSpPr>
        <p:spPr>
          <a:xfrm>
            <a:off x="568833" y="6321325"/>
            <a:ext cx="5415186" cy="208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36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03.06.2025 | Nuremberg | Morris Darren Babu | Master Thesis</a:t>
            </a:r>
          </a:p>
        </p:txBody>
      </p:sp>
      <p:sp>
        <p:nvSpPr>
          <p:cNvPr id="18" name="Fußzeilenplatzhalter 13"/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5186" cy="208800"/>
          </a:xfrm>
          <a:prstGeom prst="rect">
            <a:avLst/>
          </a:prstGeom>
        </p:spPr>
        <p:txBody>
          <a:bodyPr vert="horz" lIns="91440" tIns="46800" rIns="91440" bIns="46800" rtlCol="0" anchor="b">
            <a:noAutofit/>
          </a:bodyPr>
          <a:lstStyle>
            <a:lvl1pPr algn="l" defTabSz="3600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INTERNAL</a:t>
            </a:r>
          </a:p>
        </p:txBody>
      </p:sp>
      <p:sp>
        <p:nvSpPr>
          <p:cNvPr id="19" name="Foliennummernplatzhalter 14"/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6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fld id="{1A672BC3-475D-4374-8EEC-4CFA9934D3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Subtitle 2"/>
          <p:cNvSpPr>
            <a:spLocks noGrp="1"/>
          </p:cNvSpPr>
          <p:nvPr>
            <p:ph type="subTitle" idx="20" hasCustomPrompt="1"/>
          </p:nvPr>
        </p:nvSpPr>
        <p:spPr>
          <a:xfrm>
            <a:off x="336486" y="993777"/>
            <a:ext cx="11518964" cy="34544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aseline="0">
                <a:solidFill>
                  <a:schemeClr val="accent2"/>
                </a:solidFill>
                <a:latin typeface="+mn-lt"/>
                <a:sym typeface="FK CARIAD Light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Placeholder subtitle [optional]</a:t>
            </a:r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>
          <a:xfrm>
            <a:off x="336550" y="487363"/>
            <a:ext cx="11520000" cy="455612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err="1"/>
              <a:t>Placeholder</a:t>
            </a:r>
            <a:r>
              <a:rPr lang="de-DE"/>
              <a:t> Slide Title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29" hasCustomPrompt="1"/>
          </p:nvPr>
        </p:nvSpPr>
        <p:spPr>
          <a:xfrm>
            <a:off x="4295775" y="1371745"/>
            <a:ext cx="3600450" cy="447959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, </a:t>
            </a:r>
            <a:r>
              <a:rPr lang="de-DE" err="1"/>
              <a:t>table</a:t>
            </a:r>
            <a:r>
              <a:rPr lang="de-DE"/>
              <a:t>, </a:t>
            </a:r>
            <a:r>
              <a:rPr lang="de-DE" err="1"/>
              <a:t>video</a:t>
            </a:r>
            <a:r>
              <a:rPr lang="de-DE"/>
              <a:t>, SmartArt etc.</a:t>
            </a:r>
          </a:p>
        </p:txBody>
      </p:sp>
      <p:sp>
        <p:nvSpPr>
          <p:cNvPr id="11" name="Inhaltsplatzhalter 10"/>
          <p:cNvSpPr>
            <a:spLocks noGrp="1"/>
          </p:cNvSpPr>
          <p:nvPr>
            <p:ph sz="quarter" idx="30" hasCustomPrompt="1"/>
          </p:nvPr>
        </p:nvSpPr>
        <p:spPr>
          <a:xfrm>
            <a:off x="336550" y="1371744"/>
            <a:ext cx="3598863" cy="353252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, </a:t>
            </a:r>
            <a:r>
              <a:rPr lang="de-DE" err="1"/>
              <a:t>table</a:t>
            </a:r>
            <a:r>
              <a:rPr lang="de-DE"/>
              <a:t>, </a:t>
            </a:r>
            <a:r>
              <a:rPr lang="de-DE" err="1"/>
              <a:t>video</a:t>
            </a:r>
            <a:r>
              <a:rPr lang="de-DE"/>
              <a:t>, SmartArt etc.</a:t>
            </a:r>
          </a:p>
        </p:txBody>
      </p:sp>
      <p:sp>
        <p:nvSpPr>
          <p:cNvPr id="13" name="Inhaltsplatzhalter 12"/>
          <p:cNvSpPr>
            <a:spLocks noGrp="1"/>
          </p:cNvSpPr>
          <p:nvPr>
            <p:ph sz="quarter" idx="31" hasCustomPrompt="1"/>
          </p:nvPr>
        </p:nvSpPr>
        <p:spPr>
          <a:xfrm>
            <a:off x="8256587" y="1371600"/>
            <a:ext cx="3598863" cy="353218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, </a:t>
            </a:r>
            <a:r>
              <a:rPr lang="de-DE" err="1"/>
              <a:t>table</a:t>
            </a:r>
            <a:r>
              <a:rPr lang="de-DE"/>
              <a:t>, </a:t>
            </a:r>
            <a:r>
              <a:rPr lang="de-DE" err="1"/>
              <a:t>video</a:t>
            </a:r>
            <a:r>
              <a:rPr lang="de-DE"/>
              <a:t>, SmartArt etc.</a:t>
            </a:r>
          </a:p>
        </p:txBody>
      </p:sp>
    </p:spTree>
    <p:extLst>
      <p:ext uri="{BB962C8B-B14F-4D97-AF65-F5344CB8AC3E}">
        <p14:creationId xmlns:p14="http://schemas.microsoft.com/office/powerpoint/2010/main" val="3485828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 Contents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428692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95" imgH="394" progId="TCLayout.ActiveDocument.1">
                  <p:embed/>
                </p:oleObj>
              </mc:Choice>
              <mc:Fallback>
                <p:oleObj name="think-cell Folie" r:id="rId3" imgW="395" imgH="394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21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-1429" y="6234244"/>
            <a:ext cx="6087600" cy="626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6086170" y="6234244"/>
            <a:ext cx="6105829" cy="626400"/>
          </a:xfrm>
          <a:prstGeom prst="rect">
            <a:avLst/>
          </a:prstGeom>
          <a:solidFill>
            <a:srgbClr val="1D0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42" name="Textplatzhalter 9"/>
          <p:cNvSpPr>
            <a:spLocks noGrp="1"/>
          </p:cNvSpPr>
          <p:nvPr>
            <p:ph type="body" sz="quarter" idx="16" hasCustomPrompt="1"/>
          </p:nvPr>
        </p:nvSpPr>
        <p:spPr>
          <a:xfrm>
            <a:off x="336000" y="5023343"/>
            <a:ext cx="3600000" cy="8280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aseline="0">
                <a:solidFill>
                  <a:schemeClr val="accent1"/>
                </a:solidFill>
                <a:latin typeface="+mn-lt"/>
                <a:sym typeface="FK CARIAD Light" pitchFamily="50" charset="0"/>
              </a:defRPr>
            </a:lvl1pPr>
            <a:lvl2pPr marL="457200" indent="0">
              <a:buNone/>
              <a:defRPr sz="1800">
                <a:latin typeface="FK CARIAD Light" pitchFamily="2" charset="0"/>
              </a:defRPr>
            </a:lvl2pPr>
            <a:lvl3pPr marL="914400" indent="0">
              <a:buNone/>
              <a:defRPr sz="1800">
                <a:latin typeface="FK CARIAD Light" pitchFamily="2" charset="0"/>
              </a:defRPr>
            </a:lvl3pPr>
            <a:lvl4pPr marL="1371600" indent="0">
              <a:buNone/>
              <a:defRPr sz="1800">
                <a:latin typeface="FK CARIAD Light" pitchFamily="2" charset="0"/>
              </a:defRPr>
            </a:lvl4pPr>
            <a:lvl5pPr marL="1828800" indent="0">
              <a:buNone/>
              <a:defRPr sz="1800">
                <a:latin typeface="FK CARIAD Light" pitchFamily="2" charset="0"/>
              </a:defRPr>
            </a:lvl5pPr>
          </a:lstStyle>
          <a:p>
            <a:pPr lvl="0"/>
            <a:r>
              <a:rPr lang="en-US" noProof="0"/>
              <a:t>Placeholder key message</a:t>
            </a:r>
          </a:p>
        </p:txBody>
      </p:sp>
      <p:sp>
        <p:nvSpPr>
          <p:cNvPr id="44" name="Textplatzhalter 9"/>
          <p:cNvSpPr>
            <a:spLocks noGrp="1"/>
          </p:cNvSpPr>
          <p:nvPr>
            <p:ph type="body" sz="quarter" idx="18" hasCustomPrompt="1"/>
          </p:nvPr>
        </p:nvSpPr>
        <p:spPr>
          <a:xfrm>
            <a:off x="8256000" y="5023343"/>
            <a:ext cx="3600000" cy="8280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aseline="0">
                <a:solidFill>
                  <a:schemeClr val="accent1"/>
                </a:solidFill>
                <a:latin typeface="+mn-lt"/>
                <a:sym typeface="FK CARIAD Light" pitchFamily="50" charset="0"/>
              </a:defRPr>
            </a:lvl1pPr>
            <a:lvl2pPr marL="457200" indent="0">
              <a:buNone/>
              <a:defRPr sz="1800">
                <a:latin typeface="FK CARIAD Light" pitchFamily="2" charset="0"/>
              </a:defRPr>
            </a:lvl2pPr>
            <a:lvl3pPr marL="914400" indent="0">
              <a:buNone/>
              <a:defRPr sz="1800">
                <a:latin typeface="FK CARIAD Light" pitchFamily="2" charset="0"/>
              </a:defRPr>
            </a:lvl3pPr>
            <a:lvl4pPr marL="1371600" indent="0">
              <a:buNone/>
              <a:defRPr sz="1800">
                <a:latin typeface="FK CARIAD Light" pitchFamily="2" charset="0"/>
              </a:defRPr>
            </a:lvl4pPr>
            <a:lvl5pPr marL="1828800" indent="0">
              <a:buNone/>
              <a:defRPr sz="1800">
                <a:latin typeface="FK CARIAD Light" pitchFamily="2" charset="0"/>
              </a:defRPr>
            </a:lvl5pPr>
          </a:lstStyle>
          <a:p>
            <a:pPr lvl="0"/>
            <a:r>
              <a:rPr lang="en-US" noProof="0"/>
              <a:t>Placeholder key message</a:t>
            </a:r>
          </a:p>
        </p:txBody>
      </p:sp>
      <p:sp>
        <p:nvSpPr>
          <p:cNvPr id="19" name="Textplatzhalt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1442" y="39091"/>
            <a:ext cx="11814007" cy="33219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 baseline="0">
                <a:solidFill>
                  <a:schemeClr val="accent1"/>
                </a:solidFill>
                <a:latin typeface="+mn-lt"/>
                <a:sym typeface="FK CARIAD Light" pitchFamily="50" charset="0"/>
              </a:defRPr>
            </a:lvl1pPr>
            <a:lvl2pPr marL="457200" indent="0">
              <a:buNone/>
              <a:defRPr sz="1800">
                <a:latin typeface="FK CARIAD Light" pitchFamily="2" charset="0"/>
              </a:defRPr>
            </a:lvl2pPr>
            <a:lvl3pPr marL="914400" indent="0">
              <a:buNone/>
              <a:defRPr sz="1800">
                <a:latin typeface="FK CARIAD Light" pitchFamily="2" charset="0"/>
              </a:defRPr>
            </a:lvl3pPr>
            <a:lvl4pPr marL="1371600" indent="0">
              <a:buNone/>
              <a:defRPr sz="1800">
                <a:latin typeface="FK CARIAD Light" pitchFamily="2" charset="0"/>
              </a:defRPr>
            </a:lvl4pPr>
            <a:lvl5pPr marL="1828800" indent="0">
              <a:buNone/>
              <a:defRPr sz="1800">
                <a:latin typeface="FK CARIAD Light" pitchFamily="2" charset="0"/>
              </a:defRPr>
            </a:lvl5pPr>
          </a:lstStyle>
          <a:p>
            <a:pPr lvl="0"/>
            <a:r>
              <a:rPr lang="en-US" noProof="0"/>
              <a:t>Placeholder category [optional]</a:t>
            </a:r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18" b="7301"/>
          <a:stretch/>
        </p:blipFill>
        <p:spPr>
          <a:xfrm>
            <a:off x="9877425" y="6182196"/>
            <a:ext cx="2314576" cy="673688"/>
          </a:xfrm>
          <a:prstGeom prst="rect">
            <a:avLst/>
          </a:prstGeom>
        </p:spPr>
      </p:pic>
      <p:sp>
        <p:nvSpPr>
          <p:cNvPr id="21" name="Datumsplatzhalter 12"/>
          <p:cNvSpPr>
            <a:spLocks noGrp="1"/>
          </p:cNvSpPr>
          <p:nvPr>
            <p:ph type="dt" sz="half" idx="28"/>
          </p:nvPr>
        </p:nvSpPr>
        <p:spPr>
          <a:xfrm>
            <a:off x="568833" y="6321325"/>
            <a:ext cx="5417799" cy="208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36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03.06.2025 | Nuremberg | Morris Darren Babu | Master Thesis</a:t>
            </a:r>
          </a:p>
        </p:txBody>
      </p:sp>
      <p:sp>
        <p:nvSpPr>
          <p:cNvPr id="23" name="Fußzeilenplatzhalter 13"/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7799" cy="208800"/>
          </a:xfrm>
          <a:prstGeom prst="rect">
            <a:avLst/>
          </a:prstGeom>
        </p:spPr>
        <p:txBody>
          <a:bodyPr vert="horz" lIns="91440" tIns="46800" rIns="91440" bIns="46800" rtlCol="0" anchor="b">
            <a:noAutofit/>
          </a:bodyPr>
          <a:lstStyle>
            <a:lvl1pPr algn="l" defTabSz="3600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INTERNAL</a:t>
            </a:r>
          </a:p>
        </p:txBody>
      </p:sp>
      <p:sp>
        <p:nvSpPr>
          <p:cNvPr id="26" name="Foliennummernplatzhalter 14"/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6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fld id="{1A672BC3-475D-4374-8EEC-4CFA9934D3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Subtitle 2"/>
          <p:cNvSpPr>
            <a:spLocks noGrp="1"/>
          </p:cNvSpPr>
          <p:nvPr>
            <p:ph type="subTitle" idx="20" hasCustomPrompt="1"/>
          </p:nvPr>
        </p:nvSpPr>
        <p:spPr>
          <a:xfrm>
            <a:off x="336486" y="993777"/>
            <a:ext cx="11518964" cy="34544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aseline="0">
                <a:solidFill>
                  <a:schemeClr val="accent1"/>
                </a:solidFill>
                <a:latin typeface="+mn-lt"/>
                <a:sym typeface="FK CARIAD Light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Placeholder subtitle [optional]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 hasCustomPrompt="1"/>
          </p:nvPr>
        </p:nvSpPr>
        <p:spPr>
          <a:xfrm>
            <a:off x="336550" y="487363"/>
            <a:ext cx="11520000" cy="455612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600" baseline="0"/>
            </a:lvl1pPr>
          </a:lstStyle>
          <a:p>
            <a:r>
              <a:rPr lang="de-DE" err="1"/>
              <a:t>Placeholder</a:t>
            </a:r>
            <a:r>
              <a:rPr lang="de-DE"/>
              <a:t> Slide Title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9" hasCustomPrompt="1"/>
          </p:nvPr>
        </p:nvSpPr>
        <p:spPr>
          <a:xfrm>
            <a:off x="4295775" y="1371600"/>
            <a:ext cx="3600450" cy="44799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, </a:t>
            </a:r>
            <a:r>
              <a:rPr lang="de-DE" err="1"/>
              <a:t>table</a:t>
            </a:r>
            <a:r>
              <a:rPr lang="de-DE"/>
              <a:t>, </a:t>
            </a:r>
            <a:r>
              <a:rPr lang="de-DE" err="1"/>
              <a:t>video</a:t>
            </a:r>
            <a:r>
              <a:rPr lang="de-DE"/>
              <a:t>, SmartArt etc.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30" hasCustomPrompt="1"/>
          </p:nvPr>
        </p:nvSpPr>
        <p:spPr>
          <a:xfrm>
            <a:off x="336550" y="1371600"/>
            <a:ext cx="3598863" cy="353002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, </a:t>
            </a:r>
            <a:r>
              <a:rPr lang="de-DE" err="1"/>
              <a:t>table</a:t>
            </a:r>
            <a:r>
              <a:rPr lang="de-DE"/>
              <a:t>, </a:t>
            </a:r>
            <a:r>
              <a:rPr lang="de-DE" err="1"/>
              <a:t>video</a:t>
            </a:r>
            <a:r>
              <a:rPr lang="de-DE"/>
              <a:t>, SmartArt etc.</a:t>
            </a:r>
          </a:p>
        </p:txBody>
      </p:sp>
      <p:sp>
        <p:nvSpPr>
          <p:cNvPr id="9" name="Inhaltsplatzhalter 8"/>
          <p:cNvSpPr>
            <a:spLocks noGrp="1"/>
          </p:cNvSpPr>
          <p:nvPr>
            <p:ph sz="quarter" idx="31" hasCustomPrompt="1"/>
          </p:nvPr>
        </p:nvSpPr>
        <p:spPr>
          <a:xfrm>
            <a:off x="8256587" y="1371600"/>
            <a:ext cx="3598863" cy="3530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, </a:t>
            </a:r>
            <a:r>
              <a:rPr lang="de-DE" err="1"/>
              <a:t>table</a:t>
            </a:r>
            <a:r>
              <a:rPr lang="de-DE"/>
              <a:t>, </a:t>
            </a:r>
            <a:r>
              <a:rPr lang="de-DE" err="1"/>
              <a:t>video</a:t>
            </a:r>
            <a:r>
              <a:rPr lang="de-DE"/>
              <a:t>, SmartArt etc.</a:t>
            </a:r>
          </a:p>
        </p:txBody>
      </p:sp>
    </p:spTree>
    <p:extLst>
      <p:ext uri="{BB962C8B-B14F-4D97-AF65-F5344CB8AC3E}">
        <p14:creationId xmlns:p14="http://schemas.microsoft.com/office/powerpoint/2010/main" val="164670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 Contents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91736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95" imgH="394" progId="TCLayout.ActiveDocument.1">
                  <p:embed/>
                </p:oleObj>
              </mc:Choice>
              <mc:Fallback>
                <p:oleObj name="think-cell Folie" r:id="rId3" imgW="395" imgH="394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0" y="6234244"/>
            <a:ext cx="6088783" cy="6303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41" name="Textplatzhalter 9"/>
          <p:cNvSpPr>
            <a:spLocks noGrp="1"/>
          </p:cNvSpPr>
          <p:nvPr>
            <p:ph type="body" sz="quarter" idx="16" hasCustomPrompt="1"/>
          </p:nvPr>
        </p:nvSpPr>
        <p:spPr>
          <a:xfrm>
            <a:off x="336000" y="5023343"/>
            <a:ext cx="3600000" cy="8280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aseline="0">
                <a:solidFill>
                  <a:schemeClr val="accent2"/>
                </a:solidFill>
                <a:latin typeface="+mn-lt"/>
                <a:sym typeface="FK CARIAD Light" pitchFamily="50" charset="0"/>
              </a:defRPr>
            </a:lvl1pPr>
            <a:lvl2pPr marL="457200" indent="0">
              <a:buNone/>
              <a:defRPr sz="1800">
                <a:latin typeface="FK CARIAD Light" pitchFamily="2" charset="0"/>
              </a:defRPr>
            </a:lvl2pPr>
            <a:lvl3pPr marL="914400" indent="0">
              <a:buNone/>
              <a:defRPr sz="1800">
                <a:latin typeface="FK CARIAD Light" pitchFamily="2" charset="0"/>
              </a:defRPr>
            </a:lvl3pPr>
            <a:lvl4pPr marL="1371600" indent="0">
              <a:buNone/>
              <a:defRPr sz="1800">
                <a:latin typeface="FK CARIAD Light" pitchFamily="2" charset="0"/>
              </a:defRPr>
            </a:lvl4pPr>
            <a:lvl5pPr marL="1828800" indent="0">
              <a:buNone/>
              <a:defRPr sz="1800">
                <a:latin typeface="FK CARIAD Light" pitchFamily="2" charset="0"/>
              </a:defRPr>
            </a:lvl5pPr>
          </a:lstStyle>
          <a:p>
            <a:pPr lvl="0"/>
            <a:r>
              <a:rPr lang="en-US" noProof="0"/>
              <a:t>Placeholder key message</a:t>
            </a:r>
          </a:p>
        </p:txBody>
      </p:sp>
      <p:sp>
        <p:nvSpPr>
          <p:cNvPr id="43" name="Textplatzhalter 9"/>
          <p:cNvSpPr>
            <a:spLocks noGrp="1"/>
          </p:cNvSpPr>
          <p:nvPr>
            <p:ph type="body" sz="quarter" idx="18" hasCustomPrompt="1"/>
          </p:nvPr>
        </p:nvSpPr>
        <p:spPr>
          <a:xfrm>
            <a:off x="8256000" y="5023343"/>
            <a:ext cx="3600000" cy="8280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aseline="0">
                <a:solidFill>
                  <a:schemeClr val="accent2"/>
                </a:solidFill>
                <a:latin typeface="+mn-lt"/>
                <a:sym typeface="FK CARIAD Light" pitchFamily="50" charset="0"/>
              </a:defRPr>
            </a:lvl1pPr>
            <a:lvl2pPr marL="457200" indent="0">
              <a:buNone/>
              <a:defRPr sz="1800">
                <a:latin typeface="FK CARIAD Light" pitchFamily="2" charset="0"/>
              </a:defRPr>
            </a:lvl2pPr>
            <a:lvl3pPr marL="914400" indent="0">
              <a:buNone/>
              <a:defRPr sz="1800">
                <a:latin typeface="FK CARIAD Light" pitchFamily="2" charset="0"/>
              </a:defRPr>
            </a:lvl3pPr>
            <a:lvl4pPr marL="1371600" indent="0">
              <a:buNone/>
              <a:defRPr sz="1800">
                <a:latin typeface="FK CARIAD Light" pitchFamily="2" charset="0"/>
              </a:defRPr>
            </a:lvl4pPr>
            <a:lvl5pPr marL="1828800" indent="0">
              <a:buNone/>
              <a:defRPr sz="1800">
                <a:latin typeface="FK CARIAD Light" pitchFamily="2" charset="0"/>
              </a:defRPr>
            </a:lvl5pPr>
          </a:lstStyle>
          <a:p>
            <a:pPr lvl="0"/>
            <a:r>
              <a:rPr lang="en-US" noProof="0"/>
              <a:t>Placeholder key message</a:t>
            </a:r>
          </a:p>
        </p:txBody>
      </p:sp>
      <p:sp>
        <p:nvSpPr>
          <p:cNvPr id="19" name="Textplatzhalt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1442" y="39091"/>
            <a:ext cx="11814007" cy="33219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 baseline="0">
                <a:solidFill>
                  <a:schemeClr val="accent2"/>
                </a:solidFill>
                <a:latin typeface="+mn-lt"/>
                <a:sym typeface="FK CARIAD Light" pitchFamily="50" charset="0"/>
              </a:defRPr>
            </a:lvl1pPr>
            <a:lvl2pPr marL="457200" indent="0">
              <a:buNone/>
              <a:defRPr sz="1800">
                <a:latin typeface="FK CARIAD Light" pitchFamily="2" charset="0"/>
              </a:defRPr>
            </a:lvl2pPr>
            <a:lvl3pPr marL="914400" indent="0">
              <a:buNone/>
              <a:defRPr sz="1800">
                <a:latin typeface="FK CARIAD Light" pitchFamily="2" charset="0"/>
              </a:defRPr>
            </a:lvl3pPr>
            <a:lvl4pPr marL="1371600" indent="0">
              <a:buNone/>
              <a:defRPr sz="1800">
                <a:latin typeface="FK CARIAD Light" pitchFamily="2" charset="0"/>
              </a:defRPr>
            </a:lvl4pPr>
            <a:lvl5pPr marL="1828800" indent="0">
              <a:buNone/>
              <a:defRPr sz="1800">
                <a:latin typeface="FK CARIAD Light" pitchFamily="2" charset="0"/>
              </a:defRPr>
            </a:lvl5pPr>
          </a:lstStyle>
          <a:p>
            <a:pPr lvl="0"/>
            <a:r>
              <a:rPr lang="en-US" noProof="0"/>
              <a:t>Placeholder category [optional]</a:t>
            </a:r>
          </a:p>
        </p:txBody>
      </p:sp>
      <p:sp>
        <p:nvSpPr>
          <p:cNvPr id="23" name="Datumsplatzhalter 12"/>
          <p:cNvSpPr>
            <a:spLocks noGrp="1"/>
          </p:cNvSpPr>
          <p:nvPr>
            <p:ph type="dt" sz="half" idx="28"/>
          </p:nvPr>
        </p:nvSpPr>
        <p:spPr>
          <a:xfrm>
            <a:off x="568833" y="6321325"/>
            <a:ext cx="5415186" cy="208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36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03.06.2025 | Nuremberg | Morris Darren Babu | Master Thesis</a:t>
            </a:r>
          </a:p>
        </p:txBody>
      </p:sp>
      <p:sp>
        <p:nvSpPr>
          <p:cNvPr id="24" name="Fußzeilenplatzhalter 13"/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5186" cy="208800"/>
          </a:xfrm>
          <a:prstGeom prst="rect">
            <a:avLst/>
          </a:prstGeom>
        </p:spPr>
        <p:txBody>
          <a:bodyPr vert="horz" lIns="91440" tIns="46800" rIns="91440" bIns="46800" rtlCol="0" anchor="b">
            <a:noAutofit/>
          </a:bodyPr>
          <a:lstStyle>
            <a:lvl1pPr algn="l" defTabSz="3600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INTERNAL</a:t>
            </a:r>
          </a:p>
        </p:txBody>
      </p:sp>
      <p:sp>
        <p:nvSpPr>
          <p:cNvPr id="25" name="Foliennummernplatzhalter 14"/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6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fld id="{1A672BC3-475D-4374-8EEC-4CFA9934D3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Subtitle 2"/>
          <p:cNvSpPr>
            <a:spLocks noGrp="1"/>
          </p:cNvSpPr>
          <p:nvPr>
            <p:ph type="subTitle" idx="20" hasCustomPrompt="1"/>
          </p:nvPr>
        </p:nvSpPr>
        <p:spPr>
          <a:xfrm>
            <a:off x="336486" y="993777"/>
            <a:ext cx="11518964" cy="34544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aseline="0">
                <a:solidFill>
                  <a:schemeClr val="accent2"/>
                </a:solidFill>
                <a:latin typeface="+mn-lt"/>
                <a:sym typeface="FK CARIAD Light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Placeholder subtitle [optional]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 hasCustomPrompt="1"/>
          </p:nvPr>
        </p:nvSpPr>
        <p:spPr>
          <a:xfrm>
            <a:off x="336550" y="487363"/>
            <a:ext cx="11520000" cy="455612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err="1"/>
              <a:t>Placeholder</a:t>
            </a:r>
            <a:r>
              <a:rPr lang="de-DE"/>
              <a:t> Slide Title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29" hasCustomPrompt="1"/>
          </p:nvPr>
        </p:nvSpPr>
        <p:spPr>
          <a:xfrm>
            <a:off x="4295775" y="1371600"/>
            <a:ext cx="3600450" cy="4479925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, </a:t>
            </a:r>
            <a:r>
              <a:rPr lang="de-DE" err="1"/>
              <a:t>table</a:t>
            </a:r>
            <a:r>
              <a:rPr lang="de-DE"/>
              <a:t>, </a:t>
            </a:r>
            <a:r>
              <a:rPr lang="de-DE" err="1"/>
              <a:t>video</a:t>
            </a:r>
            <a:r>
              <a:rPr lang="de-DE"/>
              <a:t>, SmartArt etc.</a:t>
            </a:r>
          </a:p>
        </p:txBody>
      </p:sp>
      <p:sp>
        <p:nvSpPr>
          <p:cNvPr id="9" name="Inhaltsplatzhalter 8"/>
          <p:cNvSpPr>
            <a:spLocks noGrp="1"/>
          </p:cNvSpPr>
          <p:nvPr>
            <p:ph sz="quarter" idx="30" hasCustomPrompt="1"/>
          </p:nvPr>
        </p:nvSpPr>
        <p:spPr>
          <a:xfrm>
            <a:off x="336550" y="1371600"/>
            <a:ext cx="3598863" cy="35316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, </a:t>
            </a:r>
            <a:r>
              <a:rPr lang="de-DE" err="1"/>
              <a:t>table</a:t>
            </a:r>
            <a:r>
              <a:rPr lang="de-DE"/>
              <a:t>, </a:t>
            </a:r>
            <a:r>
              <a:rPr lang="de-DE" err="1"/>
              <a:t>video</a:t>
            </a:r>
            <a:r>
              <a:rPr lang="de-DE"/>
              <a:t>, SmartArt etc.</a:t>
            </a:r>
          </a:p>
        </p:txBody>
      </p:sp>
      <p:sp>
        <p:nvSpPr>
          <p:cNvPr id="11" name="Inhaltsplatzhalter 10"/>
          <p:cNvSpPr>
            <a:spLocks noGrp="1"/>
          </p:cNvSpPr>
          <p:nvPr>
            <p:ph sz="quarter" idx="31" hasCustomPrompt="1"/>
          </p:nvPr>
        </p:nvSpPr>
        <p:spPr>
          <a:xfrm>
            <a:off x="8257687" y="1371600"/>
            <a:ext cx="3598863" cy="35316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, </a:t>
            </a:r>
            <a:r>
              <a:rPr lang="de-DE" err="1"/>
              <a:t>table</a:t>
            </a:r>
            <a:r>
              <a:rPr lang="de-DE"/>
              <a:t>, </a:t>
            </a:r>
            <a:r>
              <a:rPr lang="de-DE" err="1"/>
              <a:t>video</a:t>
            </a:r>
            <a:r>
              <a:rPr lang="de-DE"/>
              <a:t>, SmartArt etc.</a:t>
            </a:r>
          </a:p>
        </p:txBody>
      </p:sp>
    </p:spTree>
    <p:extLst>
      <p:ext uri="{BB962C8B-B14F-4D97-AF65-F5344CB8AC3E}">
        <p14:creationId xmlns:p14="http://schemas.microsoft.com/office/powerpoint/2010/main" val="835769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and Pictur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382782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95" imgH="394" progId="TCLayout.ActiveDocument.1">
                  <p:embed/>
                </p:oleObj>
              </mc:Choice>
              <mc:Fallback>
                <p:oleObj name="think-cell Folie" r:id="rId3" imgW="395" imgH="394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0" y="6234244"/>
            <a:ext cx="6088783" cy="623756"/>
          </a:xfrm>
          <a:prstGeom prst="rect">
            <a:avLst/>
          </a:prstGeom>
          <a:solidFill>
            <a:srgbClr val="1D0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6088783" y="0"/>
            <a:ext cx="6103217" cy="623424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 [optional]</a:t>
            </a:r>
          </a:p>
        </p:txBody>
      </p:sp>
      <p:sp>
        <p:nvSpPr>
          <p:cNvPr id="11" name="Datumsplatzhalter 12"/>
          <p:cNvSpPr>
            <a:spLocks noGrp="1"/>
          </p:cNvSpPr>
          <p:nvPr>
            <p:ph type="dt" sz="half" idx="2"/>
          </p:nvPr>
        </p:nvSpPr>
        <p:spPr>
          <a:xfrm>
            <a:off x="568833" y="6321325"/>
            <a:ext cx="5415186" cy="208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36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03.06.2025 | Nuremberg | Morris Darren Babu | Master Thesis</a:t>
            </a:r>
          </a:p>
        </p:txBody>
      </p:sp>
      <p:sp>
        <p:nvSpPr>
          <p:cNvPr id="12" name="Fußzeilenplatzhalter 13"/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5186" cy="208800"/>
          </a:xfrm>
          <a:prstGeom prst="rect">
            <a:avLst/>
          </a:prstGeom>
        </p:spPr>
        <p:txBody>
          <a:bodyPr vert="horz" lIns="91440" tIns="46800" rIns="91440" bIns="46800" rtlCol="0" anchor="b">
            <a:noAutofit/>
          </a:bodyPr>
          <a:lstStyle>
            <a:lvl1pPr algn="l" defTabSz="3600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INTERNAL</a:t>
            </a:r>
          </a:p>
        </p:txBody>
      </p:sp>
      <p:sp>
        <p:nvSpPr>
          <p:cNvPr id="13" name="Foliennummernplatzhalter 14"/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6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fld id="{1A672BC3-475D-4374-8EEC-4CFA9934D3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quarter" idx="14" hasCustomPrompt="1"/>
          </p:nvPr>
        </p:nvSpPr>
        <p:spPr>
          <a:xfrm>
            <a:off x="336550" y="485775"/>
            <a:ext cx="5411788" cy="552291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, </a:t>
            </a:r>
            <a:r>
              <a:rPr lang="de-DE" err="1"/>
              <a:t>table</a:t>
            </a:r>
            <a:r>
              <a:rPr lang="de-DE"/>
              <a:t>, </a:t>
            </a:r>
            <a:r>
              <a:rPr lang="de-DE" err="1"/>
              <a:t>video</a:t>
            </a:r>
            <a:r>
              <a:rPr lang="de-DE"/>
              <a:t>, SmartArt etc.</a:t>
            </a:r>
          </a:p>
        </p:txBody>
      </p:sp>
    </p:spTree>
    <p:extLst>
      <p:ext uri="{BB962C8B-B14F-4D97-AF65-F5344CB8AC3E}">
        <p14:creationId xmlns:p14="http://schemas.microsoft.com/office/powerpoint/2010/main" val="757093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and Pictur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097154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95" imgH="394" progId="TCLayout.ActiveDocument.1">
                  <p:embed/>
                </p:oleObj>
              </mc:Choice>
              <mc:Fallback>
                <p:oleObj name="think-cell Folie" r:id="rId3" imgW="395" imgH="394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-1429" y="6234244"/>
            <a:ext cx="6087600" cy="626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6086170" y="6234244"/>
            <a:ext cx="6107417" cy="626400"/>
          </a:xfrm>
          <a:prstGeom prst="rect">
            <a:avLst/>
          </a:prstGeom>
          <a:solidFill>
            <a:srgbClr val="1D0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6097588" y="0"/>
            <a:ext cx="6096000" cy="622035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latin typeface="+mn-lt"/>
                <a:sym typeface="FK CARIAD Light" pitchFamily="50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 [optional]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18" b="7301"/>
          <a:stretch/>
        </p:blipFill>
        <p:spPr>
          <a:xfrm>
            <a:off x="9877425" y="6182196"/>
            <a:ext cx="2314576" cy="673688"/>
          </a:xfrm>
          <a:prstGeom prst="rect">
            <a:avLst/>
          </a:prstGeom>
        </p:spPr>
      </p:pic>
      <p:sp>
        <p:nvSpPr>
          <p:cNvPr id="11" name="Datumsplatzhalter 12"/>
          <p:cNvSpPr>
            <a:spLocks noGrp="1"/>
          </p:cNvSpPr>
          <p:nvPr>
            <p:ph type="dt" sz="half" idx="2"/>
          </p:nvPr>
        </p:nvSpPr>
        <p:spPr>
          <a:xfrm>
            <a:off x="568833" y="6321325"/>
            <a:ext cx="5416451" cy="208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36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03.06.2025 | Nuremberg | Morris Darren Babu | Master Thesis</a:t>
            </a:r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6451" cy="208800"/>
          </a:xfrm>
          <a:prstGeom prst="rect">
            <a:avLst/>
          </a:prstGeom>
        </p:spPr>
        <p:txBody>
          <a:bodyPr vert="horz" lIns="91440" tIns="46800" rIns="91440" bIns="46800" rtlCol="0" anchor="b">
            <a:noAutofit/>
          </a:bodyPr>
          <a:lstStyle>
            <a:lvl1pPr algn="l" defTabSz="3600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INTERNAL</a:t>
            </a:r>
          </a:p>
        </p:txBody>
      </p:sp>
      <p:sp>
        <p:nvSpPr>
          <p:cNvPr id="16" name="Foliennummernplatzhalter 14"/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6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fld id="{1A672BC3-475D-4374-8EEC-4CFA9934D3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quarter" idx="14" hasCustomPrompt="1"/>
          </p:nvPr>
        </p:nvSpPr>
        <p:spPr>
          <a:xfrm>
            <a:off x="336550" y="485775"/>
            <a:ext cx="5411788" cy="552291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, </a:t>
            </a:r>
            <a:r>
              <a:rPr lang="de-DE" err="1"/>
              <a:t>table</a:t>
            </a:r>
            <a:r>
              <a:rPr lang="de-DE"/>
              <a:t>, </a:t>
            </a:r>
            <a:r>
              <a:rPr lang="de-DE" err="1"/>
              <a:t>video</a:t>
            </a:r>
            <a:r>
              <a:rPr lang="de-DE"/>
              <a:t>, SmartArt etc.</a:t>
            </a:r>
          </a:p>
        </p:txBody>
      </p:sp>
    </p:spTree>
    <p:extLst>
      <p:ext uri="{BB962C8B-B14F-4D97-AF65-F5344CB8AC3E}">
        <p14:creationId xmlns:p14="http://schemas.microsoft.com/office/powerpoint/2010/main" val="3730594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and Picture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01418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95" imgH="394" progId="TCLayout.ActiveDocument.1">
                  <p:embed/>
                </p:oleObj>
              </mc:Choice>
              <mc:Fallback>
                <p:oleObj name="think-cell Folie" r:id="rId3" imgW="395" imgH="394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0" y="6234244"/>
            <a:ext cx="6088783" cy="6303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6088783" y="0"/>
            <a:ext cx="6103217" cy="623424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 [optional]</a:t>
            </a:r>
          </a:p>
        </p:txBody>
      </p:sp>
      <p:sp>
        <p:nvSpPr>
          <p:cNvPr id="10" name="Datumsplatzhalter 12"/>
          <p:cNvSpPr>
            <a:spLocks noGrp="1"/>
          </p:cNvSpPr>
          <p:nvPr>
            <p:ph type="dt" sz="half" idx="2"/>
          </p:nvPr>
        </p:nvSpPr>
        <p:spPr>
          <a:xfrm>
            <a:off x="568833" y="6321325"/>
            <a:ext cx="5415186" cy="208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36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03.06.2025 | Nuremberg | Morris Darren Babu | Master Thesis</a:t>
            </a:r>
          </a:p>
        </p:txBody>
      </p:sp>
      <p:sp>
        <p:nvSpPr>
          <p:cNvPr id="11" name="Fußzeilenplatzhalter 13"/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5186" cy="208800"/>
          </a:xfrm>
          <a:prstGeom prst="rect">
            <a:avLst/>
          </a:prstGeom>
        </p:spPr>
        <p:txBody>
          <a:bodyPr vert="horz" lIns="91440" tIns="46800" rIns="91440" bIns="46800" rtlCol="0" anchor="b">
            <a:noAutofit/>
          </a:bodyPr>
          <a:lstStyle>
            <a:lvl1pPr algn="l" defTabSz="3600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INTERNAL</a:t>
            </a:r>
          </a:p>
        </p:txBody>
      </p:sp>
      <p:sp>
        <p:nvSpPr>
          <p:cNvPr id="12" name="Foliennummernplatzhalter 14"/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6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fld id="{1A672BC3-475D-4374-8EEC-4CFA9934D3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quarter" idx="14" hasCustomPrompt="1"/>
          </p:nvPr>
        </p:nvSpPr>
        <p:spPr>
          <a:xfrm>
            <a:off x="336550" y="487363"/>
            <a:ext cx="5411788" cy="5521325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, </a:t>
            </a:r>
            <a:r>
              <a:rPr lang="de-DE" err="1"/>
              <a:t>table</a:t>
            </a:r>
            <a:r>
              <a:rPr lang="de-DE"/>
              <a:t>, </a:t>
            </a:r>
            <a:r>
              <a:rPr lang="de-DE" err="1"/>
              <a:t>video</a:t>
            </a:r>
            <a:r>
              <a:rPr lang="de-DE"/>
              <a:t>, SmartArt etc.</a:t>
            </a:r>
          </a:p>
        </p:txBody>
      </p:sp>
    </p:spTree>
    <p:extLst>
      <p:ext uri="{BB962C8B-B14F-4D97-AF65-F5344CB8AC3E}">
        <p14:creationId xmlns:p14="http://schemas.microsoft.com/office/powerpoint/2010/main" val="1825687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Quot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824779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95" imgH="394" progId="TCLayout.ActiveDocument.1">
                  <p:embed/>
                </p:oleObj>
              </mc:Choice>
              <mc:Fallback>
                <p:oleObj name="think-cell Folie" r:id="rId3" imgW="395" imgH="394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0" y="6234244"/>
            <a:ext cx="6088783" cy="623756"/>
          </a:xfrm>
          <a:prstGeom prst="rect">
            <a:avLst/>
          </a:prstGeom>
          <a:solidFill>
            <a:srgbClr val="1D0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0" y="0"/>
            <a:ext cx="6088783" cy="623424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 [optional]</a:t>
            </a:r>
          </a:p>
        </p:txBody>
      </p:sp>
      <p:sp>
        <p:nvSpPr>
          <p:cNvPr id="11" name="Datumsplatzhalter 12"/>
          <p:cNvSpPr>
            <a:spLocks noGrp="1"/>
          </p:cNvSpPr>
          <p:nvPr>
            <p:ph type="dt" sz="half" idx="2"/>
          </p:nvPr>
        </p:nvSpPr>
        <p:spPr>
          <a:xfrm>
            <a:off x="568833" y="6321325"/>
            <a:ext cx="5415186" cy="208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36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03.06.2025 | Nuremberg | Morris Darren Babu | Master Thesis</a:t>
            </a:r>
          </a:p>
        </p:txBody>
      </p:sp>
      <p:sp>
        <p:nvSpPr>
          <p:cNvPr id="12" name="Fußzeilenplatzhalter 13"/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5186" cy="208800"/>
          </a:xfrm>
          <a:prstGeom prst="rect">
            <a:avLst/>
          </a:prstGeom>
        </p:spPr>
        <p:txBody>
          <a:bodyPr vert="horz" lIns="91440" tIns="46800" rIns="91440" bIns="46800" rtlCol="0" anchor="b">
            <a:noAutofit/>
          </a:bodyPr>
          <a:lstStyle>
            <a:lvl1pPr algn="l" defTabSz="3600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INTERNAL</a:t>
            </a:r>
          </a:p>
        </p:txBody>
      </p:sp>
      <p:sp>
        <p:nvSpPr>
          <p:cNvPr id="13" name="Foliennummernplatzhalter 14"/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6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fld id="{1A672BC3-475D-4374-8EEC-4CFA9934D3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quarter" idx="14" hasCustomPrompt="1"/>
          </p:nvPr>
        </p:nvSpPr>
        <p:spPr>
          <a:xfrm>
            <a:off x="6438900" y="485775"/>
            <a:ext cx="5411788" cy="552291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, </a:t>
            </a:r>
            <a:r>
              <a:rPr lang="de-DE" err="1"/>
              <a:t>table</a:t>
            </a:r>
            <a:r>
              <a:rPr lang="de-DE"/>
              <a:t>, </a:t>
            </a:r>
            <a:r>
              <a:rPr lang="de-DE" err="1"/>
              <a:t>video</a:t>
            </a:r>
            <a:r>
              <a:rPr lang="de-DE"/>
              <a:t>, SmartArt etc.</a:t>
            </a:r>
          </a:p>
        </p:txBody>
      </p:sp>
    </p:spTree>
    <p:extLst>
      <p:ext uri="{BB962C8B-B14F-4D97-AF65-F5344CB8AC3E}">
        <p14:creationId xmlns:p14="http://schemas.microsoft.com/office/powerpoint/2010/main" val="3301002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Quot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77695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95" imgH="394" progId="TCLayout.ActiveDocument.1">
                  <p:embed/>
                </p:oleObj>
              </mc:Choice>
              <mc:Fallback>
                <p:oleObj name="think-cell Folie" r:id="rId3" imgW="395" imgH="394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-1429" y="6234244"/>
            <a:ext cx="6087600" cy="626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6086170" y="6234244"/>
            <a:ext cx="6105829" cy="626400"/>
          </a:xfrm>
          <a:prstGeom prst="rect">
            <a:avLst/>
          </a:prstGeom>
          <a:solidFill>
            <a:srgbClr val="1D0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-5821" y="0"/>
            <a:ext cx="6091990" cy="623424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latin typeface="+mn-lt"/>
                <a:sym typeface="FK CARIAD Light" pitchFamily="50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 [optional]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18" b="7301"/>
          <a:stretch/>
        </p:blipFill>
        <p:spPr>
          <a:xfrm>
            <a:off x="9877425" y="6182196"/>
            <a:ext cx="2314576" cy="673688"/>
          </a:xfrm>
          <a:prstGeom prst="rect">
            <a:avLst/>
          </a:prstGeom>
        </p:spPr>
      </p:pic>
      <p:sp>
        <p:nvSpPr>
          <p:cNvPr id="11" name="Datumsplatzhalter 12"/>
          <p:cNvSpPr>
            <a:spLocks noGrp="1"/>
          </p:cNvSpPr>
          <p:nvPr>
            <p:ph type="dt" sz="half" idx="2"/>
          </p:nvPr>
        </p:nvSpPr>
        <p:spPr>
          <a:xfrm>
            <a:off x="568833" y="6321325"/>
            <a:ext cx="5417799" cy="208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36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03.06.2025 | Nuremberg | Morris Darren Babu | Master Thesis</a:t>
            </a:r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7799" cy="208800"/>
          </a:xfrm>
          <a:prstGeom prst="rect">
            <a:avLst/>
          </a:prstGeom>
        </p:spPr>
        <p:txBody>
          <a:bodyPr vert="horz" lIns="91440" tIns="46800" rIns="91440" bIns="46800" rtlCol="0" anchor="b">
            <a:noAutofit/>
          </a:bodyPr>
          <a:lstStyle>
            <a:lvl1pPr algn="l" defTabSz="3600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INTERNAL</a:t>
            </a:r>
          </a:p>
        </p:txBody>
      </p:sp>
      <p:sp>
        <p:nvSpPr>
          <p:cNvPr id="16" name="Foliennummernplatzhalter 14"/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6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fld id="{1A672BC3-475D-4374-8EEC-4CFA9934D3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quarter" idx="14" hasCustomPrompt="1"/>
          </p:nvPr>
        </p:nvSpPr>
        <p:spPr>
          <a:xfrm>
            <a:off x="6438900" y="485775"/>
            <a:ext cx="5411788" cy="552291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, </a:t>
            </a:r>
            <a:r>
              <a:rPr lang="de-DE" err="1"/>
              <a:t>table</a:t>
            </a:r>
            <a:r>
              <a:rPr lang="de-DE"/>
              <a:t>, </a:t>
            </a:r>
            <a:r>
              <a:rPr lang="de-DE" err="1"/>
              <a:t>video</a:t>
            </a:r>
            <a:r>
              <a:rPr lang="de-DE"/>
              <a:t>, SmartArt etc.</a:t>
            </a:r>
          </a:p>
        </p:txBody>
      </p:sp>
    </p:spTree>
    <p:extLst>
      <p:ext uri="{BB962C8B-B14F-4D97-AF65-F5344CB8AC3E}">
        <p14:creationId xmlns:p14="http://schemas.microsoft.com/office/powerpoint/2010/main" val="2769805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Quote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219588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95" imgH="394" progId="TCLayout.ActiveDocument.1">
                  <p:embed/>
                </p:oleObj>
              </mc:Choice>
              <mc:Fallback>
                <p:oleObj name="think-cell Folie" r:id="rId3" imgW="395" imgH="394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0" y="6234244"/>
            <a:ext cx="6088783" cy="6303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0" y="0"/>
            <a:ext cx="6088783" cy="623424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 [optional]</a:t>
            </a:r>
          </a:p>
        </p:txBody>
      </p:sp>
      <p:sp>
        <p:nvSpPr>
          <p:cNvPr id="10" name="Datumsplatzhalter 12"/>
          <p:cNvSpPr>
            <a:spLocks noGrp="1"/>
          </p:cNvSpPr>
          <p:nvPr>
            <p:ph type="dt" sz="half" idx="2"/>
          </p:nvPr>
        </p:nvSpPr>
        <p:spPr>
          <a:xfrm>
            <a:off x="568833" y="6321325"/>
            <a:ext cx="5415186" cy="208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36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03.06.2025 | Nuremberg | Morris Darren Babu | Master Thesis</a:t>
            </a:r>
          </a:p>
        </p:txBody>
      </p:sp>
      <p:sp>
        <p:nvSpPr>
          <p:cNvPr id="11" name="Fußzeilenplatzhalter 13"/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5186" cy="208800"/>
          </a:xfrm>
          <a:prstGeom prst="rect">
            <a:avLst/>
          </a:prstGeom>
        </p:spPr>
        <p:txBody>
          <a:bodyPr vert="horz" lIns="91440" tIns="46800" rIns="91440" bIns="46800" rtlCol="0" anchor="b">
            <a:noAutofit/>
          </a:bodyPr>
          <a:lstStyle>
            <a:lvl1pPr algn="l" defTabSz="3600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INTERNAL</a:t>
            </a:r>
          </a:p>
        </p:txBody>
      </p:sp>
      <p:sp>
        <p:nvSpPr>
          <p:cNvPr id="12" name="Foliennummernplatzhalter 14"/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6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fld id="{1A672BC3-475D-4374-8EEC-4CFA9934D3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quarter" idx="14" hasCustomPrompt="1"/>
          </p:nvPr>
        </p:nvSpPr>
        <p:spPr>
          <a:xfrm>
            <a:off x="6438900" y="487363"/>
            <a:ext cx="5411788" cy="5521325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, </a:t>
            </a:r>
            <a:r>
              <a:rPr lang="de-DE" err="1"/>
              <a:t>table</a:t>
            </a:r>
            <a:r>
              <a:rPr lang="de-DE"/>
              <a:t>, </a:t>
            </a:r>
            <a:r>
              <a:rPr lang="de-DE" err="1"/>
              <a:t>video</a:t>
            </a:r>
            <a:r>
              <a:rPr lang="de-DE"/>
              <a:t>, SmartArt etc.</a:t>
            </a:r>
          </a:p>
        </p:txBody>
      </p:sp>
    </p:spTree>
    <p:extLst>
      <p:ext uri="{BB962C8B-B14F-4D97-AF65-F5344CB8AC3E}">
        <p14:creationId xmlns:p14="http://schemas.microsoft.com/office/powerpoint/2010/main" val="19606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157380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95" imgH="394" progId="TCLayout.ActiveDocument.1">
                  <p:embed/>
                </p:oleObj>
              </mc:Choice>
              <mc:Fallback>
                <p:oleObj name="think-cell Folie" r:id="rId3" imgW="395" imgH="39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0" y="6234244"/>
            <a:ext cx="6088783" cy="623756"/>
          </a:xfrm>
          <a:prstGeom prst="rect">
            <a:avLst/>
          </a:prstGeom>
          <a:solidFill>
            <a:srgbClr val="1D0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15" name="Textplatzhalt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1442" y="39091"/>
            <a:ext cx="11814007" cy="332192"/>
          </a:xfrm>
        </p:spPr>
        <p:txBody>
          <a:bodyPr anchor="t">
            <a:noAutofit/>
          </a:bodyPr>
          <a:lstStyle>
            <a:lvl1pPr marL="0" indent="0">
              <a:spcAft>
                <a:spcPts val="600"/>
              </a:spcAft>
              <a:buNone/>
              <a:defRPr sz="1200" baseline="0">
                <a:solidFill>
                  <a:schemeClr val="accent2"/>
                </a:solidFill>
                <a:latin typeface="+mn-lt"/>
                <a:sym typeface="FK CARIAD Light" pitchFamily="50" charset="0"/>
              </a:defRPr>
            </a:lvl1pPr>
            <a:lvl2pPr marL="457200" indent="0">
              <a:buNone/>
              <a:defRPr sz="1800">
                <a:latin typeface="FK CARIAD Light" pitchFamily="2" charset="0"/>
              </a:defRPr>
            </a:lvl2pPr>
            <a:lvl3pPr marL="914400" indent="0">
              <a:buNone/>
              <a:defRPr sz="1800">
                <a:latin typeface="FK CARIAD Light" pitchFamily="2" charset="0"/>
              </a:defRPr>
            </a:lvl3pPr>
            <a:lvl4pPr marL="1371600" indent="0">
              <a:buNone/>
              <a:defRPr sz="1800">
                <a:latin typeface="FK CARIAD Light" pitchFamily="2" charset="0"/>
              </a:defRPr>
            </a:lvl4pPr>
            <a:lvl5pPr marL="1828800" indent="0">
              <a:buNone/>
              <a:defRPr sz="1800">
                <a:latin typeface="FK CARIAD Light" pitchFamily="2" charset="0"/>
              </a:defRPr>
            </a:lvl5pPr>
          </a:lstStyle>
          <a:p>
            <a:pPr lvl="0"/>
            <a:r>
              <a:rPr lang="en-US" noProof="0"/>
              <a:t>Placeholder category [optional]</a:t>
            </a:r>
          </a:p>
        </p:txBody>
      </p:sp>
      <p:sp>
        <p:nvSpPr>
          <p:cNvPr id="17" name="Textplatzhalter 9"/>
          <p:cNvSpPr>
            <a:spLocks noGrp="1"/>
          </p:cNvSpPr>
          <p:nvPr>
            <p:ph type="body" sz="quarter" idx="16" hasCustomPrompt="1"/>
          </p:nvPr>
        </p:nvSpPr>
        <p:spPr>
          <a:xfrm>
            <a:off x="336486" y="5680430"/>
            <a:ext cx="11518963" cy="424800"/>
          </a:xfrm>
        </p:spPr>
        <p:txBody>
          <a:bodyPr anchor="ctr">
            <a:noAutofit/>
          </a:bodyPr>
          <a:lstStyle>
            <a:lvl1pPr marL="0" indent="0">
              <a:spcAft>
                <a:spcPts val="600"/>
              </a:spcAft>
              <a:buNone/>
              <a:defRPr sz="1800" baseline="0">
                <a:solidFill>
                  <a:schemeClr val="accent2"/>
                </a:solidFill>
                <a:latin typeface="+mn-lt"/>
                <a:sym typeface="FK CARIAD Light" pitchFamily="50" charset="0"/>
              </a:defRPr>
            </a:lvl1pPr>
            <a:lvl2pPr marL="457200" indent="0">
              <a:buNone/>
              <a:defRPr sz="1800">
                <a:latin typeface="FK CARIAD Light" pitchFamily="2" charset="0"/>
              </a:defRPr>
            </a:lvl2pPr>
            <a:lvl3pPr marL="914400" indent="0">
              <a:buNone/>
              <a:defRPr sz="1800">
                <a:latin typeface="FK CARIAD Light" pitchFamily="2" charset="0"/>
              </a:defRPr>
            </a:lvl3pPr>
            <a:lvl4pPr marL="1371600" indent="0">
              <a:buNone/>
              <a:defRPr sz="1800">
                <a:latin typeface="FK CARIAD Light" pitchFamily="2" charset="0"/>
              </a:defRPr>
            </a:lvl4pPr>
            <a:lvl5pPr marL="1828800" indent="0">
              <a:buNone/>
              <a:defRPr sz="1800">
                <a:latin typeface="FK CARIAD Light" pitchFamily="2" charset="0"/>
              </a:defRPr>
            </a:lvl5pPr>
          </a:lstStyle>
          <a:p>
            <a:pPr lvl="0"/>
            <a:r>
              <a:rPr lang="en-US" noProof="0"/>
              <a:t>Placeholder key message</a:t>
            </a:r>
          </a:p>
        </p:txBody>
      </p:sp>
      <p:sp>
        <p:nvSpPr>
          <p:cNvPr id="14" name="Datumsplatzhalter 12"/>
          <p:cNvSpPr>
            <a:spLocks noGrp="1"/>
          </p:cNvSpPr>
          <p:nvPr>
            <p:ph type="dt" sz="half" idx="2"/>
          </p:nvPr>
        </p:nvSpPr>
        <p:spPr>
          <a:xfrm>
            <a:off x="568833" y="6321325"/>
            <a:ext cx="5415186" cy="208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360000"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03.06.2025 | Nuremberg | Morris Darren Babu | Master Thesis</a:t>
            </a:r>
          </a:p>
        </p:txBody>
      </p:sp>
      <p:sp>
        <p:nvSpPr>
          <p:cNvPr id="18" name="Fußzeilenplatzhalter 13"/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5186" cy="208800"/>
          </a:xfrm>
          <a:prstGeom prst="rect">
            <a:avLst/>
          </a:prstGeom>
        </p:spPr>
        <p:txBody>
          <a:bodyPr vert="horz" lIns="91440" tIns="46800" rIns="91440" bIns="46800" rtlCol="0" anchor="b">
            <a:noAutofit/>
          </a:bodyPr>
          <a:lstStyle>
            <a:lvl1pPr algn="l" defTabSz="360000" rtl="0"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INTERNAL</a:t>
            </a:r>
          </a:p>
        </p:txBody>
      </p:sp>
      <p:sp>
        <p:nvSpPr>
          <p:cNvPr id="19" name="Foliennummernplatzhalter 14"/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60000"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fld id="{1A672BC3-475D-4374-8EEC-4CFA9934D3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Subtitle 2"/>
          <p:cNvSpPr>
            <a:spLocks noGrp="1"/>
          </p:cNvSpPr>
          <p:nvPr>
            <p:ph type="subTitle" idx="20" hasCustomPrompt="1"/>
          </p:nvPr>
        </p:nvSpPr>
        <p:spPr>
          <a:xfrm>
            <a:off x="336486" y="993777"/>
            <a:ext cx="11518964" cy="34544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spcAft>
                <a:spcPts val="600"/>
              </a:spcAft>
              <a:buNone/>
              <a:defRPr sz="1800" baseline="0">
                <a:solidFill>
                  <a:schemeClr val="accent2"/>
                </a:solidFill>
                <a:latin typeface="+mn-lt"/>
                <a:sym typeface="FK CARIAD Light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Placeholder subtitle [optional]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36550" y="487363"/>
            <a:ext cx="11520000" cy="455612"/>
          </a:xfrm>
        </p:spPr>
        <p:txBody>
          <a:bodyPr/>
          <a:lstStyle>
            <a:lvl1pPr>
              <a:spcAft>
                <a:spcPts val="600"/>
              </a:spcAft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err="1"/>
              <a:t>Placeholder</a:t>
            </a:r>
            <a:r>
              <a:rPr lang="de-DE"/>
              <a:t> Slide Title</a:t>
            </a:r>
          </a:p>
        </p:txBody>
      </p:sp>
    </p:spTree>
    <p:extLst>
      <p:ext uri="{BB962C8B-B14F-4D97-AF65-F5344CB8AC3E}">
        <p14:creationId xmlns:p14="http://schemas.microsoft.com/office/powerpoint/2010/main" val="3426205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984269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95" imgH="394" progId="TCLayout.ActiveDocument.1">
                  <p:embed/>
                </p:oleObj>
              </mc:Choice>
              <mc:Fallback>
                <p:oleObj name="think-cell Folie" r:id="rId3" imgW="395" imgH="39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18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-1429" y="6234244"/>
            <a:ext cx="6087600" cy="626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6086170" y="6234244"/>
            <a:ext cx="6105829" cy="626400"/>
          </a:xfrm>
          <a:prstGeom prst="rect">
            <a:avLst/>
          </a:prstGeom>
          <a:solidFill>
            <a:srgbClr val="1D0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14" name="Textplatzhalt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1442" y="39091"/>
            <a:ext cx="11814007" cy="332192"/>
          </a:xfrm>
        </p:spPr>
        <p:txBody>
          <a:bodyPr anchor="t">
            <a:noAutofit/>
          </a:bodyPr>
          <a:lstStyle>
            <a:lvl1pPr marL="0" indent="0">
              <a:spcAft>
                <a:spcPts val="600"/>
              </a:spcAft>
              <a:buNone/>
              <a:defRPr sz="1200" baseline="0">
                <a:solidFill>
                  <a:schemeClr val="accent1"/>
                </a:solidFill>
                <a:latin typeface="+mn-lt"/>
                <a:sym typeface="FK CARIAD Light" pitchFamily="50" charset="0"/>
              </a:defRPr>
            </a:lvl1pPr>
            <a:lvl2pPr marL="457200" indent="0">
              <a:buNone/>
              <a:defRPr sz="1800">
                <a:latin typeface="FK CARIAD Light" pitchFamily="2" charset="0"/>
              </a:defRPr>
            </a:lvl2pPr>
            <a:lvl3pPr marL="914400" indent="0">
              <a:buNone/>
              <a:defRPr sz="1800">
                <a:latin typeface="FK CARIAD Light" pitchFamily="2" charset="0"/>
              </a:defRPr>
            </a:lvl3pPr>
            <a:lvl4pPr marL="1371600" indent="0">
              <a:buNone/>
              <a:defRPr sz="1800">
                <a:latin typeface="FK CARIAD Light" pitchFamily="2" charset="0"/>
              </a:defRPr>
            </a:lvl4pPr>
            <a:lvl5pPr marL="1828800" indent="0">
              <a:buNone/>
              <a:defRPr sz="1800">
                <a:latin typeface="FK CARIAD Light" pitchFamily="2" charset="0"/>
              </a:defRPr>
            </a:lvl5pPr>
          </a:lstStyle>
          <a:p>
            <a:pPr lvl="0"/>
            <a:r>
              <a:rPr lang="en-US" noProof="0"/>
              <a:t>Placeholder category [optional]</a:t>
            </a:r>
          </a:p>
        </p:txBody>
      </p:sp>
      <p:sp>
        <p:nvSpPr>
          <p:cNvPr id="16" name="Textplatzhalter 9"/>
          <p:cNvSpPr>
            <a:spLocks noGrp="1"/>
          </p:cNvSpPr>
          <p:nvPr>
            <p:ph type="body" sz="quarter" idx="16" hasCustomPrompt="1"/>
          </p:nvPr>
        </p:nvSpPr>
        <p:spPr>
          <a:xfrm>
            <a:off x="336486" y="5680430"/>
            <a:ext cx="11518964" cy="424800"/>
          </a:xfrm>
        </p:spPr>
        <p:txBody>
          <a:bodyPr anchor="ctr">
            <a:noAutofit/>
          </a:bodyPr>
          <a:lstStyle>
            <a:lvl1pPr marL="0" indent="0">
              <a:spcAft>
                <a:spcPts val="600"/>
              </a:spcAft>
              <a:buNone/>
              <a:defRPr sz="1800" baseline="0">
                <a:solidFill>
                  <a:schemeClr val="accent1"/>
                </a:solidFill>
                <a:latin typeface="+mn-lt"/>
                <a:sym typeface="FK CARIAD Light" pitchFamily="50" charset="0"/>
              </a:defRPr>
            </a:lvl1pPr>
            <a:lvl2pPr marL="457200" indent="0">
              <a:buNone/>
              <a:defRPr sz="1800">
                <a:latin typeface="FK CARIAD Light" pitchFamily="2" charset="0"/>
              </a:defRPr>
            </a:lvl2pPr>
            <a:lvl3pPr marL="914400" indent="0">
              <a:buNone/>
              <a:defRPr sz="1800">
                <a:latin typeface="FK CARIAD Light" pitchFamily="2" charset="0"/>
              </a:defRPr>
            </a:lvl3pPr>
            <a:lvl4pPr marL="1371600" indent="0">
              <a:buNone/>
              <a:defRPr sz="1800">
                <a:latin typeface="FK CARIAD Light" pitchFamily="2" charset="0"/>
              </a:defRPr>
            </a:lvl4pPr>
            <a:lvl5pPr marL="1828800" indent="0">
              <a:buNone/>
              <a:defRPr sz="1800">
                <a:latin typeface="FK CARIAD Light" pitchFamily="2" charset="0"/>
              </a:defRPr>
            </a:lvl5pPr>
          </a:lstStyle>
          <a:p>
            <a:pPr lvl="0"/>
            <a:r>
              <a:rPr lang="en-US" noProof="0"/>
              <a:t>Placeholder key message</a:t>
            </a:r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18" b="7301"/>
          <a:stretch/>
        </p:blipFill>
        <p:spPr>
          <a:xfrm>
            <a:off x="9877425" y="6182196"/>
            <a:ext cx="2314576" cy="673688"/>
          </a:xfrm>
          <a:prstGeom prst="rect">
            <a:avLst/>
          </a:prstGeom>
        </p:spPr>
      </p:pic>
      <p:sp>
        <p:nvSpPr>
          <p:cNvPr id="17" name="Datumsplatzhalter 12"/>
          <p:cNvSpPr>
            <a:spLocks noGrp="1"/>
          </p:cNvSpPr>
          <p:nvPr>
            <p:ph type="dt" sz="half" idx="2"/>
          </p:nvPr>
        </p:nvSpPr>
        <p:spPr>
          <a:xfrm>
            <a:off x="568833" y="6321325"/>
            <a:ext cx="5417799" cy="208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360000"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03.06.2025 | Nuremberg | Morris Darren Babu | Master Thesis</a:t>
            </a:r>
          </a:p>
        </p:txBody>
      </p:sp>
      <p:sp>
        <p:nvSpPr>
          <p:cNvPr id="18" name="Fußzeilenplatzhalter 13"/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7799" cy="208800"/>
          </a:xfrm>
          <a:prstGeom prst="rect">
            <a:avLst/>
          </a:prstGeom>
        </p:spPr>
        <p:txBody>
          <a:bodyPr vert="horz" lIns="91440" tIns="46800" rIns="91440" bIns="46800" rtlCol="0" anchor="b">
            <a:noAutofit/>
          </a:bodyPr>
          <a:lstStyle>
            <a:lvl1pPr algn="l" defTabSz="360000" rtl="0"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INTERNAL</a:t>
            </a:r>
          </a:p>
        </p:txBody>
      </p:sp>
      <p:sp>
        <p:nvSpPr>
          <p:cNvPr id="22" name="Foliennummernplatzhalter 14"/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60000"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fld id="{1A672BC3-475D-4374-8EEC-4CFA9934D3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Subtitle 2"/>
          <p:cNvSpPr>
            <a:spLocks noGrp="1"/>
          </p:cNvSpPr>
          <p:nvPr>
            <p:ph type="subTitle" idx="20" hasCustomPrompt="1"/>
          </p:nvPr>
        </p:nvSpPr>
        <p:spPr>
          <a:xfrm>
            <a:off x="336486" y="993777"/>
            <a:ext cx="11518964" cy="34544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spcAft>
                <a:spcPts val="600"/>
              </a:spcAft>
              <a:buNone/>
              <a:defRPr sz="1800" baseline="0">
                <a:solidFill>
                  <a:schemeClr val="accent1"/>
                </a:solidFill>
                <a:latin typeface="+mn-lt"/>
                <a:sym typeface="FK CARIAD Light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Placeholder subtitle [optional]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36550" y="487363"/>
            <a:ext cx="11520000" cy="455612"/>
          </a:xfrm>
        </p:spPr>
        <p:txBody>
          <a:bodyPr/>
          <a:lstStyle>
            <a:lvl1pPr>
              <a:spcAft>
                <a:spcPts val="600"/>
              </a:spcAft>
              <a:defRPr sz="3600"/>
            </a:lvl1pPr>
          </a:lstStyle>
          <a:p>
            <a:r>
              <a:rPr lang="de-DE" err="1"/>
              <a:t>Placeholder</a:t>
            </a:r>
            <a:r>
              <a:rPr lang="de-DE"/>
              <a:t> Slide Title</a:t>
            </a:r>
          </a:p>
        </p:txBody>
      </p:sp>
    </p:spTree>
    <p:extLst>
      <p:ext uri="{BB962C8B-B14F-4D97-AF65-F5344CB8AC3E}">
        <p14:creationId xmlns:p14="http://schemas.microsoft.com/office/powerpoint/2010/main" val="157796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343220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95" imgH="394" progId="TCLayout.ActiveDocument.1">
                  <p:embed/>
                </p:oleObj>
              </mc:Choice>
              <mc:Fallback>
                <p:oleObj name="think-cell Folie" r:id="rId3" imgW="395" imgH="394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0" y="6234244"/>
            <a:ext cx="6088783" cy="6303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14" name="Textplatzhalt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1442" y="39091"/>
            <a:ext cx="11814007" cy="332192"/>
          </a:xfrm>
        </p:spPr>
        <p:txBody>
          <a:bodyPr anchor="t">
            <a:noAutofit/>
          </a:bodyPr>
          <a:lstStyle>
            <a:lvl1pPr marL="0" indent="0">
              <a:spcAft>
                <a:spcPts val="600"/>
              </a:spcAft>
              <a:buNone/>
              <a:defRPr sz="1200" baseline="0">
                <a:solidFill>
                  <a:schemeClr val="accent2"/>
                </a:solidFill>
                <a:latin typeface="+mn-lt"/>
                <a:sym typeface="FK CARIAD Light" pitchFamily="50" charset="0"/>
              </a:defRPr>
            </a:lvl1pPr>
            <a:lvl2pPr marL="457200" indent="0">
              <a:buNone/>
              <a:defRPr sz="1800">
                <a:latin typeface="FK CARIAD Light" pitchFamily="2" charset="0"/>
              </a:defRPr>
            </a:lvl2pPr>
            <a:lvl3pPr marL="914400" indent="0">
              <a:buNone/>
              <a:defRPr sz="1800">
                <a:latin typeface="FK CARIAD Light" pitchFamily="2" charset="0"/>
              </a:defRPr>
            </a:lvl3pPr>
            <a:lvl4pPr marL="1371600" indent="0">
              <a:buNone/>
              <a:defRPr sz="1800">
                <a:latin typeface="FK CARIAD Light" pitchFamily="2" charset="0"/>
              </a:defRPr>
            </a:lvl4pPr>
            <a:lvl5pPr marL="1828800" indent="0">
              <a:buNone/>
              <a:defRPr sz="1800">
                <a:latin typeface="FK CARIAD Light" pitchFamily="2" charset="0"/>
              </a:defRPr>
            </a:lvl5pPr>
          </a:lstStyle>
          <a:p>
            <a:pPr lvl="0"/>
            <a:r>
              <a:rPr lang="en-US" noProof="0"/>
              <a:t>Placeholder category [optional]</a:t>
            </a:r>
          </a:p>
        </p:txBody>
      </p:sp>
      <p:sp>
        <p:nvSpPr>
          <p:cNvPr id="17" name="Textplatzhalter 9"/>
          <p:cNvSpPr>
            <a:spLocks noGrp="1"/>
          </p:cNvSpPr>
          <p:nvPr>
            <p:ph type="body" sz="quarter" idx="16" hasCustomPrompt="1"/>
          </p:nvPr>
        </p:nvSpPr>
        <p:spPr>
          <a:xfrm>
            <a:off x="336486" y="5680430"/>
            <a:ext cx="11518963" cy="424800"/>
          </a:xfrm>
        </p:spPr>
        <p:txBody>
          <a:bodyPr anchor="ctr">
            <a:noAutofit/>
          </a:bodyPr>
          <a:lstStyle>
            <a:lvl1pPr marL="0" indent="0">
              <a:spcAft>
                <a:spcPts val="600"/>
              </a:spcAft>
              <a:buNone/>
              <a:defRPr sz="1800" baseline="0">
                <a:solidFill>
                  <a:schemeClr val="accent2"/>
                </a:solidFill>
                <a:latin typeface="+mn-lt"/>
                <a:sym typeface="FK CARIAD Light" pitchFamily="50" charset="0"/>
              </a:defRPr>
            </a:lvl1pPr>
            <a:lvl2pPr marL="457200" indent="0">
              <a:buNone/>
              <a:defRPr sz="1800">
                <a:latin typeface="FK CARIAD Light" pitchFamily="2" charset="0"/>
              </a:defRPr>
            </a:lvl2pPr>
            <a:lvl3pPr marL="914400" indent="0">
              <a:buNone/>
              <a:defRPr sz="1800">
                <a:latin typeface="FK CARIAD Light" pitchFamily="2" charset="0"/>
              </a:defRPr>
            </a:lvl3pPr>
            <a:lvl4pPr marL="1371600" indent="0">
              <a:buNone/>
              <a:defRPr sz="1800">
                <a:latin typeface="FK CARIAD Light" pitchFamily="2" charset="0"/>
              </a:defRPr>
            </a:lvl4pPr>
            <a:lvl5pPr marL="1828800" indent="0">
              <a:buNone/>
              <a:defRPr sz="1800">
                <a:latin typeface="FK CARIAD Light" pitchFamily="2" charset="0"/>
              </a:defRPr>
            </a:lvl5pPr>
          </a:lstStyle>
          <a:p>
            <a:pPr lvl="0"/>
            <a:r>
              <a:rPr lang="en-US" noProof="0"/>
              <a:t>Placeholder key message</a:t>
            </a:r>
          </a:p>
        </p:txBody>
      </p:sp>
      <p:sp>
        <p:nvSpPr>
          <p:cNvPr id="15" name="Datumsplatzhalter 12"/>
          <p:cNvSpPr>
            <a:spLocks noGrp="1"/>
          </p:cNvSpPr>
          <p:nvPr>
            <p:ph type="dt" sz="half" idx="2"/>
          </p:nvPr>
        </p:nvSpPr>
        <p:spPr>
          <a:xfrm>
            <a:off x="568833" y="6321325"/>
            <a:ext cx="5415186" cy="208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360000"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03.06.2025 | Nuremberg | Morris Darren Babu | Master Thesis</a:t>
            </a:r>
          </a:p>
        </p:txBody>
      </p:sp>
      <p:sp>
        <p:nvSpPr>
          <p:cNvPr id="18" name="Fußzeilenplatzhalter 13"/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5186" cy="208800"/>
          </a:xfrm>
          <a:prstGeom prst="rect">
            <a:avLst/>
          </a:prstGeom>
        </p:spPr>
        <p:txBody>
          <a:bodyPr vert="horz" lIns="91440" tIns="46800" rIns="91440" bIns="46800" rtlCol="0" anchor="b">
            <a:noAutofit/>
          </a:bodyPr>
          <a:lstStyle>
            <a:lvl1pPr algn="l" defTabSz="360000" rtl="0"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INTERNAL</a:t>
            </a:r>
          </a:p>
        </p:txBody>
      </p:sp>
      <p:sp>
        <p:nvSpPr>
          <p:cNvPr id="19" name="Foliennummernplatzhalter 14"/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60000"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fld id="{1A672BC3-475D-4374-8EEC-4CFA9934D3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Subtitle 2"/>
          <p:cNvSpPr>
            <a:spLocks noGrp="1"/>
          </p:cNvSpPr>
          <p:nvPr>
            <p:ph type="subTitle" idx="20" hasCustomPrompt="1"/>
          </p:nvPr>
        </p:nvSpPr>
        <p:spPr>
          <a:xfrm>
            <a:off x="336486" y="993777"/>
            <a:ext cx="11518964" cy="34544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spcAft>
                <a:spcPts val="600"/>
              </a:spcAft>
              <a:buNone/>
              <a:defRPr sz="1800" baseline="0">
                <a:solidFill>
                  <a:schemeClr val="accent2"/>
                </a:solidFill>
                <a:latin typeface="+mn-lt"/>
                <a:sym typeface="FK CARIAD Light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Placeholder subtitle [optional]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36550" y="487363"/>
            <a:ext cx="11520000" cy="455612"/>
          </a:xfrm>
        </p:spPr>
        <p:txBody>
          <a:bodyPr/>
          <a:lstStyle>
            <a:lvl1pPr>
              <a:spcAft>
                <a:spcPts val="600"/>
              </a:spcAft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err="1"/>
              <a:t>Placeholder</a:t>
            </a:r>
            <a:r>
              <a:rPr lang="de-DE"/>
              <a:t> Slide Title</a:t>
            </a:r>
          </a:p>
        </p:txBody>
      </p:sp>
    </p:spTree>
    <p:extLst>
      <p:ext uri="{BB962C8B-B14F-4D97-AF65-F5344CB8AC3E}">
        <p14:creationId xmlns:p14="http://schemas.microsoft.com/office/powerpoint/2010/main" val="979107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00465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95" imgH="394" progId="TCLayout.ActiveDocument.1">
                  <p:embed/>
                </p:oleObj>
              </mc:Choice>
              <mc:Fallback>
                <p:oleObj name="think-cell Folie" r:id="rId3" imgW="395" imgH="394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0" y="6234244"/>
            <a:ext cx="6088783" cy="623756"/>
          </a:xfrm>
          <a:prstGeom prst="rect">
            <a:avLst/>
          </a:prstGeom>
          <a:solidFill>
            <a:srgbClr val="1D0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8" name="Datumsplatzhalter 12"/>
          <p:cNvSpPr>
            <a:spLocks noGrp="1"/>
          </p:cNvSpPr>
          <p:nvPr>
            <p:ph type="dt" sz="half" idx="2"/>
          </p:nvPr>
        </p:nvSpPr>
        <p:spPr>
          <a:xfrm>
            <a:off x="568833" y="6321325"/>
            <a:ext cx="5415186" cy="208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360000"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03.06.2025 | Nuremberg | Morris Darren Babu | Master Thesis</a:t>
            </a:r>
          </a:p>
        </p:txBody>
      </p:sp>
      <p:sp>
        <p:nvSpPr>
          <p:cNvPr id="9" name="Fußzeilenplatzhalter 13"/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5186" cy="208800"/>
          </a:xfrm>
          <a:prstGeom prst="rect">
            <a:avLst/>
          </a:prstGeom>
        </p:spPr>
        <p:txBody>
          <a:bodyPr vert="horz" lIns="91440" tIns="46800" rIns="91440" bIns="46800" rtlCol="0" anchor="b">
            <a:noAutofit/>
          </a:bodyPr>
          <a:lstStyle>
            <a:lvl1pPr algn="l" defTabSz="360000" rtl="0"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INTERNAL</a:t>
            </a:r>
          </a:p>
        </p:txBody>
      </p:sp>
      <p:sp>
        <p:nvSpPr>
          <p:cNvPr id="10" name="Foliennummernplatzhalter 14"/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60000"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fld id="{1A672BC3-475D-4374-8EEC-4CFA9934D3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445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73069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95" imgH="394" progId="TCLayout.ActiveDocument.1">
                  <p:embed/>
                </p:oleObj>
              </mc:Choice>
              <mc:Fallback>
                <p:oleObj name="think-cell Folie" r:id="rId3" imgW="395" imgH="394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-1429" y="6234244"/>
            <a:ext cx="6087600" cy="626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6086170" y="6234244"/>
            <a:ext cx="6105829" cy="626400"/>
          </a:xfrm>
          <a:prstGeom prst="rect">
            <a:avLst/>
          </a:prstGeom>
          <a:solidFill>
            <a:srgbClr val="1D0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18" b="7301"/>
          <a:stretch/>
        </p:blipFill>
        <p:spPr>
          <a:xfrm>
            <a:off x="9877425" y="6182196"/>
            <a:ext cx="2314576" cy="673688"/>
          </a:xfrm>
          <a:prstGeom prst="rect">
            <a:avLst/>
          </a:prstGeom>
        </p:spPr>
      </p:pic>
      <p:sp>
        <p:nvSpPr>
          <p:cNvPr id="9" name="Datumsplatzhalter 12"/>
          <p:cNvSpPr>
            <a:spLocks noGrp="1"/>
          </p:cNvSpPr>
          <p:nvPr>
            <p:ph type="dt" sz="half" idx="2"/>
          </p:nvPr>
        </p:nvSpPr>
        <p:spPr>
          <a:xfrm>
            <a:off x="568833" y="6321325"/>
            <a:ext cx="5417799" cy="208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360000"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03.06.2025 | Nuremberg | Morris Darren Babu | Master Thesis</a:t>
            </a:r>
          </a:p>
        </p:txBody>
      </p:sp>
      <p:sp>
        <p:nvSpPr>
          <p:cNvPr id="12" name="Fußzeilenplatzhalter 13"/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7799" cy="208800"/>
          </a:xfrm>
          <a:prstGeom prst="rect">
            <a:avLst/>
          </a:prstGeom>
        </p:spPr>
        <p:txBody>
          <a:bodyPr vert="horz" lIns="91440" tIns="46800" rIns="91440" bIns="46800" rtlCol="0" anchor="b">
            <a:noAutofit/>
          </a:bodyPr>
          <a:lstStyle>
            <a:lvl1pPr algn="l" defTabSz="360000" rtl="0"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INTERNAL</a:t>
            </a:r>
          </a:p>
        </p:txBody>
      </p:sp>
      <p:sp>
        <p:nvSpPr>
          <p:cNvPr id="14" name="Foliennummernplatzhalter 14"/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60000"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fld id="{1A672BC3-475D-4374-8EEC-4CFA9934D3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107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570293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95" imgH="394" progId="TCLayout.ActiveDocument.1">
                  <p:embed/>
                </p:oleObj>
              </mc:Choice>
              <mc:Fallback>
                <p:oleObj name="think-cell Folie" r:id="rId3" imgW="395" imgH="39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0" y="6234244"/>
            <a:ext cx="6088783" cy="6303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8" name="Datumsplatzhalter 12"/>
          <p:cNvSpPr>
            <a:spLocks noGrp="1"/>
          </p:cNvSpPr>
          <p:nvPr>
            <p:ph type="dt" sz="half" idx="2"/>
          </p:nvPr>
        </p:nvSpPr>
        <p:spPr>
          <a:xfrm>
            <a:off x="568833" y="6321325"/>
            <a:ext cx="5415186" cy="208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360000"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03.06.2025 | Nuremberg | Morris Darren Babu | Master Thesis</a:t>
            </a:r>
          </a:p>
        </p:txBody>
      </p:sp>
      <p:sp>
        <p:nvSpPr>
          <p:cNvPr id="10" name="Fußzeilenplatzhalter 13"/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5186" cy="208800"/>
          </a:xfrm>
          <a:prstGeom prst="rect">
            <a:avLst/>
          </a:prstGeom>
        </p:spPr>
        <p:txBody>
          <a:bodyPr vert="horz" lIns="91440" tIns="46800" rIns="91440" bIns="46800" rtlCol="0" anchor="b">
            <a:noAutofit/>
          </a:bodyPr>
          <a:lstStyle>
            <a:lvl1pPr algn="l" defTabSz="360000" rtl="0"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INTERNAL</a:t>
            </a:r>
          </a:p>
        </p:txBody>
      </p:sp>
      <p:sp>
        <p:nvSpPr>
          <p:cNvPr id="11" name="Foliennummernplatzhalter 14"/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60000"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fld id="{1A672BC3-475D-4374-8EEC-4CFA9934D3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782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hteck 14"/>
          <p:cNvSpPr/>
          <p:nvPr userDrawn="1"/>
        </p:nvSpPr>
        <p:spPr>
          <a:xfrm rot="13500000">
            <a:off x="5494916" y="3004417"/>
            <a:ext cx="306000" cy="28986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de-DE">
              <a:latin typeface="+mn-lt"/>
              <a:sym typeface="FK CARIAD Light" pitchFamily="50" charset="0"/>
            </a:endParaRPr>
          </a:p>
        </p:txBody>
      </p:sp>
      <p:sp>
        <p:nvSpPr>
          <p:cNvPr id="20" name="Rechteck 15"/>
          <p:cNvSpPr/>
          <p:nvPr userDrawn="1"/>
        </p:nvSpPr>
        <p:spPr>
          <a:xfrm rot="8100000">
            <a:off x="5518574" y="1025472"/>
            <a:ext cx="306000" cy="2995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de-DE">
              <a:latin typeface="+mn-lt"/>
              <a:sym typeface="FK CARIAD Light" pitchFamily="50" charset="0"/>
            </a:endParaRPr>
          </a:p>
        </p:txBody>
      </p:sp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586682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95" imgH="394" progId="TCLayout.ActiveDocument.1">
                  <p:embed/>
                </p:oleObj>
              </mc:Choice>
              <mc:Fallback>
                <p:oleObj name="think-cell Folie" r:id="rId4" imgW="395" imgH="394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8000" b="0" i="0" baseline="0" noProof="0" err="1">
              <a:latin typeface="FK CARIAD Light" pitchFamily="50" charset="0"/>
              <a:ea typeface="+mj-ea"/>
              <a:cs typeface="+mj-cs"/>
              <a:sym typeface="FK CARIAD Light" pitchFamily="50" charset="0"/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6088783" y="6136005"/>
            <a:ext cx="6103217" cy="72199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800" noProof="0" err="1">
              <a:latin typeface="+mn-lt"/>
              <a:sym typeface="FK CARIAD Light" pitchFamily="5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35999" y="487364"/>
            <a:ext cx="11520000" cy="5617866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spcAft>
                <a:spcPts val="600"/>
              </a:spcAft>
              <a:defRPr sz="8000">
                <a:solidFill>
                  <a:schemeClr val="tx1"/>
                </a:solidFill>
                <a:latin typeface="+mj-lt"/>
                <a:sym typeface="FK CARIAD Light" pitchFamily="50" charset="0"/>
              </a:defRPr>
            </a:lvl1pPr>
          </a:lstStyle>
          <a:p>
            <a:r>
              <a:rPr lang="en-US" noProof="0"/>
              <a:t>Placeholder for statement or quote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75" b="8624"/>
          <a:stretch/>
        </p:blipFill>
        <p:spPr>
          <a:xfrm>
            <a:off x="9877425" y="6181237"/>
            <a:ext cx="2308226" cy="664063"/>
          </a:xfrm>
          <a:prstGeom prst="rect">
            <a:avLst/>
          </a:prstGeom>
        </p:spPr>
      </p:pic>
      <p:sp>
        <p:nvSpPr>
          <p:cNvPr id="11" name="Datumsplatzhalter 12"/>
          <p:cNvSpPr>
            <a:spLocks noGrp="1"/>
          </p:cNvSpPr>
          <p:nvPr>
            <p:ph type="dt" sz="half" idx="2"/>
          </p:nvPr>
        </p:nvSpPr>
        <p:spPr>
          <a:xfrm>
            <a:off x="568833" y="6321325"/>
            <a:ext cx="5411689" cy="208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360000">
              <a:spcAft>
                <a:spcPts val="600"/>
              </a:spcAft>
              <a:defRPr sz="1000">
                <a:solidFill>
                  <a:schemeClr val="tx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03.06.2025 | Nuremberg | Morris Darren Babu | Master Thesis</a:t>
            </a:r>
          </a:p>
        </p:txBody>
      </p:sp>
      <p:sp>
        <p:nvSpPr>
          <p:cNvPr id="13" name="Fußzeilenplatzhalter 13"/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1689" cy="208800"/>
          </a:xfrm>
          <a:prstGeom prst="rect">
            <a:avLst/>
          </a:prstGeom>
        </p:spPr>
        <p:txBody>
          <a:bodyPr vert="horz" lIns="91440" tIns="46800" rIns="91440" bIns="46800" rtlCol="0" anchor="b">
            <a:noAutofit/>
          </a:bodyPr>
          <a:lstStyle>
            <a:lvl1pPr algn="l" defTabSz="360000" rtl="0">
              <a:spcAft>
                <a:spcPts val="600"/>
              </a:spcAft>
              <a:defRPr sz="1000">
                <a:solidFill>
                  <a:schemeClr val="tx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INTERNAL</a:t>
            </a:r>
          </a:p>
        </p:txBody>
      </p:sp>
      <p:sp>
        <p:nvSpPr>
          <p:cNvPr id="14" name="Foliennummernplatzhalter 14"/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60000">
              <a:spcAft>
                <a:spcPts val="600"/>
              </a:spcAft>
              <a:defRPr sz="1000">
                <a:solidFill>
                  <a:schemeClr val="tx1"/>
                </a:solidFill>
                <a:latin typeface="+mn-lt"/>
                <a:sym typeface="FK CARIAD Light" pitchFamily="50" charset="0"/>
              </a:defRPr>
            </a:lvl1pPr>
          </a:lstStyle>
          <a:p>
            <a:fld id="{1A672BC3-475D-4374-8EEC-4CFA9934D3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164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eck 10"/>
          <p:cNvSpPr/>
          <p:nvPr userDrawn="1"/>
        </p:nvSpPr>
        <p:spPr>
          <a:xfrm rot="1791105">
            <a:off x="5490638" y="832918"/>
            <a:ext cx="302400" cy="533803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de-DE">
              <a:latin typeface="+mn-lt"/>
              <a:sym typeface="FK CARIAD Light" pitchFamily="50" charset="0"/>
            </a:endParaRPr>
          </a:p>
        </p:txBody>
      </p:sp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910077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95" imgH="394" progId="TCLayout.ActiveDocument.1">
                  <p:embed/>
                </p:oleObj>
              </mc:Choice>
              <mc:Fallback>
                <p:oleObj name="think-cell Folie" r:id="rId4" imgW="395" imgH="394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8000" b="0" i="0" baseline="0" noProof="0" err="1">
              <a:latin typeface="FK CARIAD Light" pitchFamily="50" charset="0"/>
              <a:ea typeface="+mj-ea"/>
              <a:cs typeface="+mj-cs"/>
              <a:sym typeface="FK CARIAD Light" pitchFamily="50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6088783" y="6136005"/>
            <a:ext cx="6103217" cy="72199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800" noProof="0" err="1">
              <a:latin typeface="+mn-lt"/>
              <a:sym typeface="FK CARIAD Light" pitchFamily="5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34962" y="487363"/>
            <a:ext cx="11520000" cy="5617867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spcAft>
                <a:spcPts val="600"/>
              </a:spcAft>
              <a:defRPr sz="8000">
                <a:solidFill>
                  <a:schemeClr val="bg1"/>
                </a:solidFill>
                <a:latin typeface="+mj-lt"/>
                <a:sym typeface="FK CARIAD Light" pitchFamily="50" charset="0"/>
              </a:defRPr>
            </a:lvl1pPr>
          </a:lstStyle>
          <a:p>
            <a:r>
              <a:rPr lang="en-US" noProof="0"/>
              <a:t>Placeholder for statement or quote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18" b="7301"/>
          <a:stretch/>
        </p:blipFill>
        <p:spPr>
          <a:xfrm>
            <a:off x="9877425" y="6182196"/>
            <a:ext cx="2314576" cy="673688"/>
          </a:xfrm>
          <a:prstGeom prst="rect">
            <a:avLst/>
          </a:prstGeom>
        </p:spPr>
      </p:pic>
      <p:sp>
        <p:nvSpPr>
          <p:cNvPr id="13" name="Datumsplatzhalter 12"/>
          <p:cNvSpPr>
            <a:spLocks noGrp="1"/>
          </p:cNvSpPr>
          <p:nvPr>
            <p:ph type="dt" sz="half" idx="2"/>
          </p:nvPr>
        </p:nvSpPr>
        <p:spPr>
          <a:xfrm>
            <a:off x="568833" y="6321325"/>
            <a:ext cx="5415186" cy="208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360000"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03.06.2025 | Nuremberg | Morris Darren Babu | Master Thesis</a:t>
            </a:r>
          </a:p>
        </p:txBody>
      </p:sp>
      <p:sp>
        <p:nvSpPr>
          <p:cNvPr id="15" name="Fußzeilenplatzhalter 13"/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5186" cy="208800"/>
          </a:xfrm>
          <a:prstGeom prst="rect">
            <a:avLst/>
          </a:prstGeom>
        </p:spPr>
        <p:txBody>
          <a:bodyPr vert="horz" lIns="91440" tIns="46800" rIns="91440" bIns="46800" rtlCol="0" anchor="b">
            <a:noAutofit/>
          </a:bodyPr>
          <a:lstStyle>
            <a:lvl1pPr algn="l" defTabSz="360000" rtl="0"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INTERNAL</a:t>
            </a:r>
          </a:p>
        </p:txBody>
      </p:sp>
      <p:sp>
        <p:nvSpPr>
          <p:cNvPr id="19" name="Foliennummernplatzhalter 14"/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60000"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fld id="{1A672BC3-475D-4374-8EEC-4CFA9934D3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243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807015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95" imgH="394" progId="TCLayout.ActiveDocument.1">
                  <p:embed/>
                </p:oleObj>
              </mc:Choice>
              <mc:Fallback>
                <p:oleObj name="think-cell Folie" r:id="rId4" imgW="395" imgH="394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8000" b="0" i="0" baseline="0" noProof="0" err="1">
              <a:latin typeface="FK CARIAD Light" pitchFamily="50" charset="0"/>
              <a:ea typeface="+mj-ea"/>
              <a:cs typeface="+mj-cs"/>
              <a:sym typeface="FK CARIAD Light" pitchFamily="50" charset="0"/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6088783" y="6136005"/>
            <a:ext cx="6103217" cy="7219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800" noProof="0" err="1">
              <a:latin typeface="+mn-lt"/>
              <a:sym typeface="FK CARIAD Light" pitchFamily="5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34962" y="487363"/>
            <a:ext cx="11520000" cy="5617867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spcAft>
                <a:spcPts val="600"/>
              </a:spcAft>
              <a:defRPr sz="8000">
                <a:solidFill>
                  <a:schemeClr val="tx1"/>
                </a:solidFill>
                <a:latin typeface="+mj-lt"/>
                <a:sym typeface="FK CARIAD Light" pitchFamily="50" charset="0"/>
              </a:defRPr>
            </a:lvl1pPr>
          </a:lstStyle>
          <a:p>
            <a:r>
              <a:rPr lang="en-US" noProof="0"/>
              <a:t>Placeholder for statement or quote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75" b="8624"/>
          <a:stretch/>
        </p:blipFill>
        <p:spPr>
          <a:xfrm>
            <a:off x="9877425" y="6181237"/>
            <a:ext cx="2308226" cy="664063"/>
          </a:xfrm>
          <a:prstGeom prst="rect">
            <a:avLst/>
          </a:prstGeom>
        </p:spPr>
      </p:pic>
      <p:sp>
        <p:nvSpPr>
          <p:cNvPr id="11" name="Datumsplatzhalter 12"/>
          <p:cNvSpPr>
            <a:spLocks noGrp="1"/>
          </p:cNvSpPr>
          <p:nvPr>
            <p:ph type="dt" sz="half" idx="2"/>
          </p:nvPr>
        </p:nvSpPr>
        <p:spPr>
          <a:xfrm>
            <a:off x="568833" y="6321325"/>
            <a:ext cx="5411689" cy="208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360000">
              <a:spcAft>
                <a:spcPts val="600"/>
              </a:spcAft>
              <a:defRPr sz="1000">
                <a:solidFill>
                  <a:schemeClr val="tx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03.06.2025 | Nuremberg | Morris Darren Babu | Master Thesis</a:t>
            </a:r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1689" cy="208800"/>
          </a:xfrm>
          <a:prstGeom prst="rect">
            <a:avLst/>
          </a:prstGeom>
        </p:spPr>
        <p:txBody>
          <a:bodyPr vert="horz" lIns="91440" tIns="46800" rIns="91440" bIns="46800" rtlCol="0" anchor="b">
            <a:noAutofit/>
          </a:bodyPr>
          <a:lstStyle>
            <a:lvl1pPr algn="l" defTabSz="360000" rtl="0">
              <a:spcAft>
                <a:spcPts val="600"/>
              </a:spcAft>
              <a:defRPr sz="1000">
                <a:solidFill>
                  <a:schemeClr val="tx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INTERNAL</a:t>
            </a:r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60000">
              <a:spcAft>
                <a:spcPts val="600"/>
              </a:spcAft>
              <a:defRPr sz="1000">
                <a:solidFill>
                  <a:schemeClr val="tx1"/>
                </a:solidFill>
                <a:latin typeface="+mn-lt"/>
                <a:sym typeface="FK CARIAD Light" pitchFamily="50" charset="0"/>
              </a:defRPr>
            </a:lvl1pPr>
          </a:lstStyle>
          <a:p>
            <a:fld id="{1A672BC3-475D-4374-8EEC-4CFA9934D311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3" name="Gruppieren 2"/>
          <p:cNvGrpSpPr/>
          <p:nvPr userDrawn="1"/>
        </p:nvGrpSpPr>
        <p:grpSpPr>
          <a:xfrm>
            <a:off x="4250371" y="2732167"/>
            <a:ext cx="3772008" cy="2124000"/>
            <a:chOff x="4250371" y="2732167"/>
            <a:chExt cx="3772008" cy="2124000"/>
          </a:xfrm>
        </p:grpSpPr>
        <p:sp>
          <p:nvSpPr>
            <p:cNvPr id="17" name="Rechteck 13"/>
            <p:cNvSpPr/>
            <p:nvPr userDrawn="1"/>
          </p:nvSpPr>
          <p:spPr>
            <a:xfrm flipH="1">
              <a:off x="7716379" y="2732167"/>
              <a:ext cx="306000" cy="2124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endParaRPr lang="de-DE">
                <a:latin typeface="+mn-lt"/>
                <a:sym typeface="FK CARIAD Light" pitchFamily="50" charset="0"/>
              </a:endParaRPr>
            </a:p>
          </p:txBody>
        </p:sp>
        <p:sp>
          <p:nvSpPr>
            <p:cNvPr id="18" name="Rechteck 14"/>
            <p:cNvSpPr/>
            <p:nvPr userDrawn="1"/>
          </p:nvSpPr>
          <p:spPr>
            <a:xfrm rot="16200000">
              <a:off x="5972971" y="1009567"/>
              <a:ext cx="306000" cy="3751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endParaRPr lang="de-DE">
                <a:latin typeface="+mn-lt"/>
                <a:sym typeface="FK CARIAD Light" pitchFamily="50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68142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656924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95" imgH="394" progId="TCLayout.ActiveDocument.1">
                  <p:embed/>
                </p:oleObj>
              </mc:Choice>
              <mc:Fallback>
                <p:oleObj name="think-cell Folie" r:id="rId4" imgW="395" imgH="394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8000" b="0" i="0" baseline="0" noProof="0" err="1">
              <a:latin typeface="FK CARIAD Light" pitchFamily="50" charset="0"/>
              <a:ea typeface="+mj-ea"/>
              <a:cs typeface="+mj-cs"/>
              <a:sym typeface="FK CARIAD Light" pitchFamily="50" charset="0"/>
            </a:endParaRPr>
          </a:p>
        </p:txBody>
      </p:sp>
      <p:grpSp>
        <p:nvGrpSpPr>
          <p:cNvPr id="3" name="Gruppieren 2"/>
          <p:cNvGrpSpPr/>
          <p:nvPr userDrawn="1"/>
        </p:nvGrpSpPr>
        <p:grpSpPr>
          <a:xfrm>
            <a:off x="5006060" y="649078"/>
            <a:ext cx="2124001" cy="5278127"/>
            <a:chOff x="5007389" y="346597"/>
            <a:chExt cx="2124001" cy="5278127"/>
          </a:xfrm>
        </p:grpSpPr>
        <p:sp>
          <p:nvSpPr>
            <p:cNvPr id="18" name="Rechteck 13"/>
            <p:cNvSpPr/>
            <p:nvPr userDrawn="1"/>
          </p:nvSpPr>
          <p:spPr>
            <a:xfrm rot="16200000">
              <a:off x="5916389" y="-562403"/>
              <a:ext cx="306000" cy="2124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endParaRPr lang="de-DE">
                <a:latin typeface="+mn-lt"/>
                <a:sym typeface="FK CARIAD Light" pitchFamily="50" charset="0"/>
              </a:endParaRPr>
            </a:p>
          </p:txBody>
        </p:sp>
        <p:sp>
          <p:nvSpPr>
            <p:cNvPr id="19" name="Rechteck 14"/>
            <p:cNvSpPr/>
            <p:nvPr userDrawn="1"/>
          </p:nvSpPr>
          <p:spPr>
            <a:xfrm rot="10800000">
              <a:off x="5007390" y="593725"/>
              <a:ext cx="306000" cy="501581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endParaRPr lang="de-DE">
                <a:latin typeface="+mn-lt"/>
                <a:sym typeface="FK CARIAD Light" pitchFamily="50" charset="0"/>
              </a:endParaRPr>
            </a:p>
          </p:txBody>
        </p:sp>
        <p:sp>
          <p:nvSpPr>
            <p:cNvPr id="20" name="Rechteck 13"/>
            <p:cNvSpPr/>
            <p:nvPr userDrawn="1"/>
          </p:nvSpPr>
          <p:spPr>
            <a:xfrm rot="16200000">
              <a:off x="5916390" y="4409724"/>
              <a:ext cx="306000" cy="2124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>
                <a:spcAft>
                  <a:spcPts val="600"/>
                </a:spcAft>
              </a:pPr>
              <a:endParaRPr lang="de-DE">
                <a:latin typeface="+mn-lt"/>
                <a:sym typeface="FK CARIAD Light" pitchFamily="50" charset="0"/>
              </a:endParaRPr>
            </a:p>
          </p:txBody>
        </p:sp>
      </p:grpSp>
      <p:sp>
        <p:nvSpPr>
          <p:cNvPr id="13" name="Rectangle 12"/>
          <p:cNvSpPr/>
          <p:nvPr userDrawn="1"/>
        </p:nvSpPr>
        <p:spPr>
          <a:xfrm>
            <a:off x="6088783" y="6136005"/>
            <a:ext cx="6103217" cy="72199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800" noProof="0" err="1">
              <a:latin typeface="+mn-lt"/>
              <a:sym typeface="FK CARIAD Light" pitchFamily="50" charset="0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334962" y="487363"/>
            <a:ext cx="11520000" cy="5617867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spcAft>
                <a:spcPts val="600"/>
              </a:spcAft>
              <a:defRPr sz="8000">
                <a:solidFill>
                  <a:schemeClr val="tx1"/>
                </a:solidFill>
                <a:latin typeface="+mj-lt"/>
                <a:sym typeface="FK CARIAD Light" pitchFamily="50" charset="0"/>
              </a:defRPr>
            </a:lvl1pPr>
          </a:lstStyle>
          <a:p>
            <a:r>
              <a:rPr lang="en-US" noProof="0"/>
              <a:t>Placeholder for statement or quote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75" b="8624"/>
          <a:stretch/>
        </p:blipFill>
        <p:spPr>
          <a:xfrm>
            <a:off x="9877425" y="6181237"/>
            <a:ext cx="2308226" cy="664063"/>
          </a:xfrm>
          <a:prstGeom prst="rect">
            <a:avLst/>
          </a:prstGeom>
        </p:spPr>
      </p:pic>
      <p:sp>
        <p:nvSpPr>
          <p:cNvPr id="15" name="Datumsplatzhalter 12"/>
          <p:cNvSpPr>
            <a:spLocks noGrp="1"/>
          </p:cNvSpPr>
          <p:nvPr userDrawn="1">
            <p:ph type="dt" sz="half" idx="2"/>
          </p:nvPr>
        </p:nvSpPr>
        <p:spPr>
          <a:xfrm>
            <a:off x="568833" y="6321325"/>
            <a:ext cx="5411689" cy="208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360000">
              <a:spcAft>
                <a:spcPts val="600"/>
              </a:spcAft>
              <a:defRPr sz="1000">
                <a:solidFill>
                  <a:schemeClr val="tx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03.06.2025 | Nuremberg | Morris Darren Babu | Master Thesis</a:t>
            </a:r>
          </a:p>
        </p:txBody>
      </p:sp>
      <p:sp>
        <p:nvSpPr>
          <p:cNvPr id="16" name="Fußzeilenplatzhalter 13"/>
          <p:cNvSpPr>
            <a:spLocks noGrp="1"/>
          </p:cNvSpPr>
          <p:nvPr userDrawn="1">
            <p:ph type="ftr" sz="quarter" idx="3"/>
          </p:nvPr>
        </p:nvSpPr>
        <p:spPr>
          <a:xfrm>
            <a:off x="568833" y="6530125"/>
            <a:ext cx="5411689" cy="208800"/>
          </a:xfrm>
          <a:prstGeom prst="rect">
            <a:avLst/>
          </a:prstGeom>
        </p:spPr>
        <p:txBody>
          <a:bodyPr vert="horz" lIns="91440" tIns="46800" rIns="91440" bIns="46800" rtlCol="0" anchor="b">
            <a:noAutofit/>
          </a:bodyPr>
          <a:lstStyle>
            <a:lvl1pPr algn="l" defTabSz="360000" rtl="0">
              <a:spcAft>
                <a:spcPts val="600"/>
              </a:spcAft>
              <a:defRPr sz="1000">
                <a:solidFill>
                  <a:schemeClr val="tx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INTERNAL</a:t>
            </a:r>
          </a:p>
        </p:txBody>
      </p:sp>
      <p:sp>
        <p:nvSpPr>
          <p:cNvPr id="21" name="Foliennummernplatzhalter 14"/>
          <p:cNvSpPr>
            <a:spLocks noGrp="1"/>
          </p:cNvSpPr>
          <p:nvPr userDrawn="1">
            <p:ph type="sldNum" sz="quarter" idx="4"/>
          </p:nvPr>
        </p:nvSpPr>
        <p:spPr>
          <a:xfrm>
            <a:off x="123888" y="6321325"/>
            <a:ext cx="424223" cy="41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60000">
              <a:spcAft>
                <a:spcPts val="600"/>
              </a:spcAft>
              <a:defRPr sz="1000">
                <a:solidFill>
                  <a:schemeClr val="tx1"/>
                </a:solidFill>
                <a:latin typeface="+mn-lt"/>
                <a:sym typeface="FK CARIAD Light" pitchFamily="50" charset="0"/>
              </a:defRPr>
            </a:lvl1pPr>
          </a:lstStyle>
          <a:p>
            <a:fld id="{1A672BC3-475D-4374-8EEC-4CFA9934D3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48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5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590408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95" imgH="394" progId="TCLayout.ActiveDocument.1">
                  <p:embed/>
                </p:oleObj>
              </mc:Choice>
              <mc:Fallback>
                <p:oleObj name="think-cell Folie" r:id="rId4" imgW="395" imgH="394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8000" b="0" i="0" baseline="0" noProof="0" err="1">
              <a:latin typeface="FK CARIAD Light" pitchFamily="50" charset="0"/>
              <a:ea typeface="+mj-ea"/>
              <a:cs typeface="+mj-cs"/>
              <a:sym typeface="FK CARIAD Light" pitchFamily="50" charset="0"/>
            </a:endParaRPr>
          </a:p>
        </p:txBody>
      </p:sp>
      <p:pic>
        <p:nvPicPr>
          <p:cNvPr id="16" name="Grafik 3"/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11" t="35203" r="40853" b="38426"/>
          <a:stretch/>
        </p:blipFill>
        <p:spPr>
          <a:xfrm>
            <a:off x="3396008" y="845179"/>
            <a:ext cx="3509144" cy="4994923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6088783" y="6136005"/>
            <a:ext cx="6103217" cy="7219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800" noProof="0" err="1">
              <a:latin typeface="+mn-lt"/>
              <a:sym typeface="FK CARIAD Light" pitchFamily="5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34962" y="487363"/>
            <a:ext cx="11520000" cy="5617867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spcAft>
                <a:spcPts val="600"/>
              </a:spcAft>
              <a:defRPr sz="8000">
                <a:solidFill>
                  <a:schemeClr val="tx1"/>
                </a:solidFill>
                <a:latin typeface="+mj-lt"/>
                <a:sym typeface="FK CARIAD Light" pitchFamily="50" charset="0"/>
              </a:defRPr>
            </a:lvl1pPr>
          </a:lstStyle>
          <a:p>
            <a:r>
              <a:rPr lang="en-US" noProof="0"/>
              <a:t>Placeholder for statement or quote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75" b="8624"/>
          <a:stretch/>
        </p:blipFill>
        <p:spPr>
          <a:xfrm>
            <a:off x="9877425" y="6181237"/>
            <a:ext cx="2308226" cy="664063"/>
          </a:xfrm>
          <a:prstGeom prst="rect">
            <a:avLst/>
          </a:prstGeom>
        </p:spPr>
      </p:pic>
      <p:sp>
        <p:nvSpPr>
          <p:cNvPr id="11" name="Datumsplatzhalter 12"/>
          <p:cNvSpPr>
            <a:spLocks noGrp="1"/>
          </p:cNvSpPr>
          <p:nvPr>
            <p:ph type="dt" sz="half" idx="2"/>
          </p:nvPr>
        </p:nvSpPr>
        <p:spPr>
          <a:xfrm>
            <a:off x="568833" y="6321325"/>
            <a:ext cx="5411689" cy="208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360000">
              <a:spcAft>
                <a:spcPts val="600"/>
              </a:spcAft>
              <a:defRPr sz="1000">
                <a:solidFill>
                  <a:schemeClr val="tx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03.06.2025 | Nuremberg | Morris Darren Babu | Master Thesis</a:t>
            </a:r>
          </a:p>
        </p:txBody>
      </p:sp>
      <p:sp>
        <p:nvSpPr>
          <p:cNvPr id="13" name="Fußzeilenplatzhalter 13"/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1689" cy="208800"/>
          </a:xfrm>
          <a:prstGeom prst="rect">
            <a:avLst/>
          </a:prstGeom>
        </p:spPr>
        <p:txBody>
          <a:bodyPr vert="horz" lIns="91440" tIns="46800" rIns="91440" bIns="46800" rtlCol="0" anchor="b">
            <a:noAutofit/>
          </a:bodyPr>
          <a:lstStyle>
            <a:lvl1pPr algn="l" defTabSz="360000" rtl="0">
              <a:spcAft>
                <a:spcPts val="600"/>
              </a:spcAft>
              <a:defRPr sz="1000">
                <a:solidFill>
                  <a:schemeClr val="tx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INTERNAL</a:t>
            </a:r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60000">
              <a:spcAft>
                <a:spcPts val="600"/>
              </a:spcAft>
              <a:defRPr sz="1000">
                <a:solidFill>
                  <a:schemeClr val="tx1"/>
                </a:solidFill>
                <a:latin typeface="+mn-lt"/>
                <a:sym typeface="FK CARIAD Light" pitchFamily="50" charset="0"/>
              </a:defRPr>
            </a:lvl1pPr>
          </a:lstStyle>
          <a:p>
            <a:fld id="{1A672BC3-475D-4374-8EEC-4CFA9934D3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440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ct 1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215703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95" imgH="394" progId="TCLayout.ActiveDocument.1">
                  <p:embed/>
                </p:oleObj>
              </mc:Choice>
              <mc:Fallback>
                <p:oleObj name="think-cell Folie" r:id="rId4" imgW="395" imgH="394" progId="TCLayout.ActiveDocument.1">
                  <p:embed/>
                  <p:pic>
                    <p:nvPicPr>
                      <p:cNvPr id="13" name="Object 1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8000" b="0" i="0" baseline="0" noProof="0" err="1">
              <a:latin typeface="FK CARIAD Light" pitchFamily="50" charset="0"/>
              <a:ea typeface="+mj-ea"/>
              <a:cs typeface="+mj-cs"/>
              <a:sym typeface="FK CARIAD Light" pitchFamily="50" charset="0"/>
            </a:endParaRPr>
          </a:p>
        </p:txBody>
      </p:sp>
      <p:sp>
        <p:nvSpPr>
          <p:cNvPr id="18" name="Halbbogen 9"/>
          <p:cNvSpPr/>
          <p:nvPr userDrawn="1"/>
        </p:nvSpPr>
        <p:spPr>
          <a:xfrm rot="10800000">
            <a:off x="3527990" y="122928"/>
            <a:ext cx="5292000" cy="5418000"/>
          </a:xfrm>
          <a:prstGeom prst="blockArc">
            <a:avLst>
              <a:gd name="adj1" fmla="val 10800000"/>
              <a:gd name="adj2" fmla="val 21546050"/>
              <a:gd name="adj3" fmla="val 509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de-DE" sz="1800" noProof="0" err="1">
              <a:solidFill>
                <a:schemeClr val="tx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6088783" y="6136005"/>
            <a:ext cx="6103217" cy="7219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800" noProof="0" err="1">
              <a:latin typeface="+mn-lt"/>
              <a:sym typeface="FK CARIAD Light" pitchFamily="5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34962" y="487363"/>
            <a:ext cx="11520000" cy="5617867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spcAft>
                <a:spcPts val="600"/>
              </a:spcAft>
              <a:defRPr sz="8000">
                <a:solidFill>
                  <a:schemeClr val="bg1"/>
                </a:solidFill>
                <a:latin typeface="+mj-lt"/>
                <a:sym typeface="FK CARIAD Light" pitchFamily="50" charset="0"/>
              </a:defRPr>
            </a:lvl1pPr>
          </a:lstStyle>
          <a:p>
            <a:r>
              <a:rPr lang="en-US" noProof="0"/>
              <a:t>Placeholder for statement or quote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18" b="7301"/>
          <a:stretch/>
        </p:blipFill>
        <p:spPr>
          <a:xfrm>
            <a:off x="9877425" y="6182196"/>
            <a:ext cx="2314576" cy="673688"/>
          </a:xfrm>
          <a:prstGeom prst="rect">
            <a:avLst/>
          </a:prstGeom>
        </p:spPr>
      </p:pic>
      <p:sp>
        <p:nvSpPr>
          <p:cNvPr id="12" name="Datumsplatzhalter 12"/>
          <p:cNvSpPr>
            <a:spLocks noGrp="1"/>
          </p:cNvSpPr>
          <p:nvPr>
            <p:ph type="dt" sz="half" idx="2"/>
          </p:nvPr>
        </p:nvSpPr>
        <p:spPr>
          <a:xfrm>
            <a:off x="568833" y="6321325"/>
            <a:ext cx="5415186" cy="208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360000"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03.06.2025 | Nuremberg | Morris Darren Babu | Master Thesis</a:t>
            </a:r>
          </a:p>
        </p:txBody>
      </p:sp>
      <p:sp>
        <p:nvSpPr>
          <p:cNvPr id="15" name="Fußzeilenplatzhalter 13"/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5186" cy="208800"/>
          </a:xfrm>
          <a:prstGeom prst="rect">
            <a:avLst/>
          </a:prstGeom>
        </p:spPr>
        <p:txBody>
          <a:bodyPr vert="horz" lIns="91440" tIns="46800" rIns="91440" bIns="46800" rtlCol="0" anchor="b">
            <a:noAutofit/>
          </a:bodyPr>
          <a:lstStyle>
            <a:lvl1pPr algn="l" defTabSz="360000" rtl="0"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INTERNAL</a:t>
            </a:r>
          </a:p>
        </p:txBody>
      </p:sp>
      <p:sp>
        <p:nvSpPr>
          <p:cNvPr id="17" name="Foliennummernplatzhalter 14"/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60000"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fld id="{1A672BC3-475D-4374-8EEC-4CFA9934D3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231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701154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95" imgH="394" progId="TCLayout.ActiveDocument.1">
                  <p:embed/>
                </p:oleObj>
              </mc:Choice>
              <mc:Fallback>
                <p:oleObj name="think-cell Folie" r:id="rId3" imgW="395" imgH="394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0" y="6234244"/>
            <a:ext cx="6088783" cy="623756"/>
          </a:xfrm>
          <a:prstGeom prst="rect">
            <a:avLst/>
          </a:prstGeom>
          <a:solidFill>
            <a:srgbClr val="1D0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31" name="Textfeld 8"/>
          <p:cNvSpPr txBox="1"/>
          <p:nvPr userDrawn="1"/>
        </p:nvSpPr>
        <p:spPr>
          <a:xfrm>
            <a:off x="98137" y="6286983"/>
            <a:ext cx="5885881" cy="369332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noProof="0">
                <a:solidFill>
                  <a:schemeClr val="bg1"/>
                </a:solidFill>
                <a:latin typeface="+mn-lt"/>
                <a:sym typeface="FK CARIAD Light" pitchFamily="50" charset="0"/>
              </a:rPr>
              <a:t>We</a:t>
            </a:r>
            <a:r>
              <a:rPr lang="en-US" baseline="0" noProof="0">
                <a:solidFill>
                  <a:schemeClr val="bg1"/>
                </a:solidFill>
                <a:latin typeface="+mn-lt"/>
                <a:sym typeface="FK CARIAD Light" pitchFamily="50" charset="0"/>
              </a:rPr>
              <a:t> transform automotive mobility</a:t>
            </a:r>
            <a:endParaRPr lang="en-US" noProof="0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10" name="Halbbogen 9"/>
          <p:cNvSpPr/>
          <p:nvPr userDrawn="1"/>
        </p:nvSpPr>
        <p:spPr>
          <a:xfrm rot="10800000">
            <a:off x="3548712" y="122928"/>
            <a:ext cx="5292000" cy="5418000"/>
          </a:xfrm>
          <a:prstGeom prst="blockArc">
            <a:avLst>
              <a:gd name="adj1" fmla="val 10800000"/>
              <a:gd name="adj2" fmla="val 21546050"/>
              <a:gd name="adj3" fmla="val 509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de-DE" sz="1800" noProof="0" err="1">
              <a:solidFill>
                <a:schemeClr val="tx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432759" y="1335627"/>
            <a:ext cx="3229282" cy="926274"/>
          </a:xfrm>
        </p:spPr>
        <p:txBody>
          <a:bodyPr anchor="t"/>
          <a:lstStyle>
            <a:lvl1pPr>
              <a:spcAft>
                <a:spcPts val="600"/>
              </a:spcAft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err="1"/>
              <a:t>Thank</a:t>
            </a:r>
            <a:r>
              <a:rPr lang="de-DE"/>
              <a:t> </a:t>
            </a:r>
            <a:r>
              <a:rPr lang="de-DE" err="1"/>
              <a:t>you</a:t>
            </a:r>
            <a:r>
              <a:rPr lang="de-DE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221540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32108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95" imgH="394" progId="TCLayout.ActiveDocument.1">
                  <p:embed/>
                </p:oleObj>
              </mc:Choice>
              <mc:Fallback>
                <p:oleObj name="think-cell Folie" r:id="rId3" imgW="395" imgH="394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-1429" y="6234244"/>
            <a:ext cx="6087600" cy="626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6086170" y="6234244"/>
            <a:ext cx="6105829" cy="626400"/>
          </a:xfrm>
          <a:prstGeom prst="rect">
            <a:avLst/>
          </a:prstGeom>
          <a:solidFill>
            <a:srgbClr val="1D0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14" name="Textfeld 8"/>
          <p:cNvSpPr txBox="1"/>
          <p:nvPr userDrawn="1"/>
        </p:nvSpPr>
        <p:spPr>
          <a:xfrm>
            <a:off x="98138" y="6286983"/>
            <a:ext cx="5888494" cy="369332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noProof="0">
                <a:solidFill>
                  <a:schemeClr val="bg1"/>
                </a:solidFill>
                <a:latin typeface="+mn-lt"/>
                <a:sym typeface="FK CARIAD Light" pitchFamily="50" charset="0"/>
              </a:rPr>
              <a:t>We</a:t>
            </a:r>
            <a:r>
              <a:rPr lang="en-US" baseline="0" noProof="0">
                <a:solidFill>
                  <a:schemeClr val="bg1"/>
                </a:solidFill>
                <a:latin typeface="+mn-lt"/>
                <a:sym typeface="FK CARIAD Light" pitchFamily="50" charset="0"/>
              </a:rPr>
              <a:t> transform automotive mobility</a:t>
            </a:r>
            <a:endParaRPr lang="en-US" noProof="0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16" name="Rechteck 10"/>
          <p:cNvSpPr/>
          <p:nvPr userDrawn="1"/>
        </p:nvSpPr>
        <p:spPr>
          <a:xfrm rot="1791105">
            <a:off x="5808271" y="610967"/>
            <a:ext cx="302400" cy="533803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de-DE">
              <a:latin typeface="+mn-lt"/>
              <a:sym typeface="FK CARIAD Light" pitchFamily="50" charset="0"/>
            </a:endParaRP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18" b="7301"/>
          <a:stretch/>
        </p:blipFill>
        <p:spPr>
          <a:xfrm>
            <a:off x="9877425" y="6182196"/>
            <a:ext cx="2314576" cy="67368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432759" y="1335627"/>
            <a:ext cx="3229282" cy="926274"/>
          </a:xfrm>
        </p:spPr>
        <p:txBody>
          <a:bodyPr anchor="t"/>
          <a:lstStyle>
            <a:lvl1pPr>
              <a:spcAft>
                <a:spcPts val="600"/>
              </a:spcAft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de-DE" err="1"/>
              <a:t>Thank</a:t>
            </a:r>
            <a:r>
              <a:rPr lang="de-DE"/>
              <a:t> </a:t>
            </a:r>
            <a:r>
              <a:rPr lang="de-DE" err="1"/>
              <a:t>you</a:t>
            </a:r>
            <a:r>
              <a:rPr lang="de-DE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87135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011145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95" imgH="394" progId="TCLayout.ActiveDocument.1">
                  <p:embed/>
                </p:oleObj>
              </mc:Choice>
              <mc:Fallback>
                <p:oleObj name="think-cell Folie" r:id="rId3" imgW="395" imgH="394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0" y="6234244"/>
            <a:ext cx="6088783" cy="6303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29" name="Textfeld 8"/>
          <p:cNvSpPr txBox="1"/>
          <p:nvPr userDrawn="1"/>
        </p:nvSpPr>
        <p:spPr>
          <a:xfrm>
            <a:off x="98137" y="6286983"/>
            <a:ext cx="5885881" cy="369332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noProof="0">
                <a:solidFill>
                  <a:schemeClr val="bg1"/>
                </a:solidFill>
                <a:latin typeface="+mn-lt"/>
                <a:sym typeface="FK CARIAD Light" pitchFamily="50" charset="0"/>
              </a:rPr>
              <a:t>We</a:t>
            </a:r>
            <a:r>
              <a:rPr lang="en-US" baseline="0" noProof="0">
                <a:solidFill>
                  <a:schemeClr val="bg1"/>
                </a:solidFill>
                <a:latin typeface="+mn-lt"/>
                <a:sym typeface="FK CARIAD Light" pitchFamily="50" charset="0"/>
              </a:rPr>
              <a:t> transform automotive mobility</a:t>
            </a:r>
            <a:endParaRPr lang="en-US" noProof="0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grpSp>
        <p:nvGrpSpPr>
          <p:cNvPr id="3" name="Gruppieren 2"/>
          <p:cNvGrpSpPr/>
          <p:nvPr userDrawn="1"/>
        </p:nvGrpSpPr>
        <p:grpSpPr>
          <a:xfrm>
            <a:off x="5037087" y="963578"/>
            <a:ext cx="2898694" cy="3581292"/>
            <a:chOff x="5037087" y="963578"/>
            <a:chExt cx="2898694" cy="3581292"/>
          </a:xfrm>
        </p:grpSpPr>
        <p:sp>
          <p:nvSpPr>
            <p:cNvPr id="11" name="Rechteck 14"/>
            <p:cNvSpPr/>
            <p:nvPr userDrawn="1"/>
          </p:nvSpPr>
          <p:spPr>
            <a:xfrm rot="13500000">
              <a:off x="6333434" y="2942523"/>
              <a:ext cx="306000" cy="289869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endParaRPr lang="de-DE">
                <a:latin typeface="+mn-lt"/>
                <a:sym typeface="FK CARIAD Light" pitchFamily="50" charset="0"/>
              </a:endParaRPr>
            </a:p>
          </p:txBody>
        </p:sp>
        <p:sp>
          <p:nvSpPr>
            <p:cNvPr id="13" name="Rechteck 15"/>
            <p:cNvSpPr/>
            <p:nvPr userDrawn="1"/>
          </p:nvSpPr>
          <p:spPr>
            <a:xfrm rot="8100000">
              <a:off x="6357092" y="963578"/>
              <a:ext cx="306000" cy="299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endParaRPr lang="de-DE">
                <a:latin typeface="+mn-lt"/>
                <a:sym typeface="FK CARIAD Light" pitchFamily="50" charset="0"/>
              </a:endParaRPr>
            </a:p>
          </p:txBody>
        </p:sp>
      </p:grpSp>
      <p:sp>
        <p:nvSpPr>
          <p:cNvPr id="4" name="Titel 3"/>
          <p:cNvSpPr>
            <a:spLocks noGrp="1"/>
          </p:cNvSpPr>
          <p:nvPr>
            <p:ph type="title" hasCustomPrompt="1"/>
          </p:nvPr>
        </p:nvSpPr>
        <p:spPr>
          <a:xfrm>
            <a:off x="1432759" y="1335627"/>
            <a:ext cx="3229282" cy="926274"/>
          </a:xfrm>
        </p:spPr>
        <p:txBody>
          <a:bodyPr anchor="t"/>
          <a:lstStyle>
            <a:lvl1pPr>
              <a:spcAft>
                <a:spcPts val="600"/>
              </a:spcAft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err="1"/>
              <a:t>Thank</a:t>
            </a:r>
            <a:r>
              <a:rPr lang="de-DE"/>
              <a:t> </a:t>
            </a:r>
            <a:r>
              <a:rPr lang="de-DE" err="1"/>
              <a:t>you</a:t>
            </a:r>
            <a:r>
              <a:rPr lang="de-DE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437859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End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011145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95" imgH="394" progId="TCLayout.ActiveDocument.1">
                  <p:embed/>
                </p:oleObj>
              </mc:Choice>
              <mc:Fallback>
                <p:oleObj name="think-cell Folie" r:id="rId3" imgW="395" imgH="394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0" y="6234244"/>
            <a:ext cx="6088783" cy="6303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29" name="Textfeld 8"/>
          <p:cNvSpPr txBox="1"/>
          <p:nvPr userDrawn="1"/>
        </p:nvSpPr>
        <p:spPr>
          <a:xfrm>
            <a:off x="98137" y="6286983"/>
            <a:ext cx="5885881" cy="369332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noProof="0">
                <a:solidFill>
                  <a:schemeClr val="bg1"/>
                </a:solidFill>
                <a:latin typeface="+mn-lt"/>
                <a:sym typeface="FK CARIAD Light" pitchFamily="50" charset="0"/>
              </a:rPr>
              <a:t>We</a:t>
            </a:r>
            <a:r>
              <a:rPr lang="en-US" baseline="0" noProof="0">
                <a:solidFill>
                  <a:schemeClr val="bg1"/>
                </a:solidFill>
                <a:latin typeface="+mn-lt"/>
                <a:sym typeface="FK CARIAD Light" pitchFamily="50" charset="0"/>
              </a:rPr>
              <a:t> transform automotive mobility</a:t>
            </a:r>
            <a:endParaRPr lang="en-US" noProof="0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grpSp>
        <p:nvGrpSpPr>
          <p:cNvPr id="3" name="Gruppieren 2"/>
          <p:cNvGrpSpPr/>
          <p:nvPr userDrawn="1"/>
        </p:nvGrpSpPr>
        <p:grpSpPr>
          <a:xfrm>
            <a:off x="5037087" y="963578"/>
            <a:ext cx="2898694" cy="3581292"/>
            <a:chOff x="5037087" y="963578"/>
            <a:chExt cx="2898694" cy="3581292"/>
          </a:xfrm>
        </p:grpSpPr>
        <p:sp>
          <p:nvSpPr>
            <p:cNvPr id="11" name="Rechteck 14"/>
            <p:cNvSpPr/>
            <p:nvPr userDrawn="1"/>
          </p:nvSpPr>
          <p:spPr>
            <a:xfrm rot="13500000">
              <a:off x="6333434" y="2942523"/>
              <a:ext cx="306000" cy="289869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endParaRPr lang="de-DE">
                <a:latin typeface="+mn-lt"/>
                <a:sym typeface="FK CARIAD Light" pitchFamily="50" charset="0"/>
              </a:endParaRPr>
            </a:p>
          </p:txBody>
        </p:sp>
        <p:sp>
          <p:nvSpPr>
            <p:cNvPr id="13" name="Rechteck 15"/>
            <p:cNvSpPr/>
            <p:nvPr userDrawn="1"/>
          </p:nvSpPr>
          <p:spPr>
            <a:xfrm rot="8100000">
              <a:off x="6357092" y="963578"/>
              <a:ext cx="306000" cy="299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endParaRPr lang="de-DE">
                <a:latin typeface="+mn-lt"/>
                <a:sym typeface="FK CARIAD Light" pitchFamily="50" charset="0"/>
              </a:endParaRPr>
            </a:p>
          </p:txBody>
        </p:sp>
      </p:grpSp>
      <p:graphicFrame>
        <p:nvGraphicFramePr>
          <p:cNvPr id="6" name="Group 62">
            <a:extLst>
              <a:ext uri="{FF2B5EF4-FFF2-40B4-BE49-F238E27FC236}">
                <a16:creationId xmlns:a16="http://schemas.microsoft.com/office/drawing/2014/main" id="{67ADF436-B710-3277-CB2C-B78C2B0D16D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129187560"/>
              </p:ext>
            </p:extLst>
          </p:nvPr>
        </p:nvGraphicFramePr>
        <p:xfrm>
          <a:off x="810158" y="1193027"/>
          <a:ext cx="10753522" cy="1584000"/>
        </p:xfrm>
        <a:graphic>
          <a:graphicData uri="http://schemas.openxmlformats.org/drawingml/2006/table">
            <a:tbl>
              <a:tblPr/>
              <a:tblGrid>
                <a:gridCol w="2304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23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2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63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090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Classification: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Internal / </a:t>
                      </a:r>
                      <a:r>
                        <a:rPr kumimoji="0" lang="de-DE" sz="1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Confidential</a:t>
                      </a:r>
                      <a:r>
                        <a:rPr kumimoji="0" lang="de-DE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/ Secret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Status: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de-DE" sz="1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Draft</a:t>
                      </a:r>
                      <a:r>
                        <a:rPr kumimoji="0" lang="de-DE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/ in </a:t>
                      </a:r>
                      <a:r>
                        <a:rPr kumimoji="0" lang="de-DE" sz="1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progress</a:t>
                      </a:r>
                      <a:r>
                        <a:rPr kumimoji="0" lang="de-DE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/ </a:t>
                      </a:r>
                      <a:r>
                        <a:rPr kumimoji="0" lang="de-DE" sz="1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approved</a:t>
                      </a: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33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Version: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de-DE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V2.0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Date </a:t>
                      </a:r>
                      <a:r>
                        <a:rPr kumimoji="0" lang="de-DE" sz="1000" b="1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of</a:t>
                      </a:r>
                      <a:r>
                        <a:rPr kumimoji="0" lang="de-D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de-DE" sz="1000" b="1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change</a:t>
                      </a:r>
                      <a:r>
                        <a:rPr kumimoji="0" lang="de-D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: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DD.MM.YYYY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2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1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Responsible</a:t>
                      </a:r>
                      <a:r>
                        <a:rPr kumimoji="0" lang="de-D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: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Name, </a:t>
                      </a:r>
                      <a:r>
                        <a:rPr kumimoji="0" lang="de-DE" sz="1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Surname</a:t>
                      </a:r>
                      <a:r>
                        <a:rPr kumimoji="0" lang="de-DE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(OU) / [</a:t>
                      </a:r>
                      <a:r>
                        <a:rPr kumimoji="0" lang="de-DE" sz="1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opt</a:t>
                      </a:r>
                      <a:r>
                        <a:rPr kumimoji="0" lang="de-DE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</a:t>
                      </a:r>
                      <a:r>
                        <a:rPr kumimoji="0" lang="de-DE" sz="1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Role</a:t>
                      </a: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CSD: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2.5 – 15 </a:t>
                      </a:r>
                      <a:r>
                        <a:rPr kumimoji="0" lang="de-DE" sz="1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years</a:t>
                      </a:r>
                      <a:r>
                        <a:rPr kumimoji="0" lang="de-DE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de-DE" sz="1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since</a:t>
                      </a:r>
                      <a:r>
                        <a:rPr kumimoji="0" lang="de-DE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de-DE" sz="1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creation</a:t>
                      </a:r>
                      <a:r>
                        <a:rPr kumimoji="0" lang="de-DE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(</a:t>
                      </a:r>
                      <a:r>
                        <a:rPr kumimoji="0" lang="de-DE" sz="1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please</a:t>
                      </a:r>
                      <a:r>
                        <a:rPr kumimoji="0" lang="de-DE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de-DE" sz="1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adapt</a:t>
                      </a:r>
                      <a:r>
                        <a:rPr kumimoji="0" lang="de-DE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148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Template </a:t>
                      </a:r>
                      <a:r>
                        <a:rPr kumimoji="0" lang="de-DE" sz="1000" b="1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name</a:t>
                      </a:r>
                      <a:r>
                        <a:rPr kumimoji="0" lang="de-D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: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20221004_CARIAD_PPT_Master_V1.7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Date </a:t>
                      </a:r>
                      <a:r>
                        <a:rPr kumimoji="0" lang="de-DE" sz="1000" b="1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of</a:t>
                      </a:r>
                      <a:r>
                        <a:rPr kumimoji="0" lang="de-D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de-DE" sz="1000" b="1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creation</a:t>
                      </a:r>
                      <a:r>
                        <a:rPr kumimoji="0" lang="de-D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: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12.06.2024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Group 62">
            <a:extLst>
              <a:ext uri="{FF2B5EF4-FFF2-40B4-BE49-F238E27FC236}">
                <a16:creationId xmlns:a16="http://schemas.microsoft.com/office/drawing/2014/main" id="{705D498E-DF94-45EC-8AE9-9538F867241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95300743"/>
              </p:ext>
            </p:extLst>
          </p:nvPr>
        </p:nvGraphicFramePr>
        <p:xfrm>
          <a:off x="810158" y="3650724"/>
          <a:ext cx="10753522" cy="2447578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10200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591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766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444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Version</a:t>
                      </a:r>
                      <a:endParaRPr kumimoji="0" lang="de-DE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Datum</a:t>
                      </a:r>
                      <a:endParaRPr kumimoji="0" lang="de-DE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Editor</a:t>
                      </a:r>
                      <a:endParaRPr kumimoji="0" lang="de-DE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Änderung</a:t>
                      </a:r>
                      <a:endParaRPr kumimoji="0" lang="de-DE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64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01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endParaRPr kumimoji="0" lang="de-DE" sz="10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marL="121920" marR="121920" anchor="ctr" horzOverflow="overflow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4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4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4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itel 9">
            <a:extLst>
              <a:ext uri="{FF2B5EF4-FFF2-40B4-BE49-F238E27FC236}">
                <a16:creationId xmlns:a16="http://schemas.microsoft.com/office/drawing/2014/main" id="{C4DE11AF-448E-2189-18EE-0E10B9F19F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err="1"/>
              <a:t>Document</a:t>
            </a:r>
            <a:r>
              <a:rPr lang="de-DE"/>
              <a:t> </a:t>
            </a:r>
            <a:r>
              <a:rPr lang="de-DE" err="1"/>
              <a:t>information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6927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d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011145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95" imgH="394" progId="TCLayout.ActiveDocument.1">
                  <p:embed/>
                </p:oleObj>
              </mc:Choice>
              <mc:Fallback>
                <p:oleObj name="think-cell Folie" r:id="rId3" imgW="395" imgH="394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0" y="6234244"/>
            <a:ext cx="6088783" cy="6303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29" name="Textfeld 8"/>
          <p:cNvSpPr txBox="1"/>
          <p:nvPr userDrawn="1"/>
        </p:nvSpPr>
        <p:spPr>
          <a:xfrm>
            <a:off x="98137" y="6286983"/>
            <a:ext cx="5885881" cy="369332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noProof="0">
                <a:solidFill>
                  <a:schemeClr val="bg1"/>
                </a:solidFill>
                <a:latin typeface="+mn-lt"/>
                <a:sym typeface="FK CARIAD Light" pitchFamily="50" charset="0"/>
              </a:rPr>
              <a:t>We</a:t>
            </a:r>
            <a:r>
              <a:rPr lang="en-US" baseline="0" noProof="0">
                <a:solidFill>
                  <a:schemeClr val="bg1"/>
                </a:solidFill>
                <a:latin typeface="+mn-lt"/>
                <a:sym typeface="FK CARIAD Light" pitchFamily="50" charset="0"/>
              </a:rPr>
              <a:t> transform automotive mobility</a:t>
            </a:r>
            <a:endParaRPr lang="en-US" noProof="0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grpSp>
        <p:nvGrpSpPr>
          <p:cNvPr id="3" name="Gruppieren 2"/>
          <p:cNvGrpSpPr/>
          <p:nvPr userDrawn="1"/>
        </p:nvGrpSpPr>
        <p:grpSpPr>
          <a:xfrm>
            <a:off x="5037087" y="1194399"/>
            <a:ext cx="2898694" cy="3581292"/>
            <a:chOff x="5037087" y="963578"/>
            <a:chExt cx="2898694" cy="3581292"/>
          </a:xfrm>
        </p:grpSpPr>
        <p:sp>
          <p:nvSpPr>
            <p:cNvPr id="11" name="Rechteck 14"/>
            <p:cNvSpPr/>
            <p:nvPr userDrawn="1"/>
          </p:nvSpPr>
          <p:spPr>
            <a:xfrm rot="13500000">
              <a:off x="6333434" y="2942523"/>
              <a:ext cx="306000" cy="289869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endParaRPr lang="de-DE">
                <a:latin typeface="+mn-lt"/>
                <a:sym typeface="FK CARIAD Light" pitchFamily="50" charset="0"/>
              </a:endParaRPr>
            </a:p>
          </p:txBody>
        </p:sp>
        <p:sp>
          <p:nvSpPr>
            <p:cNvPr id="13" name="Rechteck 15"/>
            <p:cNvSpPr/>
            <p:nvPr userDrawn="1"/>
          </p:nvSpPr>
          <p:spPr>
            <a:xfrm rot="8100000">
              <a:off x="6357092" y="963578"/>
              <a:ext cx="306000" cy="299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endParaRPr lang="de-DE">
                <a:latin typeface="+mn-lt"/>
                <a:sym typeface="FK CARIAD Light" pitchFamily="50" charset="0"/>
              </a:endParaRPr>
            </a:p>
          </p:txBody>
        </p:sp>
      </p:grpSp>
      <p:graphicFrame>
        <p:nvGraphicFramePr>
          <p:cNvPr id="4" name="Group 62">
            <a:extLst>
              <a:ext uri="{FF2B5EF4-FFF2-40B4-BE49-F238E27FC236}">
                <a16:creationId xmlns:a16="http://schemas.microsoft.com/office/drawing/2014/main" id="{ABD6875D-C869-B4D9-BD6E-F3CA80142D3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416098887"/>
              </p:ext>
            </p:extLst>
          </p:nvPr>
        </p:nvGraphicFramePr>
        <p:xfrm>
          <a:off x="838201" y="1181367"/>
          <a:ext cx="10753522" cy="1854630"/>
        </p:xfrm>
        <a:graphic>
          <a:graphicData uri="http://schemas.openxmlformats.org/drawingml/2006/table">
            <a:tbl>
              <a:tblPr/>
              <a:tblGrid>
                <a:gridCol w="2304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23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2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63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65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Classification: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Internal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Status: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de-DE" sz="1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Approved</a:t>
                      </a: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94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Version: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de-DE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V2.0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Date </a:t>
                      </a:r>
                      <a:r>
                        <a:rPr kumimoji="0" lang="de-DE" sz="1000" b="1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of</a:t>
                      </a:r>
                      <a:r>
                        <a:rPr kumimoji="0" lang="de-D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de-DE" sz="1000" b="1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change</a:t>
                      </a:r>
                      <a:r>
                        <a:rPr kumimoji="0" lang="de-D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: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12.06.2024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901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1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Responsible</a:t>
                      </a:r>
                      <a:r>
                        <a:rPr kumimoji="0" lang="de-D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: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Ursula Musial (GQ-A)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Unterlagenklasse: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2.5 – 15 </a:t>
                      </a:r>
                      <a:r>
                        <a:rPr kumimoji="0" lang="de-DE" sz="1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years</a:t>
                      </a:r>
                      <a:r>
                        <a:rPr kumimoji="0" lang="de-DE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de-DE" sz="1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since</a:t>
                      </a:r>
                      <a:r>
                        <a:rPr kumimoji="0" lang="de-DE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de-DE" sz="1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creation</a:t>
                      </a: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50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Template </a:t>
                      </a:r>
                      <a:r>
                        <a:rPr kumimoji="0" lang="de-DE" sz="1000" b="1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name</a:t>
                      </a:r>
                      <a:r>
                        <a:rPr kumimoji="0" lang="de-D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: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20221004_CARIAD_PPT_Master_V1.7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Date </a:t>
                      </a:r>
                      <a:r>
                        <a:rPr kumimoji="0" lang="de-DE" sz="1000" b="1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of</a:t>
                      </a:r>
                      <a:r>
                        <a:rPr kumimoji="0" lang="de-D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de-DE" sz="1000" b="1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creation</a:t>
                      </a:r>
                      <a:r>
                        <a:rPr kumimoji="0" lang="de-D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: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12.06.2024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" name="Group 62">
            <a:extLst>
              <a:ext uri="{FF2B5EF4-FFF2-40B4-BE49-F238E27FC236}">
                <a16:creationId xmlns:a16="http://schemas.microsoft.com/office/drawing/2014/main" id="{489A38AF-AA1A-95C4-B792-0B53B3C6C9D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643443500"/>
              </p:ext>
            </p:extLst>
          </p:nvPr>
        </p:nvGraphicFramePr>
        <p:xfrm>
          <a:off x="838201" y="3564788"/>
          <a:ext cx="10753522" cy="2531376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10200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591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766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27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Version</a:t>
                      </a:r>
                      <a:endParaRPr kumimoji="0" lang="de-DE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Datum</a:t>
                      </a:r>
                      <a:endParaRPr kumimoji="0" lang="de-DE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Editor</a:t>
                      </a:r>
                      <a:endParaRPr kumimoji="0" lang="de-DE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Änderung</a:t>
                      </a:r>
                      <a:endParaRPr kumimoji="0" lang="de-DE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1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V1.7</a:t>
                      </a: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10.04.2022</a:t>
                      </a: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GC</a:t>
                      </a: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0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Initiale Erstellung</a:t>
                      </a: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1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V2.0</a:t>
                      </a: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12.06.2024</a:t>
                      </a: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Priscilla Heinze (GQ-A)</a:t>
                      </a: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000" b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Aktualisierung der Dokumenteninformation, Ergänzung der Template-Information </a:t>
                      </a:r>
                      <a:endParaRPr kumimoji="0" lang="de-DE" sz="10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marL="121920" marR="121920" anchor="ctr" horzOverflow="overflow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1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1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1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itel 9">
            <a:extLst>
              <a:ext uri="{FF2B5EF4-FFF2-40B4-BE49-F238E27FC236}">
                <a16:creationId xmlns:a16="http://schemas.microsoft.com/office/drawing/2014/main" id="{555BC817-C817-BC7B-7A33-B2D4F2B61C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Template </a:t>
            </a:r>
            <a:r>
              <a:rPr lang="de-DE" err="1"/>
              <a:t>information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2171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Nur Titel | weiß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4302107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1278839361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42F36CF-B765-BD4E-A2A9-746B2A67B6FE}" type="datetime1">
              <a:rPr lang="en-US" smtClean="0"/>
              <a:t>9/23/25</a:t>
            </a:fld>
            <a:endParaRPr lang="de-DE"/>
          </a:p>
        </p:txBody>
      </p:sp>
      <p:sp>
        <p:nvSpPr>
          <p:cNvPr id="1120339283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35114826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949F9DF-37BD-4CD6-BF49-65BA579E1D7A}" type="slidenum">
              <a:rPr lang="de-DE"/>
              <a:t>‹#›</a:t>
            </a:fld>
            <a:endParaRPr lang="de-DE"/>
          </a:p>
        </p:txBody>
      </p:sp>
      <p:sp>
        <p:nvSpPr>
          <p:cNvPr id="1498413920" name="Textplatzhalter 9"/>
          <p:cNvSpPr>
            <a:spLocks noGrp="1"/>
          </p:cNvSpPr>
          <p:nvPr>
            <p:ph type="body" sz="quarter" idx="37"/>
          </p:nvPr>
        </p:nvSpPr>
        <p:spPr bwMode="auto"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4504163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DB7F9-12D6-4465-0A57-A622B2CA35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D58FF1-4656-E67B-061F-38670E793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AA48C-BAFA-8421-2BFB-D40A0FF76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03.06.2025 | Nuremberg | Morris Darren Babu | Master Thesis</a:t>
            </a:r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E3E116-4470-7C63-32E9-D68EFDABA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D30FFD-5892-7AD6-1ECC-E6DE963B3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1CD9-6F6A-431E-B9D9-2DF11CE0CBF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177003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91A08-F7B6-0F92-1C4B-D56AEFC7CB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BADE59-734C-7EC3-1FDF-880BCD07BE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624DD-D642-74C7-E386-E62068E28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03.06.2025 | Nuremberg | Morris Darren Babu | Master Thesis</a:t>
            </a:r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8B6E77-DD31-4E45-404F-00414B26B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DDC7E0-0623-1237-203E-9A983594E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1CD9-6F6A-431E-B9D9-2DF11CE0CBF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0182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ags" Target="../tags/tag2.xml"/><Relationship Id="rId50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ags" Target="../tags/tag3.xml"/><Relationship Id="rId8" Type="http://schemas.openxmlformats.org/officeDocument/2006/relationships/slideLayout" Target="../slideLayouts/slideLayout8.xml"/><Relationship Id="rId51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6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46.bin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7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47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47"/>
            </p:custDataLst>
            <p:extLst>
              <p:ext uri="{D42A27DB-BD31-4B8C-83A1-F6EECF244321}">
                <p14:modId xmlns:p14="http://schemas.microsoft.com/office/powerpoint/2010/main" val="4789135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9" imgW="395" imgH="394" progId="TCLayout.ActiveDocument.1">
                  <p:embed/>
                </p:oleObj>
              </mc:Choice>
              <mc:Fallback>
                <p:oleObj name="think-cell Folie" r:id="rId49" imgW="395" imgH="39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/>
          <p:cNvSpPr/>
          <p:nvPr userDrawn="1">
            <p:custDataLst>
              <p:tags r:id="rId48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800" b="0" i="0" baseline="0" noProof="0" err="1">
              <a:latin typeface="FK CARIAD Light" pitchFamily="50" charset="0"/>
              <a:ea typeface="+mj-ea"/>
              <a:cs typeface="+mj-cs"/>
              <a:sym typeface="FK CARIAD Light" pitchFamily="50" charset="0"/>
            </a:endParaRPr>
          </a:p>
        </p:txBody>
      </p:sp>
      <p:sp>
        <p:nvSpPr>
          <p:cNvPr id="11" name="Titelplatzhalter 10"/>
          <p:cNvSpPr>
            <a:spLocks noGrp="1"/>
          </p:cNvSpPr>
          <p:nvPr>
            <p:ph type="title"/>
          </p:nvPr>
        </p:nvSpPr>
        <p:spPr>
          <a:xfrm>
            <a:off x="336000" y="487363"/>
            <a:ext cx="11520000" cy="45561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de-DE" noProof="0"/>
              <a:t>Titelmasterformat durch Klicken bearbeiten</a:t>
            </a:r>
          </a:p>
        </p:txBody>
      </p:sp>
      <p:sp>
        <p:nvSpPr>
          <p:cNvPr id="12" name="Textplatzhalter 11"/>
          <p:cNvSpPr>
            <a:spLocks noGrp="1"/>
          </p:cNvSpPr>
          <p:nvPr>
            <p:ph type="body" idx="1"/>
          </p:nvPr>
        </p:nvSpPr>
        <p:spPr>
          <a:xfrm>
            <a:off x="336000" y="1212784"/>
            <a:ext cx="11520000" cy="4892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noProof="0"/>
              <a:t>Formatvorlagen des Textmasters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E8F6F8-49B1-5047-BA9A-19AC9B45E97F}"/>
              </a:ext>
            </a:extLst>
          </p:cNvPr>
          <p:cNvSpPr/>
          <p:nvPr userDrawn="1"/>
        </p:nvSpPr>
        <p:spPr>
          <a:xfrm>
            <a:off x="6088782" y="6234244"/>
            <a:ext cx="6103217" cy="624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DE">
                <a:latin typeface="+mn-lt"/>
                <a:sym typeface="FK CARIAD Light" pitchFamily="50" charset="0"/>
              </a:rPr>
              <a:t>   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 rotWithShape="1">
          <a:blip r:embed="rId5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75" b="8624"/>
          <a:stretch/>
        </p:blipFill>
        <p:spPr>
          <a:xfrm>
            <a:off x="9877425" y="6181237"/>
            <a:ext cx="2308226" cy="664063"/>
          </a:xfrm>
          <a:prstGeom prst="rect">
            <a:avLst/>
          </a:prstGeom>
        </p:spPr>
      </p:pic>
      <p:sp>
        <p:nvSpPr>
          <p:cNvPr id="2" name="TextBox 1"/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72580"/>
            <a:ext cx="531813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368703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61" r:id="rId2"/>
    <p:sldLayoutId id="2147483680" r:id="rId3"/>
    <p:sldLayoutId id="2147483673" r:id="rId4"/>
    <p:sldLayoutId id="2147483676" r:id="rId5"/>
    <p:sldLayoutId id="2147483674" r:id="rId6"/>
    <p:sldLayoutId id="2147483729" r:id="rId7"/>
    <p:sldLayoutId id="2147483684" r:id="rId8"/>
    <p:sldLayoutId id="2147483730" r:id="rId9"/>
    <p:sldLayoutId id="2147483691" r:id="rId10"/>
    <p:sldLayoutId id="2147483687" r:id="rId11"/>
    <p:sldLayoutId id="2147483690" r:id="rId12"/>
    <p:sldLayoutId id="2147483701" r:id="rId13"/>
    <p:sldLayoutId id="2147483662" r:id="rId14"/>
    <p:sldLayoutId id="2147483702" r:id="rId15"/>
    <p:sldLayoutId id="2147483703" r:id="rId16"/>
    <p:sldLayoutId id="2147483664" r:id="rId17"/>
    <p:sldLayoutId id="2147483704" r:id="rId18"/>
    <p:sldLayoutId id="2147483706" r:id="rId19"/>
    <p:sldLayoutId id="2147483705" r:id="rId20"/>
    <p:sldLayoutId id="2147483707" r:id="rId21"/>
    <p:sldLayoutId id="2147483708" r:id="rId22"/>
    <p:sldLayoutId id="2147483669" r:id="rId23"/>
    <p:sldLayoutId id="2147483709" r:id="rId24"/>
    <p:sldLayoutId id="2147483711" r:id="rId25"/>
    <p:sldLayoutId id="2147483710" r:id="rId26"/>
    <p:sldLayoutId id="2147483712" r:id="rId27"/>
    <p:sldLayoutId id="2147483717" r:id="rId28"/>
    <p:sldLayoutId id="2147483666" r:id="rId29"/>
    <p:sldLayoutId id="2147483718" r:id="rId30"/>
    <p:sldLayoutId id="2147483719" r:id="rId31"/>
    <p:sldLayoutId id="2147483667" r:id="rId32"/>
    <p:sldLayoutId id="2147483720" r:id="rId33"/>
    <p:sldLayoutId id="2147483693" r:id="rId34"/>
    <p:sldLayoutId id="2147483695" r:id="rId35"/>
    <p:sldLayoutId id="2147483696" r:id="rId36"/>
    <p:sldLayoutId id="2147483697" r:id="rId37"/>
    <p:sldLayoutId id="2147483698" r:id="rId38"/>
    <p:sldLayoutId id="2147483694" r:id="rId39"/>
    <p:sldLayoutId id="2147483731" r:id="rId40"/>
    <p:sldLayoutId id="2147483732" r:id="rId41"/>
    <p:sldLayoutId id="2147483733" r:id="rId42"/>
    <p:sldLayoutId id="2147483738" r:id="rId43"/>
    <p:sldLayoutId id="2147483737" r:id="rId44"/>
    <p:sldLayoutId id="2147483741" r:id="rId4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3600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None/>
        <a:defRPr sz="3600" kern="1200">
          <a:solidFill>
            <a:schemeClr val="tx1"/>
          </a:solidFill>
          <a:latin typeface="+mj-lt"/>
          <a:ea typeface="+mj-ea"/>
          <a:cs typeface="+mj-cs"/>
          <a:sym typeface="FK CARIAD Light" pitchFamily="50" charset="0"/>
        </a:defRPr>
      </a:lvl1pPr>
    </p:titleStyle>
    <p:bodyStyle>
      <a:lvl1pPr marL="228600" indent="-228600" algn="l" defTabSz="360363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2800" kern="1200">
          <a:solidFill>
            <a:schemeClr val="tx1"/>
          </a:solidFill>
          <a:latin typeface="+mn-lt"/>
          <a:ea typeface="+mn-ea"/>
          <a:cs typeface="+mn-cs"/>
          <a:sym typeface="FK CARIAD Light" pitchFamily="50" charset="0"/>
        </a:defRPr>
      </a:lvl1pPr>
      <a:lvl2pPr marL="685800" indent="-228600" algn="l" defTabSz="360363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2800" kern="1200">
          <a:solidFill>
            <a:schemeClr val="tx1"/>
          </a:solidFill>
          <a:latin typeface="+mn-lt"/>
          <a:ea typeface="+mn-ea"/>
          <a:cs typeface="+mn-cs"/>
          <a:sym typeface="FK CARIAD Light" pitchFamily="50" charset="0"/>
        </a:defRPr>
      </a:lvl2pPr>
      <a:lvl3pPr marL="1143000" indent="-228600" algn="l" defTabSz="360363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2800" kern="1200">
          <a:solidFill>
            <a:schemeClr val="tx1"/>
          </a:solidFill>
          <a:latin typeface="+mn-lt"/>
          <a:ea typeface="+mn-ea"/>
          <a:cs typeface="+mn-cs"/>
          <a:sym typeface="FK CARIAD Light" pitchFamily="50" charset="0"/>
        </a:defRPr>
      </a:lvl3pPr>
      <a:lvl4pPr marL="1600200" indent="-228600" algn="l" defTabSz="360363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2800" kern="1200">
          <a:solidFill>
            <a:schemeClr val="tx1"/>
          </a:solidFill>
          <a:latin typeface="+mn-lt"/>
          <a:ea typeface="+mn-ea"/>
          <a:cs typeface="+mn-cs"/>
          <a:sym typeface="FK CARIAD Light" pitchFamily="50" charset="0"/>
        </a:defRPr>
      </a:lvl4pPr>
      <a:lvl5pPr marL="2057400" indent="-228600" algn="l" defTabSz="360363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2800" kern="1200">
          <a:solidFill>
            <a:schemeClr val="tx1"/>
          </a:solidFill>
          <a:latin typeface="+mn-lt"/>
          <a:ea typeface="+mn-ea"/>
          <a:cs typeface="+mn-cs"/>
          <a:sym typeface="FK CARIAD Light" pitchFamily="50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866">
          <p15:clr>
            <a:srgbClr val="F26B43"/>
          </p15:clr>
        </p15:guide>
        <p15:guide id="6" orient="horz" pos="78">
          <p15:clr>
            <a:srgbClr val="F26B43"/>
          </p15:clr>
        </p15:guide>
        <p15:guide id="7" pos="2026">
          <p15:clr>
            <a:srgbClr val="F26B43"/>
          </p15:clr>
        </p15:guide>
        <p15:guide id="8" pos="5654">
          <p15:clr>
            <a:srgbClr val="F26B43"/>
          </p15:clr>
        </p15:guide>
        <p15:guide id="9" orient="horz" pos="2435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5CB952D1-BA6E-0366-A354-2B4790A0081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1965709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53" imgH="353" progId="TCLayout.ActiveDocument.1">
                  <p:embed/>
                </p:oleObj>
              </mc:Choice>
              <mc:Fallback>
                <p:oleObj name="think-cell Folie" r:id="rId4" imgW="353" imgH="35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CB952D1-BA6E-0366-A354-2B4790A008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CA01292-1FDC-B289-80D0-A50C554B4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28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err="1"/>
              <a:t>Document</a:t>
            </a:r>
            <a:r>
              <a:rPr lang="de-DE"/>
              <a:t> </a:t>
            </a:r>
            <a:r>
              <a:rPr lang="de-DE" err="1"/>
              <a:t>information</a:t>
            </a: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CDC0712-5079-BF96-5BD4-6234C319A6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03.06.2025 | Nuremberg | Morris Darren Babu | Master Thesis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0338961-B097-50F8-F3D5-1F9669C0E9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INTERNAL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50A949E-DB94-2D8D-81EC-FD8298805C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F11CD9-6F6A-431E-B9D9-2DF11CE0CBF4}" type="slidenum">
              <a:rPr lang="de-DE" smtClean="0"/>
              <a:t>‹#›</a:t>
            </a:fld>
            <a:endParaRPr lang="de-DE"/>
          </a:p>
        </p:txBody>
      </p:sp>
      <p:graphicFrame>
        <p:nvGraphicFramePr>
          <p:cNvPr id="8" name="Group 62">
            <a:extLst>
              <a:ext uri="{FF2B5EF4-FFF2-40B4-BE49-F238E27FC236}">
                <a16:creationId xmlns:a16="http://schemas.microsoft.com/office/drawing/2014/main" id="{9E1227BC-DA9C-E733-E319-29F3F781002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822108425"/>
              </p:ext>
            </p:extLst>
          </p:nvPr>
        </p:nvGraphicFramePr>
        <p:xfrm>
          <a:off x="838200" y="1350105"/>
          <a:ext cx="10753522" cy="1529664"/>
        </p:xfrm>
        <a:graphic>
          <a:graphicData uri="http://schemas.openxmlformats.org/drawingml/2006/table">
            <a:tbl>
              <a:tblPr/>
              <a:tblGrid>
                <a:gridCol w="2304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23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2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63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241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Classification: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Internal / </a:t>
                      </a:r>
                      <a:r>
                        <a:rPr kumimoji="0" lang="de-DE" sz="1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Confidential</a:t>
                      </a:r>
                      <a:r>
                        <a:rPr kumimoji="0" lang="de-DE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/ Secret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Status: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de-DE" sz="1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Draft</a:t>
                      </a:r>
                      <a:r>
                        <a:rPr kumimoji="0" lang="de-DE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/ in </a:t>
                      </a:r>
                      <a:r>
                        <a:rPr kumimoji="0" lang="de-DE" sz="1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progress</a:t>
                      </a:r>
                      <a:r>
                        <a:rPr kumimoji="0" lang="de-DE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/ </a:t>
                      </a:r>
                      <a:r>
                        <a:rPr kumimoji="0" lang="de-DE" sz="1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approved</a:t>
                      </a: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41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Version: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de-DE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V2.0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Date </a:t>
                      </a:r>
                      <a:r>
                        <a:rPr kumimoji="0" lang="de-DE" sz="1000" b="1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of</a:t>
                      </a:r>
                      <a:r>
                        <a:rPr kumimoji="0" lang="de-D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de-DE" sz="1000" b="1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change</a:t>
                      </a:r>
                      <a:r>
                        <a:rPr kumimoji="0" lang="de-D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: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DD.MM.YYYY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241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1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Responsible</a:t>
                      </a:r>
                      <a:r>
                        <a:rPr kumimoji="0" lang="de-D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: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Name, </a:t>
                      </a:r>
                      <a:r>
                        <a:rPr kumimoji="0" lang="de-DE" sz="1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Surname</a:t>
                      </a:r>
                      <a:r>
                        <a:rPr kumimoji="0" lang="de-DE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(OU) / [</a:t>
                      </a:r>
                      <a:r>
                        <a:rPr kumimoji="0" lang="de-DE" sz="1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opt</a:t>
                      </a:r>
                      <a:r>
                        <a:rPr kumimoji="0" lang="de-DE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</a:t>
                      </a:r>
                      <a:r>
                        <a:rPr kumimoji="0" lang="de-DE" sz="1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Role</a:t>
                      </a: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CSD: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2.5 – 15 </a:t>
                      </a:r>
                      <a:r>
                        <a:rPr kumimoji="0" lang="de-DE" sz="1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years</a:t>
                      </a:r>
                      <a:r>
                        <a:rPr kumimoji="0" lang="de-DE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de-DE" sz="1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since</a:t>
                      </a:r>
                      <a:r>
                        <a:rPr kumimoji="0" lang="de-DE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de-DE" sz="1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creation</a:t>
                      </a:r>
                      <a:r>
                        <a:rPr kumimoji="0" lang="de-DE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(</a:t>
                      </a:r>
                      <a:r>
                        <a:rPr kumimoji="0" lang="de-DE" sz="1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please</a:t>
                      </a:r>
                      <a:r>
                        <a:rPr kumimoji="0" lang="de-DE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de-DE" sz="1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adapt</a:t>
                      </a:r>
                      <a:r>
                        <a:rPr kumimoji="0" lang="de-DE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241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Template </a:t>
                      </a:r>
                      <a:r>
                        <a:rPr kumimoji="0" lang="de-DE" sz="1000" b="1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name</a:t>
                      </a:r>
                      <a:r>
                        <a:rPr kumimoji="0" lang="de-D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: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20221004_CARIAD_PPT_Master_V1.7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Date </a:t>
                      </a:r>
                      <a:r>
                        <a:rPr kumimoji="0" lang="de-DE" sz="1000" b="1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of</a:t>
                      </a:r>
                      <a:r>
                        <a:rPr kumimoji="0" lang="de-D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de-DE" sz="1000" b="1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creation</a:t>
                      </a:r>
                      <a:r>
                        <a:rPr kumimoji="0" lang="de-D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: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12.06.2024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Group 62">
            <a:extLst>
              <a:ext uri="{FF2B5EF4-FFF2-40B4-BE49-F238E27FC236}">
                <a16:creationId xmlns:a16="http://schemas.microsoft.com/office/drawing/2014/main" id="{EF892A38-1BB7-5231-589F-72D6D79A514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06654596"/>
              </p:ext>
            </p:extLst>
          </p:nvPr>
        </p:nvGraphicFramePr>
        <p:xfrm>
          <a:off x="838201" y="3409091"/>
          <a:ext cx="10753522" cy="2141825"/>
        </p:xfrm>
        <a:graphic>
          <a:graphicData uri="http://schemas.openxmlformats.org/drawingml/2006/table">
            <a:tbl>
              <a:tblPr/>
              <a:tblGrid>
                <a:gridCol w="10200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591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766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142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Version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Datum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Editor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Änderung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59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66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endParaRPr kumimoji="0" lang="de-DE" sz="10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96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96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96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758CBB5-2FAD-A4BD-203D-7B6EF4B4039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72580"/>
            <a:ext cx="531813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240632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5CB952D1-BA6E-0366-A354-2B4790A0081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40139377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53" imgH="353" progId="TCLayout.ActiveDocument.1">
                  <p:embed/>
                </p:oleObj>
              </mc:Choice>
              <mc:Fallback>
                <p:oleObj name="think-cell Folie" r:id="rId4" imgW="353" imgH="35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CB952D1-BA6E-0366-A354-2B4790A008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CA01292-1FDC-B289-80D0-A50C554B4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28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Template </a:t>
            </a:r>
            <a:r>
              <a:rPr lang="de-DE" err="1"/>
              <a:t>information</a:t>
            </a: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CDC0712-5079-BF96-5BD4-6234C319A6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03.06.2025 | Nuremberg | Morris Darren Babu | Master Thesis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0338961-B097-50F8-F3D5-1F9669C0E9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INTERNAL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50A949E-DB94-2D8D-81EC-FD8298805C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F11CD9-6F6A-431E-B9D9-2DF11CE0CBF4}" type="slidenum">
              <a:rPr lang="de-DE" smtClean="0"/>
              <a:t>‹#›</a:t>
            </a:fld>
            <a:endParaRPr lang="de-DE"/>
          </a:p>
        </p:txBody>
      </p:sp>
      <p:graphicFrame>
        <p:nvGraphicFramePr>
          <p:cNvPr id="8" name="Group 62">
            <a:extLst>
              <a:ext uri="{FF2B5EF4-FFF2-40B4-BE49-F238E27FC236}">
                <a16:creationId xmlns:a16="http://schemas.microsoft.com/office/drawing/2014/main" id="{9E1227BC-DA9C-E733-E319-29F3F781002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887885053"/>
              </p:ext>
            </p:extLst>
          </p:nvPr>
        </p:nvGraphicFramePr>
        <p:xfrm>
          <a:off x="838200" y="1350105"/>
          <a:ext cx="10753522" cy="1529664"/>
        </p:xfrm>
        <a:graphic>
          <a:graphicData uri="http://schemas.openxmlformats.org/drawingml/2006/table">
            <a:tbl>
              <a:tblPr/>
              <a:tblGrid>
                <a:gridCol w="2304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23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2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63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241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Classification: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Internal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Status: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de-DE" sz="1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Approved</a:t>
                      </a: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41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Version: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de-DE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V2.0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Date </a:t>
                      </a:r>
                      <a:r>
                        <a:rPr kumimoji="0" lang="de-DE" sz="1000" b="1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of</a:t>
                      </a:r>
                      <a:r>
                        <a:rPr kumimoji="0" lang="de-D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de-DE" sz="1000" b="1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change</a:t>
                      </a:r>
                      <a:r>
                        <a:rPr kumimoji="0" lang="de-D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: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12.06.2024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241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1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Responsible</a:t>
                      </a:r>
                      <a:r>
                        <a:rPr kumimoji="0" lang="de-D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: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Ursula Musial (GQ-A)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Unterlagenklasse: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2.5 – 15 </a:t>
                      </a:r>
                      <a:r>
                        <a:rPr kumimoji="0" lang="de-DE" sz="1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years</a:t>
                      </a:r>
                      <a:r>
                        <a:rPr kumimoji="0" lang="de-DE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de-DE" sz="1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since</a:t>
                      </a:r>
                      <a:r>
                        <a:rPr kumimoji="0" lang="de-DE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de-DE" sz="1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creation</a:t>
                      </a: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241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Template </a:t>
                      </a:r>
                      <a:r>
                        <a:rPr kumimoji="0" lang="de-DE" sz="1000" b="1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name</a:t>
                      </a:r>
                      <a:r>
                        <a:rPr kumimoji="0" lang="de-D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: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20221004_CARIAD_PPT_Master_V1.7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Date </a:t>
                      </a:r>
                      <a:r>
                        <a:rPr kumimoji="0" lang="de-DE" sz="1000" b="1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of</a:t>
                      </a:r>
                      <a:r>
                        <a:rPr kumimoji="0" lang="de-D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de-DE" sz="1000" b="1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creation</a:t>
                      </a:r>
                      <a:r>
                        <a:rPr kumimoji="0" lang="de-D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: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12.06.2024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Group 62">
            <a:extLst>
              <a:ext uri="{FF2B5EF4-FFF2-40B4-BE49-F238E27FC236}">
                <a16:creationId xmlns:a16="http://schemas.microsoft.com/office/drawing/2014/main" id="{EF892A38-1BB7-5231-589F-72D6D79A514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873218654"/>
              </p:ext>
            </p:extLst>
          </p:nvPr>
        </p:nvGraphicFramePr>
        <p:xfrm>
          <a:off x="838201" y="3409091"/>
          <a:ext cx="10753522" cy="2456251"/>
        </p:xfrm>
        <a:graphic>
          <a:graphicData uri="http://schemas.openxmlformats.org/drawingml/2006/table">
            <a:tbl>
              <a:tblPr/>
              <a:tblGrid>
                <a:gridCol w="10200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591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766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142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Version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Datum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Editor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Änderung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96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V1.7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10.04.2022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GC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0" lang="de-DE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Initiale Erstellung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96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V2.0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12.06.2024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de-DE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Priscilla Heinze (GQ-A)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0" lang="de-DE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Aktualisierung der Dokumenteninformation, Ergänzung der Template-Information 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96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96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96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de-DE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54CABD8-EF7A-3E8A-C392-4F9F52BC7AF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72580"/>
            <a:ext cx="531813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45661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2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8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3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9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4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9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hyperlink" Target="https://volkswagengroup-my.sharepoint.com/:f:/r/personal/morris_darren_babu_cariad_technology/Documents/Dokumente/repositories?csf=1&amp;web=1&amp;e=GMzlAZ" TargetMode="External"/><Relationship Id="rId7" Type="http://schemas.openxmlformats.org/officeDocument/2006/relationships/diagramColors" Target="../diagrams/colors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buildah.io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5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9.bin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6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9.bin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7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9.bin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s://volkswagengroup-my.sharepoint.com/:f:/r/personal/morris_darren_babu_cariad_technology/Documents/Dokumente/Literature%20Review?csf=1&amp;web=1&amp;e=D2mWw9" TargetMode="External"/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8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9.bin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9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42.xml"/><Relationship Id="rId1" Type="http://schemas.openxmlformats.org/officeDocument/2006/relationships/tags" Target="../tags/tag69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50.bin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40.png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95" imgH="394" progId="TCLayout.ActiveDocument.1">
                  <p:embed/>
                </p:oleObj>
              </mc:Choice>
              <mc:Fallback>
                <p:oleObj name="think-cell Folie" r:id="rId4" imgW="395" imgH="394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de-DE">
                <a:sym typeface="FK CARIAD Light" pitchFamily="50" charset="0"/>
              </a:rPr>
              <a:t>CARIAD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334963" y="1652204"/>
            <a:ext cx="11520000" cy="538782"/>
          </a:xfrm>
        </p:spPr>
        <p:txBody>
          <a:bodyPr>
            <a:noAutofit/>
          </a:bodyPr>
          <a:lstStyle/>
          <a:p>
            <a:r>
              <a:rPr lang="en-US" b="1" noProof="0">
                <a:latin typeface="+mj-lt"/>
              </a:rPr>
              <a:t>Master Thesis: AI Usage in CI/CD/CT Pipelines for Compute Platforms in Automotives</a:t>
            </a:r>
            <a:endParaRPr lang="de-DE" b="1">
              <a:latin typeface="+mj-lt"/>
              <a:sym typeface="FK CARIAD Light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3348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2F0B0-9315-A283-9C4F-6F94EB0DB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C3FA28-3984-5FDE-FB13-921C4D404E1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03.06.2025 | Nuremberg | Morris Darren Babu | Master Thesis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2DACB9-A91A-7304-5AA2-77FED5B110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INTERNAL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45F8E6-589B-5921-25DB-7A5246051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A672BC3-475D-4374-8EEC-4CFA9934D311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DA6023-4524-0D75-6DDB-3F1B6C20337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 dirty="0"/>
          </a:p>
          <a:p>
            <a:r>
              <a:rPr lang="de-DE" dirty="0"/>
              <a:t>// </a:t>
            </a:r>
            <a:r>
              <a:rPr lang="de-DE" dirty="0" err="1"/>
              <a:t>Introduction</a:t>
            </a:r>
            <a:endParaRPr lang="en-US" dirty="0"/>
          </a:p>
          <a:p>
            <a:r>
              <a:rPr lang="en-US" dirty="0"/>
              <a:t>// Method</a:t>
            </a:r>
            <a:endParaRPr lang="de-DE" dirty="0"/>
          </a:p>
          <a:p>
            <a:r>
              <a:rPr lang="de-DE" dirty="0"/>
              <a:t>// </a:t>
            </a:r>
            <a:r>
              <a:rPr lang="de-DE" dirty="0" err="1"/>
              <a:t>Result</a:t>
            </a:r>
            <a:endParaRPr lang="de-DE" dirty="0"/>
          </a:p>
          <a:p>
            <a:r>
              <a:rPr lang="en-US" dirty="0"/>
              <a:t>/7 Status</a:t>
            </a:r>
          </a:p>
          <a:p>
            <a:r>
              <a:rPr lang="de-DE" dirty="0"/>
              <a:t>// Next </a:t>
            </a:r>
            <a:r>
              <a:rPr lang="de-DE" dirty="0" err="1"/>
              <a:t>Steps</a:t>
            </a:r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2" descr="Master thesis cover image: AI-driven CI/CD/CT pipelines for automotive compute platforms">
            <a:extLst>
              <a:ext uri="{FF2B5EF4-FFF2-40B4-BE49-F238E27FC236}">
                <a16:creationId xmlns:a16="http://schemas.microsoft.com/office/drawing/2014/main" id="{6D54E0E0-8820-98EB-E18B-BDA76ABFF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4134" y="1483669"/>
            <a:ext cx="7571591" cy="4078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8614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95" imgH="394" progId="TCLayout.ActiveDocument.1">
                  <p:embed/>
                </p:oleObj>
              </mc:Choice>
              <mc:Fallback>
                <p:oleObj name="think-cell Folie" r:id="rId4" imgW="395" imgH="39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Bildplatzhalter 9"/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03.06.2025 | Nuremberg | Morris Darren Babu | Master Thesis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INTERNAL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A672BC3-475D-4374-8EEC-4CFA9934D311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1" name="Untertitel 10"/>
          <p:cNvSpPr>
            <a:spLocks noGrp="1"/>
          </p:cNvSpPr>
          <p:nvPr>
            <p:ph type="subTitle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err="1"/>
              <a:t>Introduction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1752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6F369C6-93B0-F4CB-CCDF-47044D767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000" y="490220"/>
            <a:ext cx="11520000" cy="717250"/>
          </a:xfrm>
        </p:spPr>
        <p:txBody>
          <a:bodyPr anchor="ctr">
            <a:normAutofit/>
          </a:bodyPr>
          <a:lstStyle/>
          <a:p>
            <a:r>
              <a:rPr lang="de-DE"/>
              <a:t>Introduction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310D12-CBC7-4DDF-D3BD-2DC6C61D54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8833" y="6321325"/>
            <a:ext cx="5417799" cy="20880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de-DE" sz="800"/>
              <a:t>08.05.2025 | Nuremberg | Morris Darren Babu | Master Thesis</a:t>
            </a:r>
            <a:endParaRPr lang="en-US" sz="8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E7ACE0-8722-C4DF-1B5F-A02BA6A750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7799" cy="20880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800"/>
              <a:t>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7564CC-8CCC-4A71-D219-96121C7D5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</p:spPr>
        <p:txBody>
          <a:bodyPr anchor="ctr">
            <a:normAutofit/>
          </a:bodyPr>
          <a:lstStyle/>
          <a:p>
            <a:fld id="{1A672BC3-475D-4374-8EEC-4CFA9934D311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01B778C-B046-FB49-14C1-C0BE1A72E41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4963" y="1207470"/>
            <a:ext cx="5664993" cy="4631355"/>
          </a:xfrm>
        </p:spPr>
        <p:txBody>
          <a:bodyPr>
            <a:normAutofit/>
          </a:bodyPr>
          <a:lstStyle/>
          <a:p>
            <a:r>
              <a:rPr lang="en-US" dirty="0"/>
              <a:t>• </a:t>
            </a:r>
            <a:r>
              <a:rPr lang="de-DE" dirty="0" err="1"/>
              <a:t>Rapidly</a:t>
            </a:r>
            <a:r>
              <a:rPr lang="de-DE" dirty="0"/>
              <a:t> </a:t>
            </a:r>
            <a:r>
              <a:rPr lang="de-DE" dirty="0" err="1"/>
              <a:t>growing</a:t>
            </a:r>
            <a:r>
              <a:rPr lang="de-DE" dirty="0"/>
              <a:t> </a:t>
            </a:r>
            <a:r>
              <a:rPr lang="de-DE" dirty="0" err="1"/>
              <a:t>software</a:t>
            </a:r>
            <a:r>
              <a:rPr lang="de-DE" dirty="0"/>
              <a:t> </a:t>
            </a:r>
            <a:r>
              <a:rPr lang="de-DE" dirty="0" err="1"/>
              <a:t>complexity</a:t>
            </a:r>
            <a:r>
              <a:rPr lang="de-DE" dirty="0"/>
              <a:t> &amp; </a:t>
            </a:r>
            <a:r>
              <a:rPr lang="de-DE" dirty="0" err="1"/>
              <a:t>shorter</a:t>
            </a:r>
            <a:r>
              <a:rPr lang="de-DE" dirty="0"/>
              <a:t> release </a:t>
            </a:r>
            <a:r>
              <a:rPr lang="de-DE" dirty="0" err="1"/>
              <a:t>cycles</a:t>
            </a:r>
            <a:r>
              <a:rPr lang="de-DE" dirty="0"/>
              <a:t>  </a:t>
            </a:r>
          </a:p>
          <a:p>
            <a:r>
              <a:rPr lang="en-US" dirty="0"/>
              <a:t>• </a:t>
            </a:r>
            <a:r>
              <a:rPr lang="de-DE" dirty="0"/>
              <a:t>Automotive ECUs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safety-critical</a:t>
            </a:r>
            <a:r>
              <a:rPr lang="de-DE" dirty="0"/>
              <a:t>, </a:t>
            </a:r>
            <a:r>
              <a:rPr lang="de-DE" dirty="0" err="1"/>
              <a:t>hence</a:t>
            </a:r>
            <a:r>
              <a:rPr lang="de-DE" dirty="0"/>
              <a:t> </a:t>
            </a:r>
            <a:r>
              <a:rPr lang="de-DE" dirty="0" err="1"/>
              <a:t>zero</a:t>
            </a:r>
            <a:r>
              <a:rPr lang="de-DE" dirty="0"/>
              <a:t> </a:t>
            </a:r>
            <a:r>
              <a:rPr lang="de-DE" dirty="0" err="1"/>
              <a:t>tolerance</a:t>
            </a:r>
            <a:endParaRPr lang="de-DE" dirty="0"/>
          </a:p>
          <a:p>
            <a:r>
              <a:rPr lang="en-US" dirty="0"/>
              <a:t>• </a:t>
            </a:r>
            <a:r>
              <a:rPr lang="de-DE" dirty="0"/>
              <a:t>Traditional </a:t>
            </a:r>
            <a:r>
              <a:rPr lang="de-DE" dirty="0" err="1"/>
              <a:t>security</a:t>
            </a:r>
            <a:r>
              <a:rPr lang="de-DE" dirty="0"/>
              <a:t> </a:t>
            </a:r>
            <a:r>
              <a:rPr lang="de-DE" dirty="0" err="1"/>
              <a:t>tests</a:t>
            </a:r>
            <a:r>
              <a:rPr lang="de-DE" dirty="0"/>
              <a:t> </a:t>
            </a:r>
            <a:r>
              <a:rPr lang="de-DE" dirty="0" err="1"/>
              <a:t>cannot</a:t>
            </a:r>
            <a:r>
              <a:rPr lang="de-DE" dirty="0"/>
              <a:t> </a:t>
            </a:r>
            <a:r>
              <a:rPr lang="de-DE" dirty="0" err="1"/>
              <a:t>keep</a:t>
            </a:r>
            <a:r>
              <a:rPr lang="de-DE" dirty="0"/>
              <a:t> </a:t>
            </a:r>
            <a:r>
              <a:rPr lang="de-DE" dirty="0" err="1"/>
              <a:t>pace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CI/CD </a:t>
            </a:r>
            <a:r>
              <a:rPr lang="de-DE" dirty="0" err="1"/>
              <a:t>demand</a:t>
            </a:r>
            <a:endParaRPr lang="de-DE" dirty="0"/>
          </a:p>
        </p:txBody>
      </p:sp>
      <p:pic>
        <p:nvPicPr>
          <p:cNvPr id="12" name="Picture 2" descr="Automotive ECU cybersecurity challenges in modern CI/CD environments">
            <a:extLst>
              <a:ext uri="{FF2B5EF4-FFF2-40B4-BE49-F238E27FC236}">
                <a16:creationId xmlns:a16="http://schemas.microsoft.com/office/drawing/2014/main" id="{1D92A7C4-FFF3-4072-F72F-AED3FDBCE6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71" r="11582" b="1"/>
          <a:stretch>
            <a:fillRect/>
          </a:stretch>
        </p:blipFill>
        <p:spPr bwMode="auto">
          <a:xfrm>
            <a:off x="6190456" y="1207470"/>
            <a:ext cx="5664993" cy="4631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5790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EAE3C-C3B1-7BED-1E03-F53F8BCA7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3C56A46-788E-7AD3-6BC4-F18C4EF90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000" y="490220"/>
            <a:ext cx="11520000" cy="717250"/>
          </a:xfrm>
        </p:spPr>
        <p:txBody>
          <a:bodyPr anchor="t">
            <a:normAutofit/>
          </a:bodyPr>
          <a:lstStyle/>
          <a:p>
            <a:r>
              <a:rPr lang="de-DE"/>
              <a:t>Problem Statement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49C80-D11F-9F08-01F7-E0F699C4FF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8832" y="6321325"/>
            <a:ext cx="5417799" cy="20880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de-DE" sz="800"/>
              <a:t>08.05.2025 | Nuremberg | Morris Darren Babu | Master Thesis</a:t>
            </a:r>
            <a:endParaRPr lang="en-US" sz="8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5885B-1D13-F338-2BE2-B90637B431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7798" cy="20880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800"/>
              <a:t>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C6FEB-2055-1C74-3358-D550CB3653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</p:spPr>
        <p:txBody>
          <a:bodyPr anchor="ctr">
            <a:normAutofit/>
          </a:bodyPr>
          <a:lstStyle/>
          <a:p>
            <a:fld id="{1A672BC3-475D-4374-8EEC-4CFA9934D311}" type="slidenum">
              <a:rPr lang="en-US" smtClean="0"/>
              <a:pPr/>
              <a:t>5</a:t>
            </a:fld>
            <a:endParaRPr lang="en-US"/>
          </a:p>
        </p:txBody>
      </p:sp>
      <p:graphicFrame>
        <p:nvGraphicFramePr>
          <p:cNvPr id="11" name="Content Placeholder 8">
            <a:extLst>
              <a:ext uri="{FF2B5EF4-FFF2-40B4-BE49-F238E27FC236}">
                <a16:creationId xmlns:a16="http://schemas.microsoft.com/office/drawing/2014/main" id="{2102A986-20E9-27A6-9EFE-8B4796A770E9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553698573"/>
              </p:ext>
            </p:extLst>
          </p:nvPr>
        </p:nvGraphicFramePr>
        <p:xfrm>
          <a:off x="334963" y="1207470"/>
          <a:ext cx="11520487" cy="46313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19392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02028-FF81-94F0-DA35-3DEAA6A8B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">
            <a:extLst>
              <a:ext uri="{FF2B5EF4-FFF2-40B4-BE49-F238E27FC236}">
                <a16:creationId xmlns:a16="http://schemas.microsoft.com/office/drawing/2014/main" id="{CBA91E69-808D-808D-333E-09704AE418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442" y="39091"/>
            <a:ext cx="11814007" cy="332192"/>
          </a:xfrm>
        </p:spPr>
        <p:txBody>
          <a:bodyPr/>
          <a:lstStyle/>
          <a:p>
            <a:endParaRPr lang="en-US"/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D592327A-5F8E-C7A2-6AE2-3E0869CDD18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6486" y="5680430"/>
            <a:ext cx="11518963" cy="42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81760-1EC4-77B7-7BA5-30F2D6A0C2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8832" y="6321325"/>
            <a:ext cx="5417799" cy="20880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de-DE" sz="800"/>
              <a:t>08.05.2025 | Nuremberg | Morris Darren Babu | Master Thesis</a:t>
            </a:r>
            <a:endParaRPr lang="en-US" sz="8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C7C38-813F-8B97-F0DF-2662DF0E55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7798" cy="20880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800"/>
              <a:t>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5BBDE-CEA5-59B8-BB3D-C4C4DE2133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</p:spPr>
        <p:txBody>
          <a:bodyPr anchor="ctr">
            <a:normAutofit/>
          </a:bodyPr>
          <a:lstStyle/>
          <a:p>
            <a:fld id="{1A672BC3-475D-4374-8EEC-4CFA9934D311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28" name="Subtitle 6">
            <a:extLst>
              <a:ext uri="{FF2B5EF4-FFF2-40B4-BE49-F238E27FC236}">
                <a16:creationId xmlns:a16="http://schemas.microsoft.com/office/drawing/2014/main" id="{D9DA3D1D-28C6-7A2F-032C-DE118D3163C0}"/>
              </a:ext>
            </a:extLst>
          </p:cNvPr>
          <p:cNvSpPr>
            <a:spLocks noGrp="1"/>
          </p:cNvSpPr>
          <p:nvPr>
            <p:ph type="subTitle" idx="20"/>
          </p:nvPr>
        </p:nvSpPr>
        <p:spPr>
          <a:xfrm>
            <a:off x="336486" y="993777"/>
            <a:ext cx="11518964" cy="345446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DD0AC8A-B179-8990-6969-4B73326E2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550" y="487363"/>
            <a:ext cx="11520000" cy="455612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500"/>
              <a:t>Research Objectives</a:t>
            </a:r>
            <a:endParaRPr lang="de-DE" sz="250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1A0624E-E170-D5AA-C2F1-CF507E10DF29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337200" y="1650736"/>
            <a:ext cx="5760000" cy="39024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2000" b="1" dirty="0"/>
              <a:t>Technique Design  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• AI-assisted white-box fuzzing for automotive targets  </a:t>
            </a:r>
          </a:p>
          <a:p>
            <a:pPr>
              <a:lnSpc>
                <a:spcPct val="90000"/>
              </a:lnSpc>
            </a:pPr>
            <a:endParaRPr lang="en-US" sz="2000" dirty="0"/>
          </a:p>
          <a:p>
            <a:pPr>
              <a:lnSpc>
                <a:spcPct val="90000"/>
              </a:lnSpc>
            </a:pPr>
            <a:r>
              <a:rPr lang="en-US" sz="2000" b="1" dirty="0"/>
              <a:t>Pipeline Integration  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• Embed continuous fuzzing into existing CI/CD/CT  </a:t>
            </a:r>
          </a:p>
          <a:p>
            <a:pPr>
              <a:lnSpc>
                <a:spcPct val="90000"/>
              </a:lnSpc>
            </a:pPr>
            <a:endParaRPr lang="en-US" sz="2000" dirty="0"/>
          </a:p>
          <a:p>
            <a:pPr>
              <a:lnSpc>
                <a:spcPct val="90000"/>
              </a:lnSpc>
            </a:pPr>
            <a:r>
              <a:rPr lang="en-US" sz="2000" b="1" dirty="0"/>
              <a:t>Artifact &amp; Impact Automation  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• Auto-generate test cases, reports, quality matrix  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• Measure coverage, MTTV, and CI latency vs. baseline</a:t>
            </a:r>
            <a:endParaRPr lang="de-DE" sz="2000" dirty="0"/>
          </a:p>
        </p:txBody>
      </p:sp>
      <p:pic>
        <p:nvPicPr>
          <p:cNvPr id="10" name="Picture 2" descr="Seamless CI/CD/CT integration with continuous fuzzing and zero-downtime AI-enhanced security testing">
            <a:extLst>
              <a:ext uri="{FF2B5EF4-FFF2-40B4-BE49-F238E27FC236}">
                <a16:creationId xmlns:a16="http://schemas.microsoft.com/office/drawing/2014/main" id="{983D226F-F9A8-29FF-CF4C-4DF9E077F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80" b="3"/>
          <a:stretch>
            <a:fillRect/>
          </a:stretch>
        </p:blipFill>
        <p:spPr bwMode="auto">
          <a:xfrm>
            <a:off x="6096000" y="1651000"/>
            <a:ext cx="5759450" cy="39020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07276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A04FB-4B13-E245-D699-489C78C42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AF30AC6-0E81-BBFA-A95F-C4472410CC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B89354-47C9-69FF-595B-CF7BE5B7AF2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/>
              <a:t>May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09E6B3-CF60-8B0E-0B90-B877C81793C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29.07.2025 | Nuremberg | Morris Darren Babu | Master Thesis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713F1-E78C-B479-862C-A85F461B83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CA11BB-C222-7567-674B-E125388BF1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A672BC3-475D-4374-8EEC-4CFA9934D311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2BEE377F-D7E4-4722-823E-0D919DB5BA0B}"/>
              </a:ext>
            </a:extLst>
          </p:cNvPr>
          <p:cNvSpPr>
            <a:spLocks noGrp="1"/>
          </p:cNvSpPr>
          <p:nvPr>
            <p:ph type="subTitle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0864FF8-B61F-493F-D67A-2D261085E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/>
              <a:t>Expected Outcomes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2391C9BA-06CA-024F-D466-10EDDE05B075}"/>
              </a:ext>
            </a:extLst>
          </p:cNvPr>
          <p:cNvGraphicFramePr>
            <a:graphicFrameLocks noGrp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2739403254"/>
              </p:ext>
            </p:extLst>
          </p:nvPr>
        </p:nvGraphicFramePr>
        <p:xfrm>
          <a:off x="0" y="1651000"/>
          <a:ext cx="11518900" cy="39004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308B6011-E9CE-6763-80BB-B7C5793AEF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2325404"/>
              </p:ext>
            </p:extLst>
          </p:nvPr>
        </p:nvGraphicFramePr>
        <p:xfrm>
          <a:off x="1713054" y="1390025"/>
          <a:ext cx="8446946" cy="47483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1785059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7CF02-2441-C2DA-3C22-825BE9F04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FD41C9C3-B885-3C99-E0A3-B72287CD11E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95" imgH="394" progId="TCLayout.ActiveDocument.1">
                  <p:embed/>
                </p:oleObj>
              </mc:Choice>
              <mc:Fallback>
                <p:oleObj name="think-cell Folie" r:id="rId4" imgW="395" imgH="394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FD41C9C3-B885-3C99-E0A3-B72287CD11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9706D3A6-2EC3-E8B4-327C-37207AD57A1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FCB164-41F2-9DCB-1F97-6A4E2A89018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03.06.2025 | Nuremberg | Morris Darren Babu | Master Thesis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EE5DC3-7E4C-EDCD-2399-34631F6B8E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INTERNAL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2B7131-9851-AB0E-988D-4EB96975A2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A672BC3-475D-4374-8EEC-4CFA9934D311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1" name="Untertitel 10">
            <a:extLst>
              <a:ext uri="{FF2B5EF4-FFF2-40B4-BE49-F238E27FC236}">
                <a16:creationId xmlns:a16="http://schemas.microsoft.com/office/drawing/2014/main" id="{30402697-7BE3-D3B5-3B64-C7DA518990E7}"/>
              </a:ext>
            </a:extLst>
          </p:cNvPr>
          <p:cNvSpPr>
            <a:spLocks noGrp="1"/>
          </p:cNvSpPr>
          <p:nvPr>
            <p:ph type="subTitle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0DEB8392-3960-5553-DACA-5C36016EC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/>
              <a:t>Method</a:t>
            </a:r>
          </a:p>
        </p:txBody>
      </p:sp>
    </p:spTree>
    <p:extLst>
      <p:ext uri="{BB962C8B-B14F-4D97-AF65-F5344CB8AC3E}">
        <p14:creationId xmlns:p14="http://schemas.microsoft.com/office/powerpoint/2010/main" val="4160291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08F9743-7A92-9F0F-08B6-B1CA88914B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AB470F3-DE32-68DE-AA18-A3E041D03A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C4D3A-D8A3-9C1E-4345-0B401FBB2FF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de-DE"/>
              <a:t>05.06.2025 | Ingolstadt | Morris Darren Babu | Master Thesis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F1BA6-BB34-24F9-2C4F-28E496B621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D76E64-9733-0462-0DB4-253C3C0CBD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A672BC3-475D-4374-8EEC-4CFA9934D311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7A125132-84D9-02CC-1449-6188CF3659B0}"/>
              </a:ext>
            </a:extLst>
          </p:cNvPr>
          <p:cNvSpPr>
            <a:spLocks noGrp="1"/>
          </p:cNvSpPr>
          <p:nvPr>
            <p:ph type="subTitle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92CAA02-6B3F-1CD0-4467-2AFCB5979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/>
              <a:t>Overview</a:t>
            </a:r>
          </a:p>
        </p:txBody>
      </p:sp>
      <p:graphicFrame>
        <p:nvGraphicFramePr>
          <p:cNvPr id="16" name="Content Placeholder 15">
            <a:extLst>
              <a:ext uri="{FF2B5EF4-FFF2-40B4-BE49-F238E27FC236}">
                <a16:creationId xmlns:a16="http://schemas.microsoft.com/office/drawing/2014/main" id="{47DF80BD-07E5-5B7F-82CF-3887AB728C9A}"/>
              </a:ext>
            </a:extLst>
          </p:cNvPr>
          <p:cNvGraphicFramePr>
            <a:graphicFrameLocks noGrp="1"/>
          </p:cNvGraphicFramePr>
          <p:nvPr>
            <p:ph sz="quarter" idx="21"/>
            <p:extLst>
              <p:ext uri="{D42A27DB-BD31-4B8C-83A1-F6EECF244321}">
                <p14:modId xmlns:p14="http://schemas.microsoft.com/office/powerpoint/2010/main" val="2912899312"/>
              </p:ext>
            </p:extLst>
          </p:nvPr>
        </p:nvGraphicFramePr>
        <p:xfrm>
          <a:off x="336550" y="1649413"/>
          <a:ext cx="11518900" cy="39020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30131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dgm id="{C10DD8CB-A3F0-49CA-928C-6E0E0742D8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>
                                            <p:graphicEl>
                                              <a:dgm id="{C10DD8CB-A3F0-49CA-928C-6E0E0742D89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dgm id="{E064BF05-B52B-43E5-8FC1-DB28672790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6">
                                            <p:graphicEl>
                                              <a:dgm id="{E064BF05-B52B-43E5-8FC1-DB28672790D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dgm id="{B6DEEDF3-8E93-4FE9-8949-12AC4A7C65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6">
                                            <p:graphicEl>
                                              <a:dgm id="{B6DEEDF3-8E93-4FE9-8949-12AC4A7C659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dgm id="{C58C9B2C-B5BF-4B6C-8F9F-54681B42EE4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6">
                                            <p:graphicEl>
                                              <a:dgm id="{C58C9B2C-B5BF-4B6C-8F9F-54681B42EE4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dgm id="{6BEE1703-9782-4962-909B-DC37CA99CE8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6">
                                            <p:graphicEl>
                                              <a:dgm id="{6BEE1703-9782-4962-909B-DC37CA99CE8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dgm id="{6B78D792-C287-4DC7-B463-86A19DAD3E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6">
                                            <p:graphicEl>
                                              <a:dgm id="{6B78D792-C287-4DC7-B463-86A19DAD3E7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dgm id="{ED470518-6134-477D-92DE-CF1DFE14D9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6">
                                            <p:graphicEl>
                                              <a:dgm id="{ED470518-6134-477D-92DE-CF1DFE14D9C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dgm id="{D45DE0BE-41A3-41A0-9BF6-CE1EC0ACFCC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6">
                                            <p:graphicEl>
                                              <a:dgm id="{D45DE0BE-41A3-41A0-9BF6-CE1EC0ACFCC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dgm id="{E0068A07-AAE5-4DB2-A24C-16F76B7BE0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6">
                                            <p:graphicEl>
                                              <a:dgm id="{E0068A07-AAE5-4DB2-A24C-16F76B7BE00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dgm id="{E5F55175-7A8A-4F99-B240-79202525238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16">
                                            <p:graphicEl>
                                              <a:dgm id="{E5F55175-7A8A-4F99-B240-79202525238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dgm id="{E71EA13A-DDD5-4C8A-A537-1854410439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6">
                                            <p:graphicEl>
                                              <a:dgm id="{E71EA13A-DDD5-4C8A-A537-1854410439F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 uiExpand="1">
        <p:bldSub>
          <a:bldDgm bld="one"/>
        </p:bldSub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EAE3C-C3B1-7BED-1E03-F53F8BCA7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9C70CD2-0E05-ECDC-4A6D-2DABF2C04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000" y="490220"/>
            <a:ext cx="11520000" cy="717250"/>
          </a:xfrm>
        </p:spPr>
        <p:txBody>
          <a:bodyPr anchor="t">
            <a:normAutofit/>
          </a:bodyPr>
          <a:lstStyle/>
          <a:p>
            <a:r>
              <a:rPr lang="en-US" dirty="0"/>
              <a:t>Approach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49C80-D11F-9F08-01F7-E0F699C4FF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8832" y="6321325"/>
            <a:ext cx="5417799" cy="20880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800"/>
              <a:t>03.06.2025 | Nuremberg | Morris Darren Babu | Master Thesis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5885B-1D13-F338-2BE2-B90637B431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7798" cy="20880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800"/>
              <a:t>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C6FEB-2055-1C74-3358-D550CB3653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</p:spPr>
        <p:txBody>
          <a:bodyPr anchor="ctr">
            <a:normAutofit/>
          </a:bodyPr>
          <a:lstStyle/>
          <a:p>
            <a:fld id="{1A672BC3-475D-4374-8EEC-4CFA9934D311}" type="slidenum">
              <a:rPr lang="en-US" smtClean="0"/>
              <a:pPr/>
              <a:t>10</a:t>
            </a:fld>
            <a:endParaRPr lang="en-US"/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09FB2840-85CA-7E38-9DED-E86E3DFB61D0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812927896"/>
              </p:ext>
            </p:extLst>
          </p:nvPr>
        </p:nvGraphicFramePr>
        <p:xfrm>
          <a:off x="334963" y="1207470"/>
          <a:ext cx="11520487" cy="46313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0555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1D1DE-1684-A069-A0B0-940372A64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715A5DF-A8BB-0856-E914-D17C8C40A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000" y="490220"/>
            <a:ext cx="11520000" cy="717250"/>
          </a:xfrm>
        </p:spPr>
        <p:txBody>
          <a:bodyPr anchor="t">
            <a:normAutofit/>
          </a:bodyPr>
          <a:lstStyle/>
          <a:p>
            <a:r>
              <a:rPr lang="en-US" dirty="0"/>
              <a:t>Local LLMs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DEBCB1-BB94-4D47-3CA9-8DA8A506C6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8832" y="6321325"/>
            <a:ext cx="5417799" cy="20880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800"/>
              <a:t>03.06.2025 | Nuremberg | Morris Darren Babu | Master Thesis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525039-D1C8-863E-7B88-F95694056B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7798" cy="20880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800"/>
              <a:t>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D03A1-8AD7-27D5-A70E-6FA8333F46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</p:spPr>
        <p:txBody>
          <a:bodyPr anchor="ctr">
            <a:normAutofit/>
          </a:bodyPr>
          <a:lstStyle/>
          <a:p>
            <a:fld id="{1A672BC3-475D-4374-8EEC-4CFA9934D311}" type="slidenum">
              <a:rPr lang="en-US" smtClean="0"/>
              <a:pPr/>
              <a:t>11</a:t>
            </a:fld>
            <a:endParaRPr lang="en-US"/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BEC7DA7B-0092-0033-145A-00A0F810D201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542615876"/>
              </p:ext>
            </p:extLst>
          </p:nvPr>
        </p:nvGraphicFramePr>
        <p:xfrm>
          <a:off x="334963" y="1207470"/>
          <a:ext cx="11520487" cy="46313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538620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22C79-FB77-46F4-0402-65118308F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2B530D4-C550-E5E5-2419-A1B5DC444C6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D6816D3-564E-857C-7B1D-F85A65420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B442F-8C35-7C83-0D30-A01E014BF71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de-DE"/>
              <a:t>05.06.2025 | Ingolstadt | Morris Darren Babu | Master Thesis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6ED3D0-AFC9-5055-6578-18E4472692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23FEBD-0680-5302-FADF-B4878C5789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A672BC3-475D-4374-8EEC-4CFA9934D311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9EE4F119-416A-E154-D134-37FC921EE26F}"/>
              </a:ext>
            </a:extLst>
          </p:cNvPr>
          <p:cNvSpPr>
            <a:spLocks noGrp="1"/>
          </p:cNvSpPr>
          <p:nvPr>
            <p:ph type="subTitle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5981091-36AC-02E8-EBC2-82949F100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/>
              <a:t>Models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8A4A2BB-5C92-46BE-FF3B-5536D20C16E5}"/>
              </a:ext>
            </a:extLst>
          </p:cNvPr>
          <p:cNvSpPr>
            <a:spLocks noGrp="1"/>
          </p:cNvSpPr>
          <p:nvPr>
            <p:ph sz="quarter" idx="2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Small (&lt;15B parameters)</a:t>
            </a:r>
          </a:p>
          <a:p>
            <a:pPr marL="457200" indent="-457200" fontAlgn="ctr">
              <a:buFont typeface="Arial" panose="020B0604020202020204" pitchFamily="34" charset="0"/>
              <a:buChar char="•"/>
            </a:pPr>
            <a:r>
              <a:rPr lang="en-US" dirty="0"/>
              <a:t>phi4:14b (14B)</a:t>
            </a:r>
          </a:p>
          <a:p>
            <a:pPr marL="457200" indent="-457200" fontAlgn="ctr">
              <a:buFont typeface="Arial" panose="020B0604020202020204" pitchFamily="34" charset="0"/>
              <a:buChar char="•"/>
            </a:pPr>
            <a:r>
              <a:rPr lang="en-US" dirty="0"/>
              <a:t>llama3:latest (8B)</a:t>
            </a:r>
          </a:p>
          <a:p>
            <a:pPr marL="457200" indent="-457200" fontAlgn="ctr">
              <a:buFont typeface="Arial" panose="020B0604020202020204" pitchFamily="34" charset="0"/>
              <a:buChar char="•"/>
            </a:pPr>
            <a:r>
              <a:rPr lang="en-US" dirty="0"/>
              <a:t>qwen2.5-coder:1.5b (1.54B)</a:t>
            </a:r>
          </a:p>
          <a:p>
            <a:pPr marL="457200" indent="-457200" fontAlgn="ctr">
              <a:buFont typeface="Arial" panose="020B0604020202020204" pitchFamily="34" charset="0"/>
              <a:buChar char="•"/>
            </a:pPr>
            <a:r>
              <a:rPr lang="en-US" dirty="0"/>
              <a:t>qwen2.5-coder:7b (7B)</a:t>
            </a:r>
          </a:p>
          <a:p>
            <a:pPr marL="457200" indent="-457200" fontAlgn="ctr">
              <a:buFont typeface="Arial" panose="020B0604020202020204" pitchFamily="34" charset="0"/>
              <a:buChar char="•"/>
            </a:pPr>
            <a:r>
              <a:rPr lang="en-US" dirty="0"/>
              <a:t>qwen2.5-coder:14b (14B)        </a:t>
            </a:r>
          </a:p>
          <a:p>
            <a:r>
              <a:rPr lang="en-US" b="1" dirty="0"/>
              <a:t>Medium (15–25B parameters)</a:t>
            </a:r>
          </a:p>
          <a:p>
            <a:pPr marL="457200" indent="-457200" fontAlgn="ctr">
              <a:buFont typeface="Arial" panose="020B0604020202020204" pitchFamily="34" charset="0"/>
              <a:buChar char="•"/>
            </a:pPr>
            <a:r>
              <a:rPr lang="en-US" dirty="0"/>
              <a:t>magistral:24b (24B)</a:t>
            </a:r>
          </a:p>
          <a:p>
            <a:pPr marL="457200" indent="-457200" fontAlgn="ctr">
              <a:buFont typeface="Arial" panose="020B0604020202020204" pitchFamily="34" charset="0"/>
              <a:buChar char="•"/>
            </a:pPr>
            <a:r>
              <a:rPr lang="en-US" dirty="0" err="1"/>
              <a:t>devstral:latest</a:t>
            </a:r>
            <a:r>
              <a:rPr lang="en-US" dirty="0"/>
              <a:t> (24B)</a:t>
            </a:r>
          </a:p>
          <a:p>
            <a:pPr marL="457200" indent="-457200" fontAlgn="ctr">
              <a:buFont typeface="Arial" panose="020B0604020202020204" pitchFamily="34" charset="0"/>
              <a:buChar char="•"/>
            </a:pPr>
            <a:r>
              <a:rPr lang="en-US" dirty="0"/>
              <a:t>starcoder2:15b (15B)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089994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43531-0EA6-10FA-647C-56DA08CD6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5C0F5BE-3064-DEB5-572B-E384BBA0443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3CAA027-0BB6-E66C-0E6A-041EF27E0D3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04C5D-5466-B1CC-AED2-0555B068B9E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de-DE"/>
              <a:t>05.06.2025 | Ingolstadt | Morris Darren Babu | Master Thesis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B073F-2F97-ADBF-043A-2621BBE4A1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F168E3-48FC-D2D3-F2E7-ED24CFEEAD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A672BC3-475D-4374-8EEC-4CFA9934D311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A3CCB866-F247-5835-9847-685CC79F53F0}"/>
              </a:ext>
            </a:extLst>
          </p:cNvPr>
          <p:cNvSpPr>
            <a:spLocks noGrp="1"/>
          </p:cNvSpPr>
          <p:nvPr>
            <p:ph type="subTitle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4BC0AF9-2931-50DD-AA1F-C05F2E752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de-DE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0CE4A09-0BE3-C35A-7782-CFF48EF48794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36550" y="1390025"/>
            <a:ext cx="11518900" cy="4161391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Large (25-35B parameters)  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gemma3:27b (27.4B)  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qwen3:32b (32.8B)  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deepseek-r1:32b (32.8B)  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qwen2.5-coder:32b (32.8B)  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deepseek-coder:33b (33B)  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wizardcoder:33b (33B)  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codellama:34b-instruct (34B)  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yi:34b (34B)</a:t>
            </a:r>
          </a:p>
          <a:p>
            <a:r>
              <a:rPr lang="en-US" b="1" dirty="0"/>
              <a:t>Extra Large (&gt; 40B parameters)  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/>
              <a:t>mixtral:latest</a:t>
            </a:r>
            <a:r>
              <a:rPr lang="en-US" dirty="0"/>
              <a:t> (46.7B)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852004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FBC2B-FBF0-5661-CF86-59062E939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E3560F-BD1B-613C-CA03-B72FF80A96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9156CB5C-C682-D53E-B475-CD7378BBE46F}"/>
              </a:ext>
            </a:extLst>
          </p:cNvPr>
          <p:cNvSpPr>
            <a:spLocks noGrp="1" noChangeArrowheads="1"/>
          </p:cNvSpPr>
          <p:nvPr>
            <p:ph type="body" sz="quarter" idx="16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repositories</a:t>
            </a: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D32655-7423-8C73-771B-7B821EE5C96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de-DE"/>
              <a:t>05.06.2025 | Ingolstadt | Morris Darren Babu | Master Thesis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FEB92-EB0B-B33C-B08F-949361076D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9C7E8-2BD3-1EAC-A52B-0DA3F8697A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A672BC3-475D-4374-8EEC-4CFA9934D311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0FC2F9E0-32F2-2718-6EF4-50465EA9AE2C}"/>
              </a:ext>
            </a:extLst>
          </p:cNvPr>
          <p:cNvSpPr>
            <a:spLocks noGrp="1"/>
          </p:cNvSpPr>
          <p:nvPr>
            <p:ph type="subTitle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C8EE1B3-6539-64B5-45DB-7DD5C4BBA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err="1"/>
              <a:t>Repositories</a:t>
            </a:r>
            <a:endParaRPr lang="de-DE"/>
          </a:p>
        </p:txBody>
      </p:sp>
      <p:graphicFrame>
        <p:nvGraphicFramePr>
          <p:cNvPr id="10" name="Content Placeholder 11">
            <a:extLst>
              <a:ext uri="{FF2B5EF4-FFF2-40B4-BE49-F238E27FC236}">
                <a16:creationId xmlns:a16="http://schemas.microsoft.com/office/drawing/2014/main" id="{755733F8-DEE8-06F2-85F2-D3573AC7D74C}"/>
              </a:ext>
            </a:extLst>
          </p:cNvPr>
          <p:cNvGraphicFramePr>
            <a:graphicFrameLocks noGrp="1"/>
          </p:cNvGraphicFramePr>
          <p:nvPr>
            <p:ph sz="quarter" idx="21"/>
            <p:extLst>
              <p:ext uri="{D42A27DB-BD31-4B8C-83A1-F6EECF244321}">
                <p14:modId xmlns:p14="http://schemas.microsoft.com/office/powerpoint/2010/main" val="3053389987"/>
              </p:ext>
            </p:extLst>
          </p:nvPr>
        </p:nvGraphicFramePr>
        <p:xfrm>
          <a:off x="336550" y="1649413"/>
          <a:ext cx="11518900" cy="39020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162169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>
        <p:bldAsOne/>
      </p:bldGraphic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F1095D3A-51DF-EAC9-C33A-2AF32FBAF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000" y="490220"/>
            <a:ext cx="11520000" cy="717250"/>
          </a:xfrm>
        </p:spPr>
        <p:txBody>
          <a:bodyPr/>
          <a:lstStyle/>
          <a:p>
            <a:r>
              <a:rPr lang="en-US" dirty="0"/>
              <a:t>Working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75C093-11B1-18B3-4EB1-43E1F3DE26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8832" y="6321325"/>
            <a:ext cx="5417799" cy="20880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800"/>
              <a:t>03.06.2025 | Nuremberg | Morris Darren Babu | Master Thesis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9E52A6-11CC-C191-F4FC-AAF9F56380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7798" cy="20880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800"/>
              <a:t>INTERNAL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90A2C8-8E2B-8047-8075-BF8176ADF2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</p:spPr>
        <p:txBody>
          <a:bodyPr anchor="ctr">
            <a:normAutofit/>
          </a:bodyPr>
          <a:lstStyle/>
          <a:p>
            <a:fld id="{1A672BC3-475D-4374-8EEC-4CFA9934D311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8" name="Content Placeholder 7" descr="A diagram of a software development&#10;&#10;AI-generated content may be incorrect.">
            <a:extLst>
              <a:ext uri="{FF2B5EF4-FFF2-40B4-BE49-F238E27FC236}">
                <a16:creationId xmlns:a16="http://schemas.microsoft.com/office/drawing/2014/main" id="{44CD0054-4539-7627-7ED3-FBBC3ACD256E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1535864"/>
            <a:ext cx="11520487" cy="3974567"/>
          </a:xfrm>
          <a:noFill/>
        </p:spPr>
      </p:pic>
    </p:spTree>
    <p:extLst>
      <p:ext uri="{BB962C8B-B14F-4D97-AF65-F5344CB8AC3E}">
        <p14:creationId xmlns:p14="http://schemas.microsoft.com/office/powerpoint/2010/main" val="552486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42721-18F8-E241-CB71-7EAD2FA54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1">
            <a:extLst>
              <a:ext uri="{FF2B5EF4-FFF2-40B4-BE49-F238E27FC236}">
                <a16:creationId xmlns:a16="http://schemas.microsoft.com/office/drawing/2014/main" id="{9603697F-F2CE-7D3C-C8E4-242BC84FEE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442" y="39091"/>
            <a:ext cx="11814007" cy="332192"/>
          </a:xfrm>
        </p:spPr>
        <p:txBody>
          <a:bodyPr/>
          <a:lstStyle/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944F9AC-2470-5621-2583-0D1ED968C7F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7200" y="5680430"/>
            <a:ext cx="11518249" cy="4248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8FC8A6-3F56-4696-EE73-CFAD2E7555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8833" y="6321325"/>
            <a:ext cx="5417799" cy="20880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800"/>
              <a:t>03.06.2025 | Nuremberg | Morris Darren Babu | Master Thesis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CFCD72-AE54-398D-A2E3-B0F2B5DC8A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7799" cy="20880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800"/>
              <a:t>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72E0D-B278-D240-B4B9-348B5E20F5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</p:spPr>
        <p:txBody>
          <a:bodyPr anchor="ctr">
            <a:normAutofit/>
          </a:bodyPr>
          <a:lstStyle/>
          <a:p>
            <a:fld id="{1A672BC3-475D-4374-8EEC-4CFA9934D311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24" name="Subtitle 6">
            <a:extLst>
              <a:ext uri="{FF2B5EF4-FFF2-40B4-BE49-F238E27FC236}">
                <a16:creationId xmlns:a16="http://schemas.microsoft.com/office/drawing/2014/main" id="{322A4EB5-7BEF-A774-2F0A-2678FABC7368}"/>
              </a:ext>
            </a:extLst>
          </p:cNvPr>
          <p:cNvSpPr>
            <a:spLocks noGrp="1"/>
          </p:cNvSpPr>
          <p:nvPr>
            <p:ph type="subTitle" idx="20"/>
          </p:nvPr>
        </p:nvSpPr>
        <p:spPr>
          <a:xfrm>
            <a:off x="336486" y="993777"/>
            <a:ext cx="11518964" cy="345446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847C533-F252-CB2D-87D9-6268E969F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550" y="487363"/>
            <a:ext cx="11520000" cy="455612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de-DE" sz="2500"/>
              <a:t>Evaluation Framework</a:t>
            </a:r>
          </a:p>
        </p:txBody>
      </p:sp>
      <p:pic>
        <p:nvPicPr>
          <p:cNvPr id="14" name="Picture 4" descr="Key metrics infographic">
            <a:extLst>
              <a:ext uri="{FF2B5EF4-FFF2-40B4-BE49-F238E27FC236}">
                <a16:creationId xmlns:a16="http://schemas.microsoft.com/office/drawing/2014/main" id="{880A93BD-2B32-817C-F171-32756BD541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990" r="-1" b="29256"/>
          <a:stretch>
            <a:fillRect/>
          </a:stretch>
        </p:blipFill>
        <p:spPr bwMode="auto">
          <a:xfrm>
            <a:off x="336550" y="1649016"/>
            <a:ext cx="11518900" cy="3902400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1164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D2179-2579-71C3-EC65-422C102A3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E3D936-1DCD-DA7A-44C2-E188B9226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4842A54-7DA5-430F-5AC5-299524FC7BD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5785AC-2F36-FA63-C469-774C1B4E678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de-DE"/>
              <a:t>05.06.2025 | Ingolstadt | Morris Darren Babu | Master Thesis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E495F-F37C-461E-FE7E-D06A13FD59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D4D494-1A30-78FF-1186-4A1ADE4590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A672BC3-475D-4374-8EEC-4CFA9934D311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C63B67E0-3094-4560-46B5-5AB8CEC4648B}"/>
              </a:ext>
            </a:extLst>
          </p:cNvPr>
          <p:cNvSpPr>
            <a:spLocks noGrp="1"/>
          </p:cNvSpPr>
          <p:nvPr>
            <p:ph type="subTitle" idx="20"/>
          </p:nvPr>
        </p:nvSpPr>
        <p:spPr/>
        <p:txBody>
          <a:bodyPr/>
          <a:lstStyle/>
          <a:p>
            <a:r>
              <a:rPr lang="en-US" b="1"/>
              <a:t>Qwen 2.5 coder 32b instruct full model 60gb </a:t>
            </a:r>
            <a:endParaRPr lang="en-US"/>
          </a:p>
          <a:p>
            <a:endParaRPr lang="de-DE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868D445-DED2-4CE2-4DAA-47AB5A54B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/>
              <a:t>Finetuning </a:t>
            </a:r>
            <a:r>
              <a:rPr lang="de-DE" err="1"/>
              <a:t>local</a:t>
            </a:r>
            <a:r>
              <a:rPr lang="de-DE"/>
              <a:t> </a:t>
            </a:r>
            <a:r>
              <a:rPr lang="de-DE" err="1"/>
              <a:t>llms</a:t>
            </a:r>
            <a:endParaRPr lang="de-DE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055BA23-FB80-B715-7526-9B70163FD2AA}"/>
              </a:ext>
            </a:extLst>
          </p:cNvPr>
          <p:cNvSpPr>
            <a:spLocks noGrp="1"/>
          </p:cNvSpPr>
          <p:nvPr>
            <p:ph sz="quarter" idx="2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err="1"/>
              <a:t>LoRA</a:t>
            </a:r>
            <a:r>
              <a:rPr lang="en-US"/>
              <a:t> </a:t>
            </a:r>
            <a:r>
              <a:rPr lang="de-DE"/>
              <a:t>(Low-Rank Adaptation)</a:t>
            </a:r>
            <a:r>
              <a:rPr lang="en-US"/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/>
              <a:t> </a:t>
            </a:r>
            <a:r>
              <a:rPr lang="en-US" err="1"/>
              <a:t>LoRA</a:t>
            </a:r>
            <a:r>
              <a:rPr lang="en-US"/>
              <a:t> rank (r): 16 – controls adaptation size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/>
              <a:t> </a:t>
            </a:r>
            <a:r>
              <a:rPr lang="en-US" err="1"/>
              <a:t>LoRA</a:t>
            </a:r>
            <a:r>
              <a:rPr lang="en-US"/>
              <a:t> alpha: 32 – scaling for adaptation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/>
              <a:t> Dropout: 0.1 – prevents overfitting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/>
              <a:t> Target modules: </a:t>
            </a:r>
            <a:r>
              <a:rPr lang="en-US" err="1"/>
              <a:t>q_proj</a:t>
            </a:r>
            <a:r>
              <a:rPr lang="en-US"/>
              <a:t>, </a:t>
            </a:r>
            <a:r>
              <a:rPr lang="en-US" err="1"/>
              <a:t>v_proj</a:t>
            </a:r>
            <a:r>
              <a:rPr lang="en-US"/>
              <a:t>, etc. – efficient fine-tuning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/>
              <a:t> Device: auto – runs on best available hardware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/>
              <a:t> </a:t>
            </a:r>
            <a:r>
              <a:rPr lang="en-US" err="1"/>
              <a:t>Dtype</a:t>
            </a:r>
            <a:r>
              <a:rPr lang="en-US"/>
              <a:t>: float16 – faster, less memory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/>
              <a:t> Efficient model loading and saving (</a:t>
            </a:r>
            <a:r>
              <a:rPr lang="en-US" err="1"/>
              <a:t>safetensors</a:t>
            </a:r>
            <a:r>
              <a:rPr lang="en-US"/>
              <a:t>)</a:t>
            </a:r>
          </a:p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1307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FAC28-678D-053C-DCCC-0E6CE13D9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8C717DB-8C48-480E-C9A4-360560CD9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/>
              <a:t>Code </a:t>
            </a:r>
            <a:r>
              <a:rPr lang="de-DE" err="1"/>
              <a:t>examples</a:t>
            </a:r>
            <a:r>
              <a:rPr lang="de-DE"/>
              <a:t> </a:t>
            </a:r>
            <a:r>
              <a:rPr lang="de-DE" err="1"/>
              <a:t>for</a:t>
            </a:r>
            <a:r>
              <a:rPr lang="de-DE"/>
              <a:t> </a:t>
            </a:r>
            <a:r>
              <a:rPr lang="de-DE" err="1"/>
              <a:t>training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6BC15-C199-C8FA-B3C7-BF33031F159D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de-DE"/>
              <a:t>05.06.2025 | Ingolstadt | Morris Darren Babu | Master Thesis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5D123-7097-DEEF-6B90-1CDFECB698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6EB2D6-5D96-588B-EFC9-4CEAFD6BD6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A672BC3-475D-4374-8EEC-4CFA9934D311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427E630-AA7A-DC22-1AB6-3196A790FD7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de-DE"/>
              <a:t>{"prompt": "Generate a </a:t>
            </a:r>
            <a:r>
              <a:rPr lang="de-DE" err="1"/>
              <a:t>comprehensive</a:t>
            </a:r>
            <a:r>
              <a:rPr lang="de-DE"/>
              <a:t> </a:t>
            </a:r>
            <a:r>
              <a:rPr lang="de-DE" err="1"/>
              <a:t>parser</a:t>
            </a:r>
            <a:r>
              <a:rPr lang="de-DE"/>
              <a:t> </a:t>
            </a:r>
            <a:r>
              <a:rPr lang="de-DE" err="1"/>
              <a:t>fuzzer</a:t>
            </a:r>
            <a:r>
              <a:rPr lang="de-DE"/>
              <a:t> </a:t>
            </a:r>
            <a:r>
              <a:rPr lang="de-DE" err="1"/>
              <a:t>for</a:t>
            </a:r>
            <a:r>
              <a:rPr lang="de-DE"/>
              <a:t> </a:t>
            </a:r>
            <a:r>
              <a:rPr lang="de-DE" err="1"/>
              <a:t>structured</a:t>
            </a:r>
            <a:r>
              <a:rPr lang="de-DE"/>
              <a:t> </a:t>
            </a:r>
            <a:r>
              <a:rPr lang="de-DE" err="1"/>
              <a:t>data</a:t>
            </a:r>
            <a:r>
              <a:rPr lang="de-DE"/>
              <a:t>\n\</a:t>
            </a:r>
            <a:r>
              <a:rPr lang="de-DE" err="1"/>
              <a:t>nRequirements</a:t>
            </a:r>
            <a:r>
              <a:rPr lang="de-DE"/>
              <a:t>:\n- </a:t>
            </a:r>
            <a:r>
              <a:rPr lang="de-DE" err="1"/>
              <a:t>Maximize</a:t>
            </a:r>
            <a:r>
              <a:rPr lang="de-DE"/>
              <a:t> code </a:t>
            </a:r>
            <a:r>
              <a:rPr lang="de-DE" err="1"/>
              <a:t>coverage</a:t>
            </a:r>
            <a:r>
              <a:rPr lang="de-DE"/>
              <a:t> and </a:t>
            </a:r>
            <a:r>
              <a:rPr lang="de-DE" err="1"/>
              <a:t>edge</a:t>
            </a:r>
            <a:r>
              <a:rPr lang="de-DE"/>
              <a:t> </a:t>
            </a:r>
            <a:r>
              <a:rPr lang="de-DE" err="1"/>
              <a:t>case</a:t>
            </a:r>
            <a:r>
              <a:rPr lang="de-DE"/>
              <a:t> </a:t>
            </a:r>
            <a:r>
              <a:rPr lang="de-DE" err="1"/>
              <a:t>detection</a:t>
            </a:r>
            <a:r>
              <a:rPr lang="de-DE"/>
              <a:t>\n- Generate intelligent, </a:t>
            </a:r>
            <a:r>
              <a:rPr lang="de-DE" err="1"/>
              <a:t>targeted</a:t>
            </a:r>
            <a:r>
              <a:rPr lang="de-DE"/>
              <a:t> </a:t>
            </a:r>
            <a:r>
              <a:rPr lang="de-DE" err="1"/>
              <a:t>inputs</a:t>
            </a:r>
            <a:r>
              <a:rPr lang="de-DE"/>
              <a:t>\n- </a:t>
            </a:r>
            <a:r>
              <a:rPr lang="de-DE" err="1"/>
              <a:t>Optimize</a:t>
            </a:r>
            <a:r>
              <a:rPr lang="de-DE"/>
              <a:t> </a:t>
            </a:r>
            <a:r>
              <a:rPr lang="de-DE" err="1"/>
              <a:t>for</a:t>
            </a:r>
            <a:r>
              <a:rPr lang="de-DE"/>
              <a:t> </a:t>
            </a:r>
            <a:r>
              <a:rPr lang="de-DE" err="1"/>
              <a:t>vulnerability</a:t>
            </a:r>
            <a:r>
              <a:rPr lang="de-DE"/>
              <a:t> </a:t>
            </a:r>
            <a:r>
              <a:rPr lang="de-DE" err="1"/>
              <a:t>discovery</a:t>
            </a:r>
            <a:r>
              <a:rPr lang="de-DE"/>
              <a:t> </a:t>
            </a:r>
            <a:r>
              <a:rPr lang="de-DE" err="1"/>
              <a:t>speed</a:t>
            </a:r>
            <a:r>
              <a:rPr lang="de-DE"/>
              <a:t>\n- Include </a:t>
            </a:r>
            <a:r>
              <a:rPr lang="de-DE" err="1"/>
              <a:t>comprehensive</a:t>
            </a:r>
            <a:r>
              <a:rPr lang="de-DE"/>
              <a:t> </a:t>
            </a:r>
            <a:r>
              <a:rPr lang="de-DE" err="1"/>
              <a:t>error</a:t>
            </a:r>
            <a:r>
              <a:rPr lang="de-DE"/>
              <a:t> </a:t>
            </a:r>
            <a:r>
              <a:rPr lang="de-DE" err="1"/>
              <a:t>handling</a:t>
            </a:r>
            <a:r>
              <a:rPr lang="de-DE"/>
              <a:t>„</a:t>
            </a:r>
          </a:p>
          <a:p>
            <a:endParaRPr lang="de-DE"/>
          </a:p>
          <a:p>
            <a:endParaRPr lang="de-DE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4AA7DAEC-EB1E-FF95-6FC5-CE879CDAD21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993775"/>
            <a:ext cx="11518900" cy="346075"/>
          </a:xfrm>
        </p:spPr>
        <p:txBody>
          <a:bodyPr>
            <a:normAutofit fontScale="47500" lnSpcReduction="20000"/>
          </a:bodyPr>
          <a:lstStyle/>
          <a:p>
            <a:r>
              <a:rPr lang="en-US" b="1" err="1"/>
              <a:t>Jsonl</a:t>
            </a:r>
            <a:r>
              <a:rPr lang="en-US" b="1"/>
              <a:t> format</a:t>
            </a:r>
            <a:endParaRPr lang="en-US"/>
          </a:p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1627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26C8A-A459-BAA1-992D-DFCE0508C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0C557F7-1433-1420-90C2-81909A275B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E2333E1-ED1F-7052-B45B-770B7144EDC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183572-7B20-46EE-153F-7B50831A5C6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de-DE"/>
              <a:t>05.06.2025 | Ingolstadt | Morris Darren Babu | Master Thesis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10A3A-6DE4-B963-6087-054D046B0F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F419BA-6E8B-8AC3-BF75-5AC2907695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A672BC3-475D-4374-8EEC-4CFA9934D311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946CC389-58AD-F308-EBF0-841B3B396B13}"/>
              </a:ext>
            </a:extLst>
          </p:cNvPr>
          <p:cNvSpPr>
            <a:spLocks noGrp="1"/>
          </p:cNvSpPr>
          <p:nvPr>
            <p:ph type="subTitle" idx="20"/>
          </p:nvPr>
        </p:nvSpPr>
        <p:spPr/>
        <p:txBody>
          <a:bodyPr/>
          <a:lstStyle/>
          <a:p>
            <a:r>
              <a:rPr lang="en-US" b="1"/>
              <a:t>Qwen 2.5 coder 32b </a:t>
            </a:r>
            <a:endParaRPr lang="en-US"/>
          </a:p>
          <a:p>
            <a:endParaRPr lang="de-DE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E2BE0895-901C-0EAF-E45B-C26B9AC5C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/>
              <a:t>Code examples for training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756232E-9637-7BD9-FB6D-17E1F02630F3}"/>
              </a:ext>
            </a:extLst>
          </p:cNvPr>
          <p:cNvSpPr>
            <a:spLocks noGrp="1"/>
          </p:cNvSpPr>
          <p:nvPr>
            <p:ph sz="quarter" idx="2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de-DE"/>
              <a:t>"completion": </a:t>
            </a:r>
          </a:p>
          <a:p>
            <a:r>
              <a:rPr lang="de-DE"/>
              <a:t>"void train_timing_attack(const uint8_t* data, size_t size) {\n    if (size &lt; 20) return;\n    \n    const char* secret = \"supersecretpassword123\";\n    std::string user_input(reinterpret_cast&lt;const char*&gt;(data), \n                          std::min(size, strlen(secret)));\n    \n    auto start = std::chrono::high_resolution_clock::now();\n    \n    // VULNERABLE: Early return creates timing difference\n    bool matches = true;\n    for (size_t i = 0; i &lt; strlen(secret) &amp;&amp; i &lt; user_input.length(); i++) {\n        if (secret[i] != user_input[i]) {\n            matches = false;\n            break;  // Early return reveals timing information\n        }\n        // Simulate processing time\n    }\n    \n    auto end = std::chrono::high_resolution_clock::now();\n    auto duration = std::chrono::duration_cast&lt;std::chrono::microseconds&gt;(end - start);\n    \n    printf(\"Password check took %ld microseconds, match: %s\\n\", \n           duration.count(), matches ? \"true\" : \"false\");\n}"}</a:t>
            </a:r>
          </a:p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4855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56437-9E1D-4A6D-3C16-DDD742235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F378C8A-B2D8-42EF-BB6A-34BA6B238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000" y="490220"/>
            <a:ext cx="11520000" cy="717250"/>
          </a:xfrm>
        </p:spPr>
        <p:txBody>
          <a:bodyPr anchor="t">
            <a:normAutofit/>
          </a:bodyPr>
          <a:lstStyle/>
          <a:p>
            <a:r>
              <a:rPr lang="de-DE"/>
              <a:t>Finetuning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5727C-32FB-1F59-3789-4A6E2B85CD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8832" y="6321325"/>
            <a:ext cx="5417799" cy="20880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800"/>
              <a:t>29.07.2025 | Nuremberg | Morris Darren Babu | Master Thesis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7CE3C4-AFEE-9B15-1B9D-6EC519E9D3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7798" cy="20880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800"/>
              <a:t>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B053C2-8112-C82E-87D6-04E57E3625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</p:spPr>
        <p:txBody>
          <a:bodyPr anchor="ctr">
            <a:normAutofit/>
          </a:bodyPr>
          <a:lstStyle/>
          <a:p>
            <a:fld id="{1A672BC3-475D-4374-8EEC-4CFA9934D311}" type="slidenum">
              <a:rPr lang="en-US" smtClean="0"/>
              <a:pPr/>
              <a:t>20</a:t>
            </a:fld>
            <a:endParaRPr lang="en-US"/>
          </a:p>
        </p:txBody>
      </p:sp>
      <p:graphicFrame>
        <p:nvGraphicFramePr>
          <p:cNvPr id="11" name="Content Placeholder 8">
            <a:extLst>
              <a:ext uri="{FF2B5EF4-FFF2-40B4-BE49-F238E27FC236}">
                <a16:creationId xmlns:a16="http://schemas.microsoft.com/office/drawing/2014/main" id="{E2D47142-249E-CAE0-F0D7-B50423807F53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724120662"/>
              </p:ext>
            </p:extLst>
          </p:nvPr>
        </p:nvGraphicFramePr>
        <p:xfrm>
          <a:off x="334963" y="1207470"/>
          <a:ext cx="11520487" cy="46313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61439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E41FFBA-F890-EF99-2F32-31D1C73C78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212613-8726-3EBD-2ED1-631241B2C5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A76DED-CB9C-D484-9332-323AC79A970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03.06.2025 | Nuremberg | Morris Darren Babu | Master Thesis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06BC4-223F-7F55-CB73-DD4D58A3D0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D5C29-998F-7A65-96E7-00EF50492B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A672BC3-475D-4374-8EEC-4CFA9934D311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EA00D478-9BD5-C656-4D7A-03EAEAF8D743}"/>
              </a:ext>
            </a:extLst>
          </p:cNvPr>
          <p:cNvSpPr>
            <a:spLocks noGrp="1"/>
          </p:cNvSpPr>
          <p:nvPr>
            <p:ph type="subTitle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B8584B3-5218-A1E0-2679-25CCB49E8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CI/CD Process flow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8901F92-2C4B-AE0E-1838-2882F91FC07F}"/>
              </a:ext>
            </a:extLst>
          </p:cNvPr>
          <p:cNvPicPr>
            <a:picLocks noGrp="1" noChangeAspect="1"/>
          </p:cNvPicPr>
          <p:nvPr>
            <p:ph sz="quarter" idx="2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2251" y="1382107"/>
            <a:ext cx="7627434" cy="390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578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1717B-567B-27E5-D6B9-D3EA1FF00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E758B03-F880-692C-6AC7-BA1B4DD4F7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E7C71-143F-AA86-1702-CD5A9B83144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buildah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56284-B6B4-F4C6-D593-401F5F6D197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03.06.2025 | Nuremberg | Morris Darren Babu | Master Thesis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809C5A-2BE8-5A50-E4EB-129D740BC3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C6E59F-8766-563F-0799-03BF9F0435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A672BC3-475D-4374-8EEC-4CFA9934D311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B1C47EE5-D991-FB39-2960-253E3D843564}"/>
              </a:ext>
            </a:extLst>
          </p:cNvPr>
          <p:cNvSpPr>
            <a:spLocks noGrp="1"/>
          </p:cNvSpPr>
          <p:nvPr>
            <p:ph type="subTitle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6FFD055-4CBB-963B-E963-E5346D7C4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CI/CD </a:t>
            </a:r>
            <a:r>
              <a:rPr lang="en-US" dirty="0" err="1"/>
              <a:t>Github</a:t>
            </a:r>
            <a:r>
              <a:rPr lang="en-US" dirty="0"/>
              <a:t> Actions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BE39AF7-953C-BF2A-D77B-9033F027359D}"/>
              </a:ext>
            </a:extLst>
          </p:cNvPr>
          <p:cNvSpPr>
            <a:spLocks noGrp="1"/>
          </p:cNvSpPr>
          <p:nvPr>
            <p:ph sz="quarter" idx="2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B178D75-F25C-7D6A-98E3-8439E85482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6621" y="1391443"/>
            <a:ext cx="8040267" cy="4072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8654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D447F-79CE-BFAF-AB33-76EFF45D2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483C4FB3-80CE-8C4B-64A0-B746803156D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95" imgH="394" progId="TCLayout.ActiveDocument.1">
                  <p:embed/>
                </p:oleObj>
              </mc:Choice>
              <mc:Fallback>
                <p:oleObj name="think-cell Folie" r:id="rId4" imgW="395" imgH="394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483C4FB3-80CE-8C4B-64A0-B746803156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5A9C9065-8BD2-823D-361D-DE19E4F7BDD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1AA066-36BD-E64A-419A-C36E9593604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03.06.2025 | Nuremberg | Morris Darren Babu | Master Thesis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AF58C8-DB60-8A0B-44F7-63112C1EAA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INTERNAL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E9B5B6C-0EC6-62F7-F071-F8E422F45D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A672BC3-475D-4374-8EEC-4CFA9934D311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11" name="Untertitel 10">
            <a:extLst>
              <a:ext uri="{FF2B5EF4-FFF2-40B4-BE49-F238E27FC236}">
                <a16:creationId xmlns:a16="http://schemas.microsoft.com/office/drawing/2014/main" id="{96316C7C-DD9A-8C88-41F8-9678C39EAE31}"/>
              </a:ext>
            </a:extLst>
          </p:cNvPr>
          <p:cNvSpPr>
            <a:spLocks noGrp="1"/>
          </p:cNvSpPr>
          <p:nvPr>
            <p:ph type="subTitle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26EDC450-39F7-4939-7920-BD117F56D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err="1"/>
              <a:t>Result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3279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C44DC-6656-59E6-36F7-EFF906885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D9CD957-AEBF-2793-8F61-AE729C8DEB0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442" y="39091"/>
            <a:ext cx="11814007" cy="332192"/>
          </a:xfrm>
        </p:spPr>
        <p:txBody>
          <a:bodyPr/>
          <a:lstStyle/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E948E23-04F5-2F63-DE01-41886ED26D6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7200" y="5680430"/>
            <a:ext cx="11518249" cy="4248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endParaRPr lang="en-US"/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/>
          </a:p>
          <a:p>
            <a:pPr>
              <a:lnSpc>
                <a:spcPct val="90000"/>
              </a:lnSpc>
            </a:pP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84945-6784-B92E-B89A-AB06331D5F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8833" y="6321325"/>
            <a:ext cx="5417799" cy="20880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de-DE" sz="800"/>
              <a:t>05.06.2025 | Ingolstadt | Morris Darren Babu | Master Thesis</a:t>
            </a:r>
            <a:endParaRPr lang="en-US" sz="8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F298B9-3DF1-4FDD-C0ED-8B9C9BAAE4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7799" cy="20880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800"/>
              <a:t>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C00298-9E65-7437-83E2-310CB98623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</p:spPr>
        <p:txBody>
          <a:bodyPr anchor="ctr">
            <a:normAutofit/>
          </a:bodyPr>
          <a:lstStyle/>
          <a:p>
            <a:fld id="{1A672BC3-475D-4374-8EEC-4CFA9934D311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579DABC0-6328-C912-D8AB-FC2032C1449B}"/>
              </a:ext>
            </a:extLst>
          </p:cNvPr>
          <p:cNvSpPr>
            <a:spLocks noGrp="1"/>
          </p:cNvSpPr>
          <p:nvPr>
            <p:ph type="subTitle" idx="20"/>
          </p:nvPr>
        </p:nvSpPr>
        <p:spPr>
          <a:xfrm>
            <a:off x="336486" y="993777"/>
            <a:ext cx="11518964" cy="34544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/>
              <a:t>Code intelligence advanced setup 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5F2BCE-60BF-BD00-0F96-9B0912C38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550" y="487363"/>
            <a:ext cx="11520000" cy="455612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de-DE" sz="2500" dirty="0"/>
              <a:t>Models - </a:t>
            </a:r>
            <a:r>
              <a:rPr lang="en-US" sz="2500" b="1" dirty="0">
                <a:solidFill>
                  <a:srgbClr val="00B050"/>
                </a:solidFill>
              </a:rPr>
              <a:t>Success</a:t>
            </a:r>
            <a:r>
              <a:rPr lang="en-US" sz="2500" b="1" dirty="0"/>
              <a:t>ful </a:t>
            </a:r>
            <a:r>
              <a:rPr lang="en-US" sz="2500" b="1" dirty="0" err="1"/>
              <a:t>llms</a:t>
            </a:r>
            <a:endParaRPr lang="de-DE" sz="25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8EB6E22-9F28-21B7-FCE9-74294264B2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2488726"/>
              </p:ext>
            </p:extLst>
          </p:nvPr>
        </p:nvGraphicFramePr>
        <p:xfrm>
          <a:off x="336550" y="1987098"/>
          <a:ext cx="11518902" cy="35472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8555">
                  <a:extLst>
                    <a:ext uri="{9D8B030D-6E8A-4147-A177-3AD203B41FA5}">
                      <a16:colId xmlns:a16="http://schemas.microsoft.com/office/drawing/2014/main" val="2314746134"/>
                    </a:ext>
                  </a:extLst>
                </a:gridCol>
                <a:gridCol w="1731710">
                  <a:extLst>
                    <a:ext uri="{9D8B030D-6E8A-4147-A177-3AD203B41FA5}">
                      <a16:colId xmlns:a16="http://schemas.microsoft.com/office/drawing/2014/main" val="171655825"/>
                    </a:ext>
                  </a:extLst>
                </a:gridCol>
                <a:gridCol w="2018082">
                  <a:extLst>
                    <a:ext uri="{9D8B030D-6E8A-4147-A177-3AD203B41FA5}">
                      <a16:colId xmlns:a16="http://schemas.microsoft.com/office/drawing/2014/main" val="4126498902"/>
                    </a:ext>
                  </a:extLst>
                </a:gridCol>
                <a:gridCol w="2119155">
                  <a:extLst>
                    <a:ext uri="{9D8B030D-6E8A-4147-A177-3AD203B41FA5}">
                      <a16:colId xmlns:a16="http://schemas.microsoft.com/office/drawing/2014/main" val="2441963015"/>
                    </a:ext>
                  </a:extLst>
                </a:gridCol>
                <a:gridCol w="1950700">
                  <a:extLst>
                    <a:ext uri="{9D8B030D-6E8A-4147-A177-3AD203B41FA5}">
                      <a16:colId xmlns:a16="http://schemas.microsoft.com/office/drawing/2014/main" val="2174932856"/>
                    </a:ext>
                  </a:extLst>
                </a:gridCol>
                <a:gridCol w="1950700">
                  <a:extLst>
                    <a:ext uri="{9D8B030D-6E8A-4147-A177-3AD203B41FA5}">
                      <a16:colId xmlns:a16="http://schemas.microsoft.com/office/drawing/2014/main" val="905690802"/>
                    </a:ext>
                  </a:extLst>
                </a:gridCol>
              </a:tblGrid>
              <a:tr h="897525">
                <a:tc>
                  <a:txBody>
                    <a:bodyPr/>
                    <a:lstStyle/>
                    <a:p>
                      <a:pPr algn="ctr"/>
                      <a:r>
                        <a:rPr lang="de-DE" sz="2400"/>
                        <a:t>Models</a:t>
                      </a:r>
                    </a:p>
                  </a:txBody>
                  <a:tcPr marL="121287" marR="121287" marT="60644" marB="6064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/>
                        <a:t>Code Coverage</a:t>
                      </a:r>
                    </a:p>
                  </a:txBody>
                  <a:tcPr marL="121287" marR="121287" marT="60644" marB="6064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/>
                        <a:t>Time Taken</a:t>
                      </a:r>
                    </a:p>
                    <a:p>
                      <a:pPr algn="ctr"/>
                      <a:endParaRPr lang="de-DE" sz="2400"/>
                    </a:p>
                  </a:txBody>
                  <a:tcPr marL="121287" marR="121287" marT="60644" marB="6064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/>
                        <a:t>No of tokens used</a:t>
                      </a:r>
                    </a:p>
                  </a:txBody>
                  <a:tcPr marL="121287" marR="121287" marT="60644" marB="6064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/>
                        <a:t>Unique test cases</a:t>
                      </a:r>
                    </a:p>
                  </a:txBody>
                  <a:tcPr marL="121287" marR="121287" marT="60644" marB="6064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/>
                        <a:t>Successfull fuzz tests</a:t>
                      </a:r>
                    </a:p>
                  </a:txBody>
                  <a:tcPr marL="121287" marR="121287" marT="60644" marB="60644"/>
                </a:tc>
                <a:extLst>
                  <a:ext uri="{0D108BD9-81ED-4DB2-BD59-A6C34878D82A}">
                    <a16:rowId xmlns:a16="http://schemas.microsoft.com/office/drawing/2014/main" val="3601049412"/>
                  </a:ext>
                </a:extLst>
              </a:tr>
              <a:tr h="8975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/>
                        <a:t>Phi 14b</a:t>
                      </a:r>
                      <a:endParaRPr lang="en-US" sz="2400"/>
                    </a:p>
                    <a:p>
                      <a:pPr algn="ctr"/>
                      <a:endParaRPr lang="de-DE" sz="2400"/>
                    </a:p>
                  </a:txBody>
                  <a:tcPr marL="121287" marR="121287" marT="60644" marB="6064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/>
                        <a:t>100%</a:t>
                      </a:r>
                    </a:p>
                  </a:txBody>
                  <a:tcPr marL="121287" marR="121287" marT="60644" marB="6064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/>
                        <a:t>12m 8s</a:t>
                      </a:r>
                    </a:p>
                  </a:txBody>
                  <a:tcPr marL="121287" marR="121287" marT="60644" marB="6064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/>
                        <a:t>59.8k</a:t>
                      </a:r>
                    </a:p>
                  </a:txBody>
                  <a:tcPr marL="121287" marR="121287" marT="60644" marB="6064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/>
                        <a:t>0</a:t>
                      </a:r>
                    </a:p>
                  </a:txBody>
                  <a:tcPr marL="121287" marR="121287" marT="60644" marB="6064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/>
                        <a:t>0</a:t>
                      </a:r>
                    </a:p>
                  </a:txBody>
                  <a:tcPr marL="121287" marR="121287" marT="60644" marB="60644"/>
                </a:tc>
                <a:extLst>
                  <a:ext uri="{0D108BD9-81ED-4DB2-BD59-A6C34878D82A}">
                    <a16:rowId xmlns:a16="http://schemas.microsoft.com/office/drawing/2014/main" val="789368676"/>
                  </a:ext>
                </a:extLst>
              </a:tr>
              <a:tr h="533663">
                <a:tc>
                  <a:txBody>
                    <a:bodyPr/>
                    <a:lstStyle/>
                    <a:p>
                      <a:pPr algn="ctr"/>
                      <a:r>
                        <a:rPr lang="de-DE" sz="2400" b="1"/>
                        <a:t>Llama 3</a:t>
                      </a:r>
                    </a:p>
                  </a:txBody>
                  <a:tcPr marL="121287" marR="121287" marT="60644" marB="6064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/>
                        <a:t>100%</a:t>
                      </a:r>
                    </a:p>
                  </a:txBody>
                  <a:tcPr marL="121287" marR="121287" marT="60644" marB="6064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/>
                        <a:t>3m 41s</a:t>
                      </a:r>
                    </a:p>
                  </a:txBody>
                  <a:tcPr marL="121287" marR="121287" marT="60644" marB="6064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/>
                        <a:t>27.6k</a:t>
                      </a:r>
                    </a:p>
                  </a:txBody>
                  <a:tcPr marL="121287" marR="121287" marT="60644" marB="6064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/>
                        <a:t>0</a:t>
                      </a:r>
                    </a:p>
                  </a:txBody>
                  <a:tcPr marL="121287" marR="121287" marT="60644" marB="6064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/>
                        <a:t>0</a:t>
                      </a:r>
                    </a:p>
                  </a:txBody>
                  <a:tcPr marL="121287" marR="121287" marT="60644" marB="60644"/>
                </a:tc>
                <a:extLst>
                  <a:ext uri="{0D108BD9-81ED-4DB2-BD59-A6C34878D82A}">
                    <a16:rowId xmlns:a16="http://schemas.microsoft.com/office/drawing/2014/main" val="3142502610"/>
                  </a:ext>
                </a:extLst>
              </a:tr>
              <a:tr h="897525">
                <a:tc>
                  <a:txBody>
                    <a:bodyPr/>
                    <a:lstStyle/>
                    <a:p>
                      <a:pPr algn="ctr"/>
                      <a:r>
                        <a:rPr lang="de-DE" sz="2400" b="1"/>
                        <a:t>Qwen 1.5 7b</a:t>
                      </a:r>
                    </a:p>
                  </a:txBody>
                  <a:tcPr marL="121287" marR="121287" marT="60644" marB="6064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/>
                        <a:t>89.47%</a:t>
                      </a:r>
                    </a:p>
                  </a:txBody>
                  <a:tcPr marL="121287" marR="121287" marT="60644" marB="6064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/>
                        <a:t>6m 9s</a:t>
                      </a:r>
                    </a:p>
                    <a:p>
                      <a:pPr algn="ctr"/>
                      <a:endParaRPr lang="de-DE" sz="2400"/>
                    </a:p>
                  </a:txBody>
                  <a:tcPr marL="121287" marR="121287" marT="60644" marB="6064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/>
                        <a:t>50k </a:t>
                      </a:r>
                    </a:p>
                  </a:txBody>
                  <a:tcPr marL="121287" marR="121287" marT="60644" marB="6064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/>
                        <a:t>0</a:t>
                      </a:r>
                    </a:p>
                  </a:txBody>
                  <a:tcPr marL="121287" marR="121287" marT="60644" marB="6064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/>
                        <a:t>0</a:t>
                      </a:r>
                    </a:p>
                  </a:txBody>
                  <a:tcPr marL="121287" marR="121287" marT="60644" marB="60644"/>
                </a:tc>
                <a:extLst>
                  <a:ext uri="{0D108BD9-81ED-4DB2-BD59-A6C34878D82A}">
                    <a16:rowId xmlns:a16="http://schemas.microsoft.com/office/drawing/2014/main" val="22602778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5053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D1247-20B6-6101-5E1D-6F25187DA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9A7D0422-4178-43AD-8475-40EF9B1943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442" y="39091"/>
            <a:ext cx="11814007" cy="332192"/>
          </a:xfrm>
        </p:spPr>
        <p:txBody>
          <a:bodyPr/>
          <a:lstStyle/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BAD64F2-2EE6-952C-32AB-B9F8B2FBB1C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7200" y="5680430"/>
            <a:ext cx="11518249" cy="4248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endParaRPr lang="en-US"/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/>
          </a:p>
          <a:p>
            <a:pPr>
              <a:lnSpc>
                <a:spcPct val="90000"/>
              </a:lnSpc>
            </a:pP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1B51C-C32E-1253-FA93-34BE5E7F11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8833" y="6321325"/>
            <a:ext cx="5417799" cy="20880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de-DE" sz="800"/>
              <a:t>05.06.2025 | Ingolstadt | Morris Darren Babu | Master Thesis</a:t>
            </a:r>
            <a:endParaRPr lang="en-US" sz="8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2DA5B-6903-49D7-1114-7C47A02662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7799" cy="20880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800"/>
              <a:t>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CA6D54-0BDB-6BF0-C582-CF13EBE1FF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</p:spPr>
        <p:txBody>
          <a:bodyPr anchor="ctr">
            <a:normAutofit/>
          </a:bodyPr>
          <a:lstStyle/>
          <a:p>
            <a:fld id="{1A672BC3-475D-4374-8EEC-4CFA9934D311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2A23757-F55B-C173-72E0-A199ECBC7791}"/>
              </a:ext>
            </a:extLst>
          </p:cNvPr>
          <p:cNvSpPr>
            <a:spLocks noGrp="1"/>
          </p:cNvSpPr>
          <p:nvPr>
            <p:ph type="subTitle" idx="20"/>
          </p:nvPr>
        </p:nvSpPr>
        <p:spPr>
          <a:xfrm>
            <a:off x="336486" y="993777"/>
            <a:ext cx="11518964" cy="34544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 err="1"/>
              <a:t>Yaml</a:t>
            </a:r>
            <a:r>
              <a:rPr lang="en-US" b="1"/>
              <a:t> </a:t>
            </a:r>
            <a:r>
              <a:rPr lang="en-US" b="1" err="1"/>
              <a:t>cpp</a:t>
            </a:r>
            <a:r>
              <a:rPr lang="en-US" b="1"/>
              <a:t> (35 files, 1061 candidates)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4BF3CBE-2A6E-9DB4-4E10-C2C544068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550" y="487363"/>
            <a:ext cx="11520000" cy="455612"/>
          </a:xfrm>
        </p:spPr>
        <p:txBody>
          <a:bodyPr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de-DE" sz="2800" dirty="0"/>
              <a:t>Models - </a:t>
            </a:r>
            <a:r>
              <a:rPr lang="en-US" sz="2800" b="1" dirty="0">
                <a:solidFill>
                  <a:srgbClr val="00B050"/>
                </a:solidFill>
              </a:rPr>
              <a:t>Successf</a:t>
            </a:r>
            <a:r>
              <a:rPr lang="en-US" sz="2800" b="1" dirty="0"/>
              <a:t>ul </a:t>
            </a:r>
            <a:r>
              <a:rPr lang="en-US" sz="2800" b="1" dirty="0" err="1"/>
              <a:t>llms</a:t>
            </a:r>
            <a:br>
              <a:rPr lang="en-US" sz="1200" b="1" dirty="0"/>
            </a:br>
            <a:endParaRPr lang="de-DE" sz="12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82E3CC4-640E-BCB2-30E8-0AF4C0381C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4831118"/>
              </p:ext>
            </p:extLst>
          </p:nvPr>
        </p:nvGraphicFramePr>
        <p:xfrm>
          <a:off x="336550" y="1833587"/>
          <a:ext cx="11518902" cy="3820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3238">
                  <a:extLst>
                    <a:ext uri="{9D8B030D-6E8A-4147-A177-3AD203B41FA5}">
                      <a16:colId xmlns:a16="http://schemas.microsoft.com/office/drawing/2014/main" val="2314746134"/>
                    </a:ext>
                  </a:extLst>
                </a:gridCol>
                <a:gridCol w="1704294">
                  <a:extLst>
                    <a:ext uri="{9D8B030D-6E8A-4147-A177-3AD203B41FA5}">
                      <a16:colId xmlns:a16="http://schemas.microsoft.com/office/drawing/2014/main" val="171655825"/>
                    </a:ext>
                  </a:extLst>
                </a:gridCol>
                <a:gridCol w="1986132">
                  <a:extLst>
                    <a:ext uri="{9D8B030D-6E8A-4147-A177-3AD203B41FA5}">
                      <a16:colId xmlns:a16="http://schemas.microsoft.com/office/drawing/2014/main" val="4126498902"/>
                    </a:ext>
                  </a:extLst>
                </a:gridCol>
                <a:gridCol w="2085604">
                  <a:extLst>
                    <a:ext uri="{9D8B030D-6E8A-4147-A177-3AD203B41FA5}">
                      <a16:colId xmlns:a16="http://schemas.microsoft.com/office/drawing/2014/main" val="2441963015"/>
                    </a:ext>
                  </a:extLst>
                </a:gridCol>
                <a:gridCol w="1919817">
                  <a:extLst>
                    <a:ext uri="{9D8B030D-6E8A-4147-A177-3AD203B41FA5}">
                      <a16:colId xmlns:a16="http://schemas.microsoft.com/office/drawing/2014/main" val="2174932856"/>
                    </a:ext>
                  </a:extLst>
                </a:gridCol>
                <a:gridCol w="1919817">
                  <a:extLst>
                    <a:ext uri="{9D8B030D-6E8A-4147-A177-3AD203B41FA5}">
                      <a16:colId xmlns:a16="http://schemas.microsoft.com/office/drawing/2014/main" val="905690802"/>
                    </a:ext>
                  </a:extLst>
                </a:gridCol>
              </a:tblGrid>
              <a:tr h="883315">
                <a:tc>
                  <a:txBody>
                    <a:bodyPr/>
                    <a:lstStyle/>
                    <a:p>
                      <a:pPr algn="ctr"/>
                      <a:r>
                        <a:rPr lang="de-DE" sz="2300"/>
                        <a:t>Models</a:t>
                      </a:r>
                    </a:p>
                  </a:txBody>
                  <a:tcPr marL="119367" marR="119367" marT="59683" marB="596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300"/>
                        <a:t>Code Coverage</a:t>
                      </a:r>
                    </a:p>
                  </a:txBody>
                  <a:tcPr marL="119367" marR="119367" marT="59683" marB="59683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300"/>
                        <a:t>Time Taken</a:t>
                      </a:r>
                    </a:p>
                    <a:p>
                      <a:pPr algn="ctr"/>
                      <a:endParaRPr lang="de-DE" sz="2300"/>
                    </a:p>
                  </a:txBody>
                  <a:tcPr marL="119367" marR="119367" marT="59683" marB="596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300"/>
                        <a:t>No of tokens used</a:t>
                      </a:r>
                    </a:p>
                  </a:txBody>
                  <a:tcPr marL="119367" marR="119367" marT="59683" marB="596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300"/>
                        <a:t>Unique test cases</a:t>
                      </a:r>
                    </a:p>
                  </a:txBody>
                  <a:tcPr marL="119367" marR="119367" marT="59683" marB="596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300"/>
                        <a:t>Successfull fuzz tests</a:t>
                      </a:r>
                    </a:p>
                  </a:txBody>
                  <a:tcPr marL="119367" marR="119367" marT="59683" marB="59683"/>
                </a:tc>
                <a:extLst>
                  <a:ext uri="{0D108BD9-81ED-4DB2-BD59-A6C34878D82A}">
                    <a16:rowId xmlns:a16="http://schemas.microsoft.com/office/drawing/2014/main" val="3601049412"/>
                  </a:ext>
                </a:extLst>
              </a:tr>
              <a:tr h="124141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300" b="1"/>
                        <a:t>Qwen 2.5 coder 32b </a:t>
                      </a:r>
                      <a:endParaRPr lang="en-US" sz="2300"/>
                    </a:p>
                    <a:p>
                      <a:pPr algn="ctr"/>
                      <a:endParaRPr lang="de-DE" sz="2300"/>
                    </a:p>
                  </a:txBody>
                  <a:tcPr marL="119367" marR="119367" marT="59683" marB="596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300"/>
                        <a:t>43.08%</a:t>
                      </a:r>
                    </a:p>
                  </a:txBody>
                  <a:tcPr marL="119367" marR="119367" marT="59683" marB="596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300"/>
                        <a:t>32m 57s</a:t>
                      </a:r>
                    </a:p>
                  </a:txBody>
                  <a:tcPr marL="119367" marR="119367" marT="59683" marB="596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300"/>
                        <a:t>45.1k</a:t>
                      </a:r>
                    </a:p>
                  </a:txBody>
                  <a:tcPr marL="119367" marR="119367" marT="59683" marB="596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300"/>
                        <a:t>2.04k</a:t>
                      </a:r>
                    </a:p>
                  </a:txBody>
                  <a:tcPr marL="119367" marR="119367" marT="59683" marB="596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300"/>
                        <a:t>2</a:t>
                      </a:r>
                    </a:p>
                  </a:txBody>
                  <a:tcPr marL="119367" marR="119367" marT="59683" marB="59683"/>
                </a:tc>
                <a:extLst>
                  <a:ext uri="{0D108BD9-81ED-4DB2-BD59-A6C34878D82A}">
                    <a16:rowId xmlns:a16="http://schemas.microsoft.com/office/drawing/2014/main" val="789368676"/>
                  </a:ext>
                </a:extLst>
              </a:tr>
              <a:tr h="883315">
                <a:tc>
                  <a:txBody>
                    <a:bodyPr/>
                    <a:lstStyle/>
                    <a:p>
                      <a:pPr algn="ctr"/>
                      <a:r>
                        <a:rPr lang="de-DE" sz="2300" b="1"/>
                        <a:t>Gemma 3 27b</a:t>
                      </a:r>
                    </a:p>
                  </a:txBody>
                  <a:tcPr marL="119367" marR="119367" marT="59683" marB="596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300"/>
                        <a:t>45.06%</a:t>
                      </a:r>
                    </a:p>
                  </a:txBody>
                  <a:tcPr marL="119367" marR="119367" marT="59683" marB="59683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300"/>
                        <a:t>33m 33s</a:t>
                      </a:r>
                    </a:p>
                    <a:p>
                      <a:pPr algn="ctr"/>
                      <a:endParaRPr lang="de-DE" sz="2300"/>
                    </a:p>
                  </a:txBody>
                  <a:tcPr marL="119367" marR="119367" marT="59683" marB="596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300"/>
                        <a:t>40.2k </a:t>
                      </a:r>
                    </a:p>
                  </a:txBody>
                  <a:tcPr marL="119367" marR="119367" marT="59683" marB="596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300"/>
                        <a:t>2.05k</a:t>
                      </a:r>
                    </a:p>
                  </a:txBody>
                  <a:tcPr marL="119367" marR="119367" marT="59683" marB="596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300"/>
                        <a:t>2</a:t>
                      </a:r>
                    </a:p>
                  </a:txBody>
                  <a:tcPr marL="119367" marR="119367" marT="59683" marB="59683"/>
                </a:tc>
                <a:extLst>
                  <a:ext uri="{0D108BD9-81ED-4DB2-BD59-A6C34878D82A}">
                    <a16:rowId xmlns:a16="http://schemas.microsoft.com/office/drawing/2014/main" val="2260277877"/>
                  </a:ext>
                </a:extLst>
              </a:tr>
              <a:tr h="525215">
                <a:tc>
                  <a:txBody>
                    <a:bodyPr/>
                    <a:lstStyle/>
                    <a:p>
                      <a:pPr algn="ctr"/>
                      <a:r>
                        <a:rPr lang="de-DE" sz="2300" b="1"/>
                        <a:t>Phi 14b</a:t>
                      </a:r>
                    </a:p>
                  </a:txBody>
                  <a:tcPr marL="119367" marR="119367" marT="59683" marB="596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300"/>
                        <a:t>34.26%</a:t>
                      </a:r>
                    </a:p>
                  </a:txBody>
                  <a:tcPr marL="119367" marR="119367" marT="59683" marB="596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300"/>
                        <a:t>36m 36s</a:t>
                      </a:r>
                    </a:p>
                  </a:txBody>
                  <a:tcPr marL="119367" marR="119367" marT="59683" marB="596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300"/>
                        <a:t>71.5k</a:t>
                      </a:r>
                    </a:p>
                  </a:txBody>
                  <a:tcPr marL="119367" marR="119367" marT="59683" marB="596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300"/>
                        <a:t>2.22k</a:t>
                      </a:r>
                    </a:p>
                  </a:txBody>
                  <a:tcPr marL="119367" marR="119367" marT="59683" marB="596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300"/>
                        <a:t>1</a:t>
                      </a:r>
                    </a:p>
                  </a:txBody>
                  <a:tcPr marL="119367" marR="119367" marT="59683" marB="59683"/>
                </a:tc>
                <a:extLst>
                  <a:ext uri="{0D108BD9-81ED-4DB2-BD59-A6C34878D82A}">
                    <a16:rowId xmlns:a16="http://schemas.microsoft.com/office/drawing/2014/main" val="318432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2622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2511B-6EC2-CAE4-6A83-5142E34B1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3B279DE5-2530-EF4D-998B-42FC10D76A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442" y="39091"/>
            <a:ext cx="11814007" cy="332192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4A4DFE-8AE6-1FF8-B1E5-466107BD638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6486" y="5680430"/>
            <a:ext cx="11518963" cy="4248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endParaRPr lang="de-DE"/>
          </a:p>
          <a:p>
            <a:pPr>
              <a:lnSpc>
                <a:spcPct val="90000"/>
              </a:lnSpc>
            </a:pP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2ACA6-EEDD-A0A9-9C77-5B4B86C482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8833" y="6321325"/>
            <a:ext cx="5417799" cy="20880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de-DE" sz="800"/>
              <a:t>05.06.2025 | Ingolstadt | Morris Darren Babu | Master Thesis</a:t>
            </a:r>
            <a:endParaRPr lang="en-US" sz="8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2FAAB-00AB-D8FB-DCB4-6021C0B5E5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7799" cy="20880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800"/>
              <a:t>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4F554-D409-44D9-BD51-6A17BB08A8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</p:spPr>
        <p:txBody>
          <a:bodyPr anchor="ctr">
            <a:normAutofit/>
          </a:bodyPr>
          <a:lstStyle/>
          <a:p>
            <a:fld id="{1A672BC3-475D-4374-8EEC-4CFA9934D311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ADBB9660-EB4C-87B0-4C08-1BCCC5F36725}"/>
              </a:ext>
            </a:extLst>
          </p:cNvPr>
          <p:cNvSpPr>
            <a:spLocks noGrp="1"/>
          </p:cNvSpPr>
          <p:nvPr>
            <p:ph type="subTitle" idx="20"/>
          </p:nvPr>
        </p:nvSpPr>
        <p:spPr>
          <a:xfrm>
            <a:off x="336486" y="993777"/>
            <a:ext cx="11518964" cy="34544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 dirty="0" err="1"/>
              <a:t>Yaml</a:t>
            </a:r>
            <a:r>
              <a:rPr lang="en-US" b="1" dirty="0"/>
              <a:t> </a:t>
            </a:r>
            <a:r>
              <a:rPr lang="en-US" b="1" dirty="0" err="1"/>
              <a:t>cpp</a:t>
            </a:r>
            <a:r>
              <a:rPr lang="en-US" b="1" dirty="0"/>
              <a:t> (35 files, 1061 candidates)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32A2C50-C07E-2E50-290A-37DD8B713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550" y="487363"/>
            <a:ext cx="11520000" cy="455612"/>
          </a:xfrm>
        </p:spPr>
        <p:txBody>
          <a:bodyPr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de-DE" sz="2800" dirty="0"/>
              <a:t>Models - </a:t>
            </a:r>
            <a:r>
              <a:rPr lang="de-DE" sz="2800" b="1" dirty="0" err="1">
                <a:solidFill>
                  <a:srgbClr val="FF0000"/>
                </a:solidFill>
              </a:rPr>
              <a:t>Un</a:t>
            </a:r>
            <a:r>
              <a:rPr lang="en-US" sz="2800" b="1" dirty="0"/>
              <a:t>successful </a:t>
            </a:r>
            <a:r>
              <a:rPr lang="en-US" sz="2800" b="1" dirty="0" err="1"/>
              <a:t>llms</a:t>
            </a:r>
            <a:br>
              <a:rPr lang="en-US" sz="1200" b="1" dirty="0"/>
            </a:br>
            <a:endParaRPr lang="de-DE" sz="120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95C26E6-BC76-7A68-E553-09AD473E15AE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6096000" y="1651000"/>
            <a:ext cx="5759450" cy="3902075"/>
          </a:xfrm>
        </p:spPr>
        <p:txBody>
          <a:bodyPr>
            <a:normAutofit/>
          </a:bodyPr>
          <a:lstStyle/>
          <a:p>
            <a:endParaRPr lang="en-US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/>
          </a:p>
          <a:p>
            <a:endParaRPr lang="de-DE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D1FBE14-5AD6-3C92-A13D-1104CC71C2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0580907"/>
              </p:ext>
            </p:extLst>
          </p:nvPr>
        </p:nvGraphicFramePr>
        <p:xfrm>
          <a:off x="337200" y="1548023"/>
          <a:ext cx="11126255" cy="4221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2905">
                  <a:extLst>
                    <a:ext uri="{9D8B030D-6E8A-4147-A177-3AD203B41FA5}">
                      <a16:colId xmlns:a16="http://schemas.microsoft.com/office/drawing/2014/main" val="2314746134"/>
                    </a:ext>
                  </a:extLst>
                </a:gridCol>
                <a:gridCol w="1604629">
                  <a:extLst>
                    <a:ext uri="{9D8B030D-6E8A-4147-A177-3AD203B41FA5}">
                      <a16:colId xmlns:a16="http://schemas.microsoft.com/office/drawing/2014/main" val="171655825"/>
                    </a:ext>
                  </a:extLst>
                </a:gridCol>
                <a:gridCol w="1869985">
                  <a:extLst>
                    <a:ext uri="{9D8B030D-6E8A-4147-A177-3AD203B41FA5}">
                      <a16:colId xmlns:a16="http://schemas.microsoft.com/office/drawing/2014/main" val="4126498902"/>
                    </a:ext>
                  </a:extLst>
                </a:gridCol>
                <a:gridCol w="1963640">
                  <a:extLst>
                    <a:ext uri="{9D8B030D-6E8A-4147-A177-3AD203B41FA5}">
                      <a16:colId xmlns:a16="http://schemas.microsoft.com/office/drawing/2014/main" val="2441963015"/>
                    </a:ext>
                  </a:extLst>
                </a:gridCol>
                <a:gridCol w="1807548">
                  <a:extLst>
                    <a:ext uri="{9D8B030D-6E8A-4147-A177-3AD203B41FA5}">
                      <a16:colId xmlns:a16="http://schemas.microsoft.com/office/drawing/2014/main" val="2174932856"/>
                    </a:ext>
                  </a:extLst>
                </a:gridCol>
                <a:gridCol w="1807548">
                  <a:extLst>
                    <a:ext uri="{9D8B030D-6E8A-4147-A177-3AD203B41FA5}">
                      <a16:colId xmlns:a16="http://schemas.microsoft.com/office/drawing/2014/main" val="905690802"/>
                    </a:ext>
                  </a:extLst>
                </a:gridCol>
              </a:tblGrid>
              <a:tr h="492690">
                <a:tc>
                  <a:txBody>
                    <a:bodyPr/>
                    <a:lstStyle/>
                    <a:p>
                      <a:pPr algn="ctr"/>
                      <a:r>
                        <a:rPr lang="de-DE" sz="1100"/>
                        <a:t>Models</a:t>
                      </a:r>
                    </a:p>
                  </a:txBody>
                  <a:tcPr marL="58182" marR="58182" marT="29091" marB="290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/>
                        <a:t>Code Coverage</a:t>
                      </a:r>
                    </a:p>
                  </a:txBody>
                  <a:tcPr marL="58182" marR="58182" marT="29091" marB="2909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100"/>
                        <a:t>Time Taken</a:t>
                      </a:r>
                    </a:p>
                    <a:p>
                      <a:pPr algn="ctr"/>
                      <a:endParaRPr lang="de-DE" sz="1100"/>
                    </a:p>
                  </a:txBody>
                  <a:tcPr marL="58182" marR="58182" marT="29091" marB="290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/>
                        <a:t>No of tokens used</a:t>
                      </a:r>
                    </a:p>
                  </a:txBody>
                  <a:tcPr marL="58182" marR="58182" marT="29091" marB="290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/>
                        <a:t>Unique test cases</a:t>
                      </a:r>
                    </a:p>
                  </a:txBody>
                  <a:tcPr marL="58182" marR="58182" marT="29091" marB="290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/>
                        <a:t>Successfull fuzz tests</a:t>
                      </a:r>
                    </a:p>
                  </a:txBody>
                  <a:tcPr marL="58182" marR="58182" marT="29091" marB="29091"/>
                </a:tc>
                <a:extLst>
                  <a:ext uri="{0D108BD9-81ED-4DB2-BD59-A6C34878D82A}">
                    <a16:rowId xmlns:a16="http://schemas.microsoft.com/office/drawing/2014/main" val="3601049412"/>
                  </a:ext>
                </a:extLst>
              </a:tr>
              <a:tr h="4926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/>
                        <a:t>Codellama 32b</a:t>
                      </a:r>
                    </a:p>
                  </a:txBody>
                  <a:tcPr marL="58182" marR="58182" marT="29091" marB="290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/>
                        <a:t>0.00%</a:t>
                      </a:r>
                    </a:p>
                  </a:txBody>
                  <a:tcPr marL="58182" marR="58182" marT="29091" marB="290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/>
                        <a:t>50m 43s</a:t>
                      </a:r>
                    </a:p>
                  </a:txBody>
                  <a:tcPr marL="58182" marR="58182" marT="29091" marB="290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/>
                        <a:t>74k</a:t>
                      </a:r>
                    </a:p>
                  </a:txBody>
                  <a:tcPr marL="58182" marR="58182" marT="29091" marB="290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/>
                        <a:t>0</a:t>
                      </a:r>
                    </a:p>
                  </a:txBody>
                  <a:tcPr marL="58182" marR="58182" marT="29091" marB="290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/>
                        <a:t>0</a:t>
                      </a:r>
                    </a:p>
                  </a:txBody>
                  <a:tcPr marL="58182" marR="58182" marT="29091" marB="29091"/>
                </a:tc>
                <a:extLst>
                  <a:ext uri="{0D108BD9-81ED-4DB2-BD59-A6C34878D82A}">
                    <a16:rowId xmlns:a16="http://schemas.microsoft.com/office/drawing/2014/main" val="789368676"/>
                  </a:ext>
                </a:extLst>
              </a:tr>
              <a:tr h="492690">
                <a:tc>
                  <a:txBody>
                    <a:bodyPr/>
                    <a:lstStyle/>
                    <a:p>
                      <a:pPr algn="ctr"/>
                      <a:r>
                        <a:rPr lang="de-DE" sz="1100" b="1"/>
                        <a:t>Deepseek r1</a:t>
                      </a:r>
                    </a:p>
                  </a:txBody>
                  <a:tcPr marL="58182" marR="58182" marT="29091" marB="290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/>
                        <a:t>0.00%</a:t>
                      </a:r>
                    </a:p>
                  </a:txBody>
                  <a:tcPr marL="58182" marR="58182" marT="29091" marB="2909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100"/>
                        <a:t>1h 36m 53s</a:t>
                      </a:r>
                    </a:p>
                    <a:p>
                      <a:pPr algn="ctr"/>
                      <a:endParaRPr lang="de-DE" sz="1100"/>
                    </a:p>
                  </a:txBody>
                  <a:tcPr marL="58182" marR="58182" marT="29091" marB="290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/>
                        <a:t>54.9k </a:t>
                      </a:r>
                    </a:p>
                  </a:txBody>
                  <a:tcPr marL="58182" marR="58182" marT="29091" marB="290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/>
                        <a:t>0</a:t>
                      </a:r>
                    </a:p>
                  </a:txBody>
                  <a:tcPr marL="58182" marR="58182" marT="29091" marB="290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/>
                        <a:t>0</a:t>
                      </a:r>
                    </a:p>
                  </a:txBody>
                  <a:tcPr marL="58182" marR="58182" marT="29091" marB="29091"/>
                </a:tc>
                <a:extLst>
                  <a:ext uri="{0D108BD9-81ED-4DB2-BD59-A6C34878D82A}">
                    <a16:rowId xmlns:a16="http://schemas.microsoft.com/office/drawing/2014/main" val="2260277877"/>
                  </a:ext>
                </a:extLst>
              </a:tr>
              <a:tr h="492690">
                <a:tc>
                  <a:txBody>
                    <a:bodyPr/>
                    <a:lstStyle/>
                    <a:p>
                      <a:pPr algn="ctr"/>
                      <a:r>
                        <a:rPr lang="de-DE" sz="1100" b="1"/>
                        <a:t>Deepseek code</a:t>
                      </a:r>
                    </a:p>
                  </a:txBody>
                  <a:tcPr marL="58182" marR="58182" marT="29091" marB="290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/>
                        <a:t>0.00%</a:t>
                      </a:r>
                    </a:p>
                  </a:txBody>
                  <a:tcPr marL="58182" marR="58182" marT="29091" marB="290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/>
                        <a:t>1h 37m 39s</a:t>
                      </a:r>
                    </a:p>
                  </a:txBody>
                  <a:tcPr marL="58182" marR="58182" marT="29091" marB="290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/>
                        <a:t>48.8k</a:t>
                      </a:r>
                    </a:p>
                  </a:txBody>
                  <a:tcPr marL="58182" marR="58182" marT="29091" marB="290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/>
                        <a:t>0</a:t>
                      </a:r>
                    </a:p>
                  </a:txBody>
                  <a:tcPr marL="58182" marR="58182" marT="29091" marB="290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/>
                        <a:t>0</a:t>
                      </a:r>
                    </a:p>
                  </a:txBody>
                  <a:tcPr marL="58182" marR="58182" marT="29091" marB="29091"/>
                </a:tc>
                <a:extLst>
                  <a:ext uri="{0D108BD9-81ED-4DB2-BD59-A6C34878D82A}">
                    <a16:rowId xmlns:a16="http://schemas.microsoft.com/office/drawing/2014/main" val="318432004"/>
                  </a:ext>
                </a:extLst>
              </a:tr>
              <a:tr h="292950">
                <a:tc>
                  <a:txBody>
                    <a:bodyPr/>
                    <a:lstStyle/>
                    <a:p>
                      <a:pPr algn="ctr"/>
                      <a:r>
                        <a:rPr lang="de-DE" sz="1100" b="1"/>
                        <a:t>devstral</a:t>
                      </a:r>
                    </a:p>
                  </a:txBody>
                  <a:tcPr marL="58182" marR="58182" marT="29091" marB="2909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100"/>
                        <a:t>0.00%</a:t>
                      </a:r>
                    </a:p>
                  </a:txBody>
                  <a:tcPr marL="58182" marR="58182" marT="29091" marB="290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/>
                        <a:t>38m 57s</a:t>
                      </a:r>
                    </a:p>
                  </a:txBody>
                  <a:tcPr marL="58182" marR="58182" marT="29091" marB="290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/>
                        <a:t>82.6k</a:t>
                      </a:r>
                    </a:p>
                  </a:txBody>
                  <a:tcPr marL="58182" marR="58182" marT="29091" marB="290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/>
                        <a:t>0</a:t>
                      </a:r>
                    </a:p>
                  </a:txBody>
                  <a:tcPr marL="58182" marR="58182" marT="29091" marB="290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/>
                        <a:t>0</a:t>
                      </a:r>
                    </a:p>
                  </a:txBody>
                  <a:tcPr marL="58182" marR="58182" marT="29091" marB="29091"/>
                </a:tc>
                <a:extLst>
                  <a:ext uri="{0D108BD9-81ED-4DB2-BD59-A6C34878D82A}">
                    <a16:rowId xmlns:a16="http://schemas.microsoft.com/office/drawing/2014/main" val="274045069"/>
                  </a:ext>
                </a:extLst>
              </a:tr>
              <a:tr h="292950">
                <a:tc>
                  <a:txBody>
                    <a:bodyPr/>
                    <a:lstStyle/>
                    <a:p>
                      <a:pPr algn="ctr"/>
                      <a:r>
                        <a:rPr lang="de-DE" sz="1100" b="1"/>
                        <a:t>Llama 3 7b</a:t>
                      </a:r>
                    </a:p>
                  </a:txBody>
                  <a:tcPr marL="58182" marR="58182" marT="29091" marB="2909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100"/>
                        <a:t>0.00%</a:t>
                      </a:r>
                    </a:p>
                  </a:txBody>
                  <a:tcPr marL="58182" marR="58182" marT="29091" marB="290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/>
                        <a:t>27m 40s</a:t>
                      </a:r>
                    </a:p>
                  </a:txBody>
                  <a:tcPr marL="58182" marR="58182" marT="29091" marB="290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/>
                        <a:t>268k</a:t>
                      </a:r>
                    </a:p>
                  </a:txBody>
                  <a:tcPr marL="58182" marR="58182" marT="29091" marB="290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/>
                        <a:t>0</a:t>
                      </a:r>
                    </a:p>
                  </a:txBody>
                  <a:tcPr marL="58182" marR="58182" marT="29091" marB="290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/>
                        <a:t>0</a:t>
                      </a:r>
                    </a:p>
                  </a:txBody>
                  <a:tcPr marL="58182" marR="58182" marT="29091" marB="29091"/>
                </a:tc>
                <a:extLst>
                  <a:ext uri="{0D108BD9-81ED-4DB2-BD59-A6C34878D82A}">
                    <a16:rowId xmlns:a16="http://schemas.microsoft.com/office/drawing/2014/main" val="1767133050"/>
                  </a:ext>
                </a:extLst>
              </a:tr>
              <a:tr h="492690">
                <a:tc>
                  <a:txBody>
                    <a:bodyPr/>
                    <a:lstStyle/>
                    <a:p>
                      <a:pPr algn="ctr"/>
                      <a:r>
                        <a:rPr lang="de-DE" sz="1100" b="1"/>
                        <a:t>Starcoder 2 15</a:t>
                      </a:r>
                    </a:p>
                  </a:txBody>
                  <a:tcPr marL="58182" marR="58182" marT="29091" marB="2909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100"/>
                        <a:t>0.00%</a:t>
                      </a:r>
                    </a:p>
                  </a:txBody>
                  <a:tcPr marL="58182" marR="58182" marT="29091" marB="290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/>
                        <a:t>19m 55s</a:t>
                      </a:r>
                    </a:p>
                  </a:txBody>
                  <a:tcPr marL="58182" marR="58182" marT="29091" marB="290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/>
                        <a:t>114k</a:t>
                      </a:r>
                    </a:p>
                  </a:txBody>
                  <a:tcPr marL="58182" marR="58182" marT="29091" marB="290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/>
                        <a:t>0</a:t>
                      </a:r>
                    </a:p>
                  </a:txBody>
                  <a:tcPr marL="58182" marR="58182" marT="29091" marB="290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/>
                        <a:t>0</a:t>
                      </a:r>
                    </a:p>
                  </a:txBody>
                  <a:tcPr marL="58182" marR="58182" marT="29091" marB="29091"/>
                </a:tc>
                <a:extLst>
                  <a:ext uri="{0D108BD9-81ED-4DB2-BD59-A6C34878D82A}">
                    <a16:rowId xmlns:a16="http://schemas.microsoft.com/office/drawing/2014/main" val="117536283"/>
                  </a:ext>
                </a:extLst>
              </a:tr>
              <a:tr h="292950">
                <a:tc>
                  <a:txBody>
                    <a:bodyPr/>
                    <a:lstStyle/>
                    <a:p>
                      <a:pPr algn="ctr"/>
                      <a:r>
                        <a:rPr lang="de-DE" sz="1100" b="1"/>
                        <a:t>Wizardcoder</a:t>
                      </a:r>
                    </a:p>
                  </a:txBody>
                  <a:tcPr marL="58182" marR="58182" marT="29091" marB="2909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100"/>
                        <a:t>0.00%</a:t>
                      </a:r>
                    </a:p>
                  </a:txBody>
                  <a:tcPr marL="58182" marR="58182" marT="29091" marB="290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/>
                        <a:t>32m 15s</a:t>
                      </a:r>
                    </a:p>
                  </a:txBody>
                  <a:tcPr marL="58182" marR="58182" marT="29091" marB="290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/>
                        <a:t>32.5k</a:t>
                      </a:r>
                    </a:p>
                  </a:txBody>
                  <a:tcPr marL="58182" marR="58182" marT="29091" marB="290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/>
                        <a:t>0</a:t>
                      </a:r>
                    </a:p>
                  </a:txBody>
                  <a:tcPr marL="58182" marR="58182" marT="29091" marB="290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/>
                        <a:t>0</a:t>
                      </a:r>
                    </a:p>
                  </a:txBody>
                  <a:tcPr marL="58182" marR="58182" marT="29091" marB="29091"/>
                </a:tc>
                <a:extLst>
                  <a:ext uri="{0D108BD9-81ED-4DB2-BD59-A6C34878D82A}">
                    <a16:rowId xmlns:a16="http://schemas.microsoft.com/office/drawing/2014/main" val="2670270214"/>
                  </a:ext>
                </a:extLst>
              </a:tr>
              <a:tr h="292950">
                <a:tc>
                  <a:txBody>
                    <a:bodyPr/>
                    <a:lstStyle/>
                    <a:p>
                      <a:pPr algn="ctr"/>
                      <a:r>
                        <a:rPr lang="de-DE" sz="1100" b="1"/>
                        <a:t>Yi 34b</a:t>
                      </a:r>
                    </a:p>
                  </a:txBody>
                  <a:tcPr marL="58182" marR="58182" marT="29091" marB="2909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100"/>
                        <a:t>0.00%</a:t>
                      </a:r>
                    </a:p>
                  </a:txBody>
                  <a:tcPr marL="58182" marR="58182" marT="29091" marB="290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/>
                        <a:t>2h 39m 53s</a:t>
                      </a:r>
                    </a:p>
                  </a:txBody>
                  <a:tcPr marL="58182" marR="58182" marT="29091" marB="290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/>
                        <a:t>74.9k</a:t>
                      </a:r>
                    </a:p>
                  </a:txBody>
                  <a:tcPr marL="58182" marR="58182" marT="29091" marB="290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/>
                        <a:t>0</a:t>
                      </a:r>
                    </a:p>
                  </a:txBody>
                  <a:tcPr marL="58182" marR="58182" marT="29091" marB="290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/>
                        <a:t>0</a:t>
                      </a:r>
                    </a:p>
                  </a:txBody>
                  <a:tcPr marL="58182" marR="58182" marT="29091" marB="29091"/>
                </a:tc>
                <a:extLst>
                  <a:ext uri="{0D108BD9-81ED-4DB2-BD59-A6C34878D82A}">
                    <a16:rowId xmlns:a16="http://schemas.microsoft.com/office/drawing/2014/main" val="379828234"/>
                  </a:ext>
                </a:extLst>
              </a:tr>
              <a:tr h="292950">
                <a:tc>
                  <a:txBody>
                    <a:bodyPr/>
                    <a:lstStyle/>
                    <a:p>
                      <a:pPr algn="ctr"/>
                      <a:r>
                        <a:rPr lang="de-DE" sz="1100" b="1"/>
                        <a:t>Magistral 24b</a:t>
                      </a:r>
                    </a:p>
                  </a:txBody>
                  <a:tcPr marL="58182" marR="58182" marT="29091" marB="2909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100"/>
                        <a:t>0.00%</a:t>
                      </a:r>
                    </a:p>
                  </a:txBody>
                  <a:tcPr marL="58182" marR="58182" marT="29091" marB="290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/>
                        <a:t>-</a:t>
                      </a:r>
                    </a:p>
                  </a:txBody>
                  <a:tcPr marL="58182" marR="58182" marT="29091" marB="290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/>
                        <a:t>-</a:t>
                      </a:r>
                    </a:p>
                  </a:txBody>
                  <a:tcPr marL="58182" marR="58182" marT="29091" marB="2909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100"/>
                        <a:t>0</a:t>
                      </a:r>
                    </a:p>
                  </a:txBody>
                  <a:tcPr marL="58182" marR="58182" marT="29091" marB="2909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100"/>
                        <a:t>0</a:t>
                      </a:r>
                    </a:p>
                  </a:txBody>
                  <a:tcPr marL="58182" marR="58182" marT="29091" marB="29091"/>
                </a:tc>
                <a:extLst>
                  <a:ext uri="{0D108BD9-81ED-4DB2-BD59-A6C34878D82A}">
                    <a16:rowId xmlns:a16="http://schemas.microsoft.com/office/drawing/2014/main" val="950781406"/>
                  </a:ext>
                </a:extLst>
              </a:tr>
              <a:tr h="292950">
                <a:tc>
                  <a:txBody>
                    <a:bodyPr/>
                    <a:lstStyle/>
                    <a:p>
                      <a:pPr algn="ctr"/>
                      <a:r>
                        <a:rPr lang="de-DE" sz="1100" b="1"/>
                        <a:t>Mixtral</a:t>
                      </a:r>
                    </a:p>
                  </a:txBody>
                  <a:tcPr marL="58182" marR="58182" marT="29091" marB="2909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100"/>
                        <a:t>0.00%</a:t>
                      </a:r>
                    </a:p>
                  </a:txBody>
                  <a:tcPr marL="58182" marR="58182" marT="29091" marB="290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/>
                        <a:t>-</a:t>
                      </a:r>
                    </a:p>
                  </a:txBody>
                  <a:tcPr marL="58182" marR="58182" marT="29091" marB="290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/>
                        <a:t>-</a:t>
                      </a:r>
                    </a:p>
                  </a:txBody>
                  <a:tcPr marL="58182" marR="58182" marT="29091" marB="2909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100"/>
                        <a:t>0</a:t>
                      </a:r>
                    </a:p>
                  </a:txBody>
                  <a:tcPr marL="58182" marR="58182" marT="29091" marB="2909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100" dirty="0"/>
                        <a:t>0</a:t>
                      </a:r>
                    </a:p>
                  </a:txBody>
                  <a:tcPr marL="58182" marR="58182" marT="29091" marB="29091"/>
                </a:tc>
                <a:extLst>
                  <a:ext uri="{0D108BD9-81ED-4DB2-BD59-A6C34878D82A}">
                    <a16:rowId xmlns:a16="http://schemas.microsoft.com/office/drawing/2014/main" val="18751971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1148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CBAB1-4E60-7FB3-22B1-C18DE8196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E4B1F72B-9D18-5DBE-CE4D-D1CA0945D9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442" y="39091"/>
            <a:ext cx="11814007" cy="332192"/>
          </a:xfrm>
        </p:spPr>
        <p:txBody>
          <a:bodyPr/>
          <a:lstStyle/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3D5112D-4CC2-F279-3781-17A7FD462F8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7200" y="5680430"/>
            <a:ext cx="11518249" cy="4248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endParaRPr lang="en-US"/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/>
          </a:p>
          <a:p>
            <a:pPr>
              <a:lnSpc>
                <a:spcPct val="90000"/>
              </a:lnSpc>
            </a:pP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C72F67-A4F1-BD72-6505-4D0396D36D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8833" y="6321325"/>
            <a:ext cx="5417799" cy="20880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de-DE" sz="800"/>
              <a:t>05.06.2025 | Ingolstadt | Morris Darren Babu | Master Thesis</a:t>
            </a:r>
            <a:endParaRPr lang="en-US" sz="8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A8843-AD76-0B61-B6E8-5B1F81EC23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7799" cy="20880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800"/>
              <a:t>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A25CB-15BE-8D39-E09A-DEB7AEB55E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</p:spPr>
        <p:txBody>
          <a:bodyPr anchor="ctr">
            <a:normAutofit/>
          </a:bodyPr>
          <a:lstStyle/>
          <a:p>
            <a:fld id="{1A672BC3-475D-4374-8EEC-4CFA9934D311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CB5E481-E72C-FA5E-F08B-F5EB5139F2D3}"/>
              </a:ext>
            </a:extLst>
          </p:cNvPr>
          <p:cNvSpPr>
            <a:spLocks noGrp="1"/>
          </p:cNvSpPr>
          <p:nvPr>
            <p:ph type="subTitle" idx="20"/>
          </p:nvPr>
        </p:nvSpPr>
        <p:spPr>
          <a:xfrm>
            <a:off x="336486" y="993777"/>
            <a:ext cx="11518964" cy="34544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 dirty="0" err="1"/>
              <a:t>fmt</a:t>
            </a:r>
            <a:endParaRPr lang="en-US" b="1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720F83A1-B075-14F9-3BE9-EE55C1C69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550" y="487363"/>
            <a:ext cx="11520000" cy="455612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de-DE" sz="2500" dirty="0"/>
              <a:t>Models - </a:t>
            </a:r>
            <a:r>
              <a:rPr lang="de-DE" sz="2500" b="1" dirty="0" err="1">
                <a:solidFill>
                  <a:srgbClr val="FF0000"/>
                </a:solidFill>
              </a:rPr>
              <a:t>Un</a:t>
            </a:r>
            <a:r>
              <a:rPr lang="en-US" sz="2500" b="1" dirty="0"/>
              <a:t>Successful </a:t>
            </a:r>
            <a:r>
              <a:rPr lang="en-US" sz="2500" b="1" dirty="0" err="1"/>
              <a:t>llms</a:t>
            </a:r>
            <a:endParaRPr lang="de-DE" sz="25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10004F8-2F19-6F99-C224-4A5D7CCB46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5839484"/>
              </p:ext>
            </p:extLst>
          </p:nvPr>
        </p:nvGraphicFramePr>
        <p:xfrm>
          <a:off x="336550" y="2087485"/>
          <a:ext cx="11518904" cy="36888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259">
                  <a:extLst>
                    <a:ext uri="{9D8B030D-6E8A-4147-A177-3AD203B41FA5}">
                      <a16:colId xmlns:a16="http://schemas.microsoft.com/office/drawing/2014/main" val="2314746134"/>
                    </a:ext>
                  </a:extLst>
                </a:gridCol>
                <a:gridCol w="1714162">
                  <a:extLst>
                    <a:ext uri="{9D8B030D-6E8A-4147-A177-3AD203B41FA5}">
                      <a16:colId xmlns:a16="http://schemas.microsoft.com/office/drawing/2014/main" val="171655825"/>
                    </a:ext>
                  </a:extLst>
                </a:gridCol>
                <a:gridCol w="1997633">
                  <a:extLst>
                    <a:ext uri="{9D8B030D-6E8A-4147-A177-3AD203B41FA5}">
                      <a16:colId xmlns:a16="http://schemas.microsoft.com/office/drawing/2014/main" val="4126498902"/>
                    </a:ext>
                  </a:extLst>
                </a:gridCol>
                <a:gridCol w="2030982">
                  <a:extLst>
                    <a:ext uri="{9D8B030D-6E8A-4147-A177-3AD203B41FA5}">
                      <a16:colId xmlns:a16="http://schemas.microsoft.com/office/drawing/2014/main" val="2441963015"/>
                    </a:ext>
                  </a:extLst>
                </a:gridCol>
                <a:gridCol w="1930934">
                  <a:extLst>
                    <a:ext uri="{9D8B030D-6E8A-4147-A177-3AD203B41FA5}">
                      <a16:colId xmlns:a16="http://schemas.microsoft.com/office/drawing/2014/main" val="2174932856"/>
                    </a:ext>
                  </a:extLst>
                </a:gridCol>
                <a:gridCol w="1930934">
                  <a:extLst>
                    <a:ext uri="{9D8B030D-6E8A-4147-A177-3AD203B41FA5}">
                      <a16:colId xmlns:a16="http://schemas.microsoft.com/office/drawing/2014/main" val="905690802"/>
                    </a:ext>
                  </a:extLst>
                </a:gridCol>
              </a:tblGrid>
              <a:tr h="888430">
                <a:tc>
                  <a:txBody>
                    <a:bodyPr/>
                    <a:lstStyle/>
                    <a:p>
                      <a:pPr algn="ctr"/>
                      <a:r>
                        <a:rPr lang="de-DE" sz="2400"/>
                        <a:t>Models</a:t>
                      </a:r>
                    </a:p>
                  </a:txBody>
                  <a:tcPr marL="120058" marR="120058" marT="60029" marB="6002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/>
                        <a:t>Code Coverage</a:t>
                      </a:r>
                    </a:p>
                  </a:txBody>
                  <a:tcPr marL="120058" marR="120058" marT="60029" marB="60029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/>
                        <a:t>Time Taken</a:t>
                      </a:r>
                    </a:p>
                    <a:p>
                      <a:pPr algn="ctr"/>
                      <a:endParaRPr lang="de-DE" sz="2400"/>
                    </a:p>
                  </a:txBody>
                  <a:tcPr marL="120058" marR="120058" marT="60029" marB="6002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/>
                        <a:t>No of tokens used</a:t>
                      </a:r>
                    </a:p>
                  </a:txBody>
                  <a:tcPr marL="120058" marR="120058" marT="60029" marB="6002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/>
                        <a:t>Unique test cases</a:t>
                      </a:r>
                    </a:p>
                  </a:txBody>
                  <a:tcPr marL="120058" marR="120058" marT="60029" marB="6002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/>
                        <a:t>Successfull fuzz tests</a:t>
                      </a:r>
                    </a:p>
                  </a:txBody>
                  <a:tcPr marL="120058" marR="120058" marT="60029" marB="60029"/>
                </a:tc>
                <a:extLst>
                  <a:ext uri="{0D108BD9-81ED-4DB2-BD59-A6C34878D82A}">
                    <a16:rowId xmlns:a16="http://schemas.microsoft.com/office/drawing/2014/main" val="3601049412"/>
                  </a:ext>
                </a:extLst>
              </a:tr>
              <a:tr h="12486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/>
                        <a:t>Qwen 2.5 coder 32b </a:t>
                      </a:r>
                      <a:endParaRPr lang="en-US" sz="2400"/>
                    </a:p>
                    <a:p>
                      <a:pPr algn="ctr"/>
                      <a:endParaRPr lang="de-DE" sz="2400"/>
                    </a:p>
                  </a:txBody>
                  <a:tcPr marL="120058" marR="120058" marT="60029" marB="6002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/>
                        <a:t>0.00%</a:t>
                      </a:r>
                    </a:p>
                  </a:txBody>
                  <a:tcPr marL="120058" marR="120058" marT="60029" marB="6002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/>
                        <a:t>43m 20s</a:t>
                      </a:r>
                    </a:p>
                  </a:txBody>
                  <a:tcPr marL="120058" marR="120058" marT="60029" marB="6002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/>
                        <a:t>59.8k</a:t>
                      </a:r>
                    </a:p>
                  </a:txBody>
                  <a:tcPr marL="120058" marR="120058" marT="60029" marB="6002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/>
                        <a:t>0</a:t>
                      </a:r>
                    </a:p>
                  </a:txBody>
                  <a:tcPr marL="120058" marR="120058" marT="60029" marB="6002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/>
                        <a:t>0</a:t>
                      </a:r>
                    </a:p>
                  </a:txBody>
                  <a:tcPr marL="120058" marR="120058" marT="60029" marB="60029"/>
                </a:tc>
                <a:extLst>
                  <a:ext uri="{0D108BD9-81ED-4DB2-BD59-A6C34878D82A}">
                    <a16:rowId xmlns:a16="http://schemas.microsoft.com/office/drawing/2014/main" val="789368676"/>
                  </a:ext>
                </a:extLst>
              </a:tr>
              <a:tr h="888430">
                <a:tc>
                  <a:txBody>
                    <a:bodyPr/>
                    <a:lstStyle/>
                    <a:p>
                      <a:pPr algn="ctr"/>
                      <a:r>
                        <a:rPr lang="de-DE" sz="2400" b="1"/>
                        <a:t>Gemma 3 27b</a:t>
                      </a:r>
                    </a:p>
                  </a:txBody>
                  <a:tcPr marL="120058" marR="120058" marT="60029" marB="6002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/>
                        <a:t>0.00%</a:t>
                      </a:r>
                    </a:p>
                  </a:txBody>
                  <a:tcPr marL="120058" marR="120058" marT="60029" marB="60029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/>
                        <a:t>41m 59s</a:t>
                      </a:r>
                    </a:p>
                    <a:p>
                      <a:pPr algn="ctr"/>
                      <a:endParaRPr lang="de-DE" sz="2400"/>
                    </a:p>
                  </a:txBody>
                  <a:tcPr marL="120058" marR="120058" marT="60029" marB="6002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/>
                        <a:t>73.9k </a:t>
                      </a:r>
                    </a:p>
                  </a:txBody>
                  <a:tcPr marL="120058" marR="120058" marT="60029" marB="6002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/>
                        <a:t>0</a:t>
                      </a:r>
                    </a:p>
                  </a:txBody>
                  <a:tcPr marL="120058" marR="120058" marT="60029" marB="6002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/>
                        <a:t>0</a:t>
                      </a:r>
                    </a:p>
                  </a:txBody>
                  <a:tcPr marL="120058" marR="120058" marT="60029" marB="60029"/>
                </a:tc>
                <a:extLst>
                  <a:ext uri="{0D108BD9-81ED-4DB2-BD59-A6C34878D82A}">
                    <a16:rowId xmlns:a16="http://schemas.microsoft.com/office/drawing/2014/main" val="22602778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6361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07BB5-BBBC-E9A9-9699-89FDF9D3E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75BD0FA5-538C-7F53-1F40-6272854E8F4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442" y="39091"/>
            <a:ext cx="11814007" cy="332192"/>
          </a:xfrm>
        </p:spPr>
        <p:txBody>
          <a:bodyPr/>
          <a:lstStyle/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498E765-21A8-9F30-C716-3B1D83E90F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7200" y="5680430"/>
            <a:ext cx="11518249" cy="4248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endParaRPr lang="en-US"/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/>
          </a:p>
          <a:p>
            <a:pPr>
              <a:lnSpc>
                <a:spcPct val="90000"/>
              </a:lnSpc>
            </a:pP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35C08-368B-A62D-3DA1-4CE28B39E2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8833" y="6321325"/>
            <a:ext cx="5417799" cy="20880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de-DE" sz="800"/>
              <a:t>05.06.2025 | Ingolstadt | Morris Darren Babu | Master Thesis</a:t>
            </a:r>
            <a:endParaRPr lang="en-US" sz="8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88A928-6C7D-B9E2-BE02-64E937C06C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7799" cy="20880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800"/>
              <a:t>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9D001-B634-C997-1B86-A819D1FEB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</p:spPr>
        <p:txBody>
          <a:bodyPr anchor="ctr">
            <a:normAutofit/>
          </a:bodyPr>
          <a:lstStyle/>
          <a:p>
            <a:fld id="{1A672BC3-475D-4374-8EEC-4CFA9934D311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977D8AE3-374F-FBCA-DC2B-D7B0266163E4}"/>
              </a:ext>
            </a:extLst>
          </p:cNvPr>
          <p:cNvSpPr>
            <a:spLocks noGrp="1"/>
          </p:cNvSpPr>
          <p:nvPr>
            <p:ph type="subTitle" idx="20"/>
          </p:nvPr>
        </p:nvSpPr>
        <p:spPr>
          <a:xfrm>
            <a:off x="336486" y="993777"/>
            <a:ext cx="11518964" cy="34544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 dirty="0" err="1"/>
              <a:t>pugixml</a:t>
            </a:r>
            <a:endParaRPr lang="en-US" b="1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4AAA1D5-1639-78DC-87DC-FB895EA40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550" y="487363"/>
            <a:ext cx="11520000" cy="455612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de-DE" sz="2500" dirty="0"/>
              <a:t>Models - </a:t>
            </a:r>
            <a:r>
              <a:rPr lang="en-US" sz="2500" b="1" dirty="0">
                <a:solidFill>
                  <a:srgbClr val="00B050"/>
                </a:solidFill>
              </a:rPr>
              <a:t>Success</a:t>
            </a:r>
            <a:r>
              <a:rPr lang="en-US" sz="2500" b="1" dirty="0"/>
              <a:t>ful </a:t>
            </a:r>
            <a:r>
              <a:rPr lang="en-US" sz="2500" b="1" dirty="0" err="1"/>
              <a:t>llms</a:t>
            </a:r>
            <a:endParaRPr lang="de-DE" sz="25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CE05AFB-1C23-8EEE-D92A-47C6E81836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8064200"/>
              </p:ext>
            </p:extLst>
          </p:nvPr>
        </p:nvGraphicFramePr>
        <p:xfrm>
          <a:off x="336550" y="2087485"/>
          <a:ext cx="11518904" cy="40177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259">
                  <a:extLst>
                    <a:ext uri="{9D8B030D-6E8A-4147-A177-3AD203B41FA5}">
                      <a16:colId xmlns:a16="http://schemas.microsoft.com/office/drawing/2014/main" val="2314746134"/>
                    </a:ext>
                  </a:extLst>
                </a:gridCol>
                <a:gridCol w="1714162">
                  <a:extLst>
                    <a:ext uri="{9D8B030D-6E8A-4147-A177-3AD203B41FA5}">
                      <a16:colId xmlns:a16="http://schemas.microsoft.com/office/drawing/2014/main" val="171655825"/>
                    </a:ext>
                  </a:extLst>
                </a:gridCol>
                <a:gridCol w="1997633">
                  <a:extLst>
                    <a:ext uri="{9D8B030D-6E8A-4147-A177-3AD203B41FA5}">
                      <a16:colId xmlns:a16="http://schemas.microsoft.com/office/drawing/2014/main" val="4126498902"/>
                    </a:ext>
                  </a:extLst>
                </a:gridCol>
                <a:gridCol w="2030982">
                  <a:extLst>
                    <a:ext uri="{9D8B030D-6E8A-4147-A177-3AD203B41FA5}">
                      <a16:colId xmlns:a16="http://schemas.microsoft.com/office/drawing/2014/main" val="2441963015"/>
                    </a:ext>
                  </a:extLst>
                </a:gridCol>
                <a:gridCol w="1930934">
                  <a:extLst>
                    <a:ext uri="{9D8B030D-6E8A-4147-A177-3AD203B41FA5}">
                      <a16:colId xmlns:a16="http://schemas.microsoft.com/office/drawing/2014/main" val="2174932856"/>
                    </a:ext>
                  </a:extLst>
                </a:gridCol>
                <a:gridCol w="1930934">
                  <a:extLst>
                    <a:ext uri="{9D8B030D-6E8A-4147-A177-3AD203B41FA5}">
                      <a16:colId xmlns:a16="http://schemas.microsoft.com/office/drawing/2014/main" val="905690802"/>
                    </a:ext>
                  </a:extLst>
                </a:gridCol>
              </a:tblGrid>
              <a:tr h="888430">
                <a:tc>
                  <a:txBody>
                    <a:bodyPr/>
                    <a:lstStyle/>
                    <a:p>
                      <a:pPr algn="ctr"/>
                      <a:r>
                        <a:rPr lang="de-DE" sz="2400"/>
                        <a:t>Models</a:t>
                      </a:r>
                    </a:p>
                  </a:txBody>
                  <a:tcPr marL="120058" marR="120058" marT="60029" marB="6002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/>
                        <a:t>Code Coverage</a:t>
                      </a:r>
                    </a:p>
                  </a:txBody>
                  <a:tcPr marL="120058" marR="120058" marT="60029" marB="60029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/>
                        <a:t>Time Taken</a:t>
                      </a:r>
                    </a:p>
                    <a:p>
                      <a:pPr algn="ctr"/>
                      <a:endParaRPr lang="de-DE" sz="2400"/>
                    </a:p>
                  </a:txBody>
                  <a:tcPr marL="120058" marR="120058" marT="60029" marB="6002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/>
                        <a:t>No of tokens used</a:t>
                      </a:r>
                    </a:p>
                  </a:txBody>
                  <a:tcPr marL="120058" marR="120058" marT="60029" marB="6002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/>
                        <a:t>Unique test cases</a:t>
                      </a:r>
                    </a:p>
                  </a:txBody>
                  <a:tcPr marL="120058" marR="120058" marT="60029" marB="6002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/>
                        <a:t>Successfull fuzz tests</a:t>
                      </a:r>
                    </a:p>
                  </a:txBody>
                  <a:tcPr marL="120058" marR="120058" marT="60029" marB="60029"/>
                </a:tc>
                <a:extLst>
                  <a:ext uri="{0D108BD9-81ED-4DB2-BD59-A6C34878D82A}">
                    <a16:rowId xmlns:a16="http://schemas.microsoft.com/office/drawing/2014/main" val="3601049412"/>
                  </a:ext>
                </a:extLst>
              </a:tr>
              <a:tr h="12486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/>
                        <a:t>Qwen 2.5 coder 32b </a:t>
                      </a:r>
                      <a:endParaRPr lang="en-US" sz="2400"/>
                    </a:p>
                    <a:p>
                      <a:pPr algn="ctr"/>
                      <a:endParaRPr lang="de-DE" sz="2400"/>
                    </a:p>
                  </a:txBody>
                  <a:tcPr marL="120058" marR="120058" marT="60029" marB="6002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/>
                        <a:t>34.77%</a:t>
                      </a:r>
                    </a:p>
                  </a:txBody>
                  <a:tcPr marL="120058" marR="120058" marT="60029" marB="6002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/>
                        <a:t>37m 24s</a:t>
                      </a:r>
                    </a:p>
                  </a:txBody>
                  <a:tcPr marL="120058" marR="120058" marT="60029" marB="6002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/>
                        <a:t>43.1k</a:t>
                      </a:r>
                    </a:p>
                  </a:txBody>
                  <a:tcPr marL="120058" marR="120058" marT="60029" marB="6002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/>
                        <a:t>2.5k</a:t>
                      </a:r>
                    </a:p>
                  </a:txBody>
                  <a:tcPr marL="120058" marR="120058" marT="60029" marB="6002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/>
                        <a:t>1</a:t>
                      </a:r>
                    </a:p>
                  </a:txBody>
                  <a:tcPr marL="120058" marR="120058" marT="60029" marB="60029"/>
                </a:tc>
                <a:extLst>
                  <a:ext uri="{0D108BD9-81ED-4DB2-BD59-A6C34878D82A}">
                    <a16:rowId xmlns:a16="http://schemas.microsoft.com/office/drawing/2014/main" val="789368676"/>
                  </a:ext>
                </a:extLst>
              </a:tr>
              <a:tr h="888430">
                <a:tc>
                  <a:txBody>
                    <a:bodyPr/>
                    <a:lstStyle/>
                    <a:p>
                      <a:pPr algn="ctr"/>
                      <a:r>
                        <a:rPr lang="de-DE" sz="2400" b="1"/>
                        <a:t>Gemma 3 27b</a:t>
                      </a:r>
                    </a:p>
                  </a:txBody>
                  <a:tcPr marL="120058" marR="120058" marT="60029" marB="6002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/>
                        <a:t>0.00%</a:t>
                      </a:r>
                    </a:p>
                  </a:txBody>
                  <a:tcPr marL="120058" marR="120058" marT="60029" marB="60029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/>
                        <a:t>1h 12m 8s</a:t>
                      </a:r>
                    </a:p>
                    <a:p>
                      <a:pPr algn="ctr"/>
                      <a:endParaRPr lang="de-DE" sz="2400"/>
                    </a:p>
                  </a:txBody>
                  <a:tcPr marL="120058" marR="120058" marT="60029" marB="6002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/>
                        <a:t>122k </a:t>
                      </a:r>
                    </a:p>
                  </a:txBody>
                  <a:tcPr marL="120058" marR="120058" marT="60029" marB="6002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/>
                        <a:t>0</a:t>
                      </a:r>
                    </a:p>
                  </a:txBody>
                  <a:tcPr marL="120058" marR="120058" marT="60029" marB="6002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/>
                        <a:t>0</a:t>
                      </a:r>
                    </a:p>
                  </a:txBody>
                  <a:tcPr marL="120058" marR="120058" marT="60029" marB="60029"/>
                </a:tc>
                <a:extLst>
                  <a:ext uri="{0D108BD9-81ED-4DB2-BD59-A6C34878D82A}">
                    <a16:rowId xmlns:a16="http://schemas.microsoft.com/office/drawing/2014/main" val="22602778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2708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6078F-05F0-FA93-DD6A-C19F85702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1">
            <a:extLst>
              <a:ext uri="{FF2B5EF4-FFF2-40B4-BE49-F238E27FC236}">
                <a16:creationId xmlns:a16="http://schemas.microsoft.com/office/drawing/2014/main" id="{CA6F14DB-C9DE-AAA8-AF2F-84726B61C4B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442" y="39091"/>
            <a:ext cx="11814007" cy="332192"/>
          </a:xfrm>
        </p:spPr>
        <p:txBody>
          <a:bodyPr/>
          <a:lstStyle/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FDE291F-9B6F-1B65-D737-69A9BC0956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7200" y="5680430"/>
            <a:ext cx="11518249" cy="4248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endParaRPr lang="en-US"/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/>
          </a:p>
          <a:p>
            <a:pPr>
              <a:lnSpc>
                <a:spcPct val="90000"/>
              </a:lnSpc>
            </a:pP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7B9A3-8366-D1C9-C0AE-CEA943993A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8833" y="6321325"/>
            <a:ext cx="5417799" cy="20880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de-DE" sz="800"/>
              <a:t>05.06.2025 | Ingolstadt | Morris Darren Babu | Master Thesis</a:t>
            </a:r>
            <a:endParaRPr lang="en-US" sz="8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B4248-53FF-792A-E2E5-70BC089080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7799" cy="20880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800"/>
              <a:t>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8116B-5A3B-C300-DD4A-97187186B8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</p:spPr>
        <p:txBody>
          <a:bodyPr anchor="ctr">
            <a:normAutofit/>
          </a:bodyPr>
          <a:lstStyle/>
          <a:p>
            <a:fld id="{1A672BC3-475D-4374-8EEC-4CFA9934D311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31646886-6B2F-84DE-F787-8D3985947C35}"/>
              </a:ext>
            </a:extLst>
          </p:cNvPr>
          <p:cNvSpPr>
            <a:spLocks noGrp="1"/>
          </p:cNvSpPr>
          <p:nvPr>
            <p:ph type="subTitle" idx="20"/>
          </p:nvPr>
        </p:nvSpPr>
        <p:spPr>
          <a:xfrm>
            <a:off x="336486" y="993777"/>
            <a:ext cx="11518964" cy="345446"/>
          </a:xfrm>
        </p:spPr>
        <p:txBody>
          <a:bodyPr anchor="t">
            <a:normAutofit fontScale="77500" lnSpcReduction="20000"/>
          </a:bodyPr>
          <a:lstStyle/>
          <a:p>
            <a:pPr>
              <a:lnSpc>
                <a:spcPct val="90000"/>
              </a:lnSpc>
            </a:pPr>
            <a:r>
              <a:rPr lang="en-US" sz="2100" b="1" dirty="0"/>
              <a:t>Qwen 2.5 coder 32b </a:t>
            </a:r>
            <a:endParaRPr lang="en-US" sz="2100" dirty="0"/>
          </a:p>
          <a:p>
            <a:pPr>
              <a:lnSpc>
                <a:spcPct val="90000"/>
              </a:lnSpc>
            </a:pPr>
            <a:endParaRPr lang="en-US" sz="1100" b="1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C48BBB6-FC78-19E0-EE36-F75BB4A39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550" y="487363"/>
            <a:ext cx="11520000" cy="455612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de-DE" sz="2500" dirty="0"/>
              <a:t>Models - </a:t>
            </a:r>
            <a:r>
              <a:rPr lang="en-US" sz="2500" b="1"/>
              <a:t>Success</a:t>
            </a:r>
            <a:r>
              <a:rPr lang="en-US" sz="2500" b="1" dirty="0"/>
              <a:t>ful </a:t>
            </a:r>
            <a:r>
              <a:rPr lang="en-US" sz="2500" b="1" dirty="0" err="1"/>
              <a:t>llms</a:t>
            </a:r>
            <a:endParaRPr lang="de-DE" sz="25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EFEE2FD-0308-C9DE-8AB6-CF592203FB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7419369"/>
              </p:ext>
            </p:extLst>
          </p:nvPr>
        </p:nvGraphicFramePr>
        <p:xfrm>
          <a:off x="336550" y="2011679"/>
          <a:ext cx="11518903" cy="31770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0142">
                  <a:extLst>
                    <a:ext uri="{9D8B030D-6E8A-4147-A177-3AD203B41FA5}">
                      <a16:colId xmlns:a16="http://schemas.microsoft.com/office/drawing/2014/main" val="2314746134"/>
                    </a:ext>
                  </a:extLst>
                </a:gridCol>
                <a:gridCol w="1614604">
                  <a:extLst>
                    <a:ext uri="{9D8B030D-6E8A-4147-A177-3AD203B41FA5}">
                      <a16:colId xmlns:a16="http://schemas.microsoft.com/office/drawing/2014/main" val="171655825"/>
                    </a:ext>
                  </a:extLst>
                </a:gridCol>
                <a:gridCol w="1806094">
                  <a:extLst>
                    <a:ext uri="{9D8B030D-6E8A-4147-A177-3AD203B41FA5}">
                      <a16:colId xmlns:a16="http://schemas.microsoft.com/office/drawing/2014/main" val="4126498902"/>
                    </a:ext>
                  </a:extLst>
                </a:gridCol>
                <a:gridCol w="1982009">
                  <a:extLst>
                    <a:ext uri="{9D8B030D-6E8A-4147-A177-3AD203B41FA5}">
                      <a16:colId xmlns:a16="http://schemas.microsoft.com/office/drawing/2014/main" val="2441963015"/>
                    </a:ext>
                  </a:extLst>
                </a:gridCol>
                <a:gridCol w="1841398">
                  <a:extLst>
                    <a:ext uri="{9D8B030D-6E8A-4147-A177-3AD203B41FA5}">
                      <a16:colId xmlns:a16="http://schemas.microsoft.com/office/drawing/2014/main" val="2174932856"/>
                    </a:ext>
                  </a:extLst>
                </a:gridCol>
                <a:gridCol w="2314656">
                  <a:extLst>
                    <a:ext uri="{9D8B030D-6E8A-4147-A177-3AD203B41FA5}">
                      <a16:colId xmlns:a16="http://schemas.microsoft.com/office/drawing/2014/main" val="905690802"/>
                    </a:ext>
                  </a:extLst>
                </a:gridCol>
              </a:tblGrid>
              <a:tr h="1253319">
                <a:tc>
                  <a:txBody>
                    <a:bodyPr/>
                    <a:lstStyle/>
                    <a:p>
                      <a:pPr algn="ctr"/>
                      <a:r>
                        <a:rPr lang="de-DE" sz="2400"/>
                        <a:t>Repositories</a:t>
                      </a:r>
                    </a:p>
                  </a:txBody>
                  <a:tcPr marL="120121" marR="120121" marT="60060" marB="60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/>
                        <a:t>Code Coverage</a:t>
                      </a:r>
                    </a:p>
                  </a:txBody>
                  <a:tcPr marL="120121" marR="120121" marT="60060" marB="6006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/>
                        <a:t>Time Taken</a:t>
                      </a:r>
                    </a:p>
                    <a:p>
                      <a:pPr algn="ctr"/>
                      <a:endParaRPr lang="de-DE" sz="2400"/>
                    </a:p>
                  </a:txBody>
                  <a:tcPr marL="120121" marR="120121" marT="60060" marB="60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/>
                        <a:t>No of tokens used</a:t>
                      </a:r>
                    </a:p>
                  </a:txBody>
                  <a:tcPr marL="120121" marR="120121" marT="60060" marB="60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/>
                        <a:t>Unique test cases</a:t>
                      </a:r>
                    </a:p>
                  </a:txBody>
                  <a:tcPr marL="120121" marR="120121" marT="60060" marB="60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/>
                        <a:t>Successfull fuzz tests</a:t>
                      </a:r>
                    </a:p>
                  </a:txBody>
                  <a:tcPr marL="120121" marR="120121" marT="60060" marB="60060"/>
                </a:tc>
                <a:extLst>
                  <a:ext uri="{0D108BD9-81ED-4DB2-BD59-A6C34878D82A}">
                    <a16:rowId xmlns:a16="http://schemas.microsoft.com/office/drawing/2014/main" val="3601049412"/>
                  </a:ext>
                </a:extLst>
              </a:tr>
              <a:tr h="518839">
                <a:tc>
                  <a:txBody>
                    <a:bodyPr/>
                    <a:lstStyle/>
                    <a:p>
                      <a:pPr algn="ctr"/>
                      <a:r>
                        <a:rPr lang="de-DE" sz="2400" b="1"/>
                        <a:t>jsoncons</a:t>
                      </a:r>
                    </a:p>
                  </a:txBody>
                  <a:tcPr marL="120121" marR="120121" marT="60060" marB="60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/>
                        <a:t>45.64%</a:t>
                      </a:r>
                    </a:p>
                  </a:txBody>
                  <a:tcPr marL="120121" marR="120121" marT="60060" marB="60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/>
                        <a:t>37m 24s</a:t>
                      </a:r>
                    </a:p>
                  </a:txBody>
                  <a:tcPr marL="120121" marR="120121" marT="60060" marB="60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/>
                        <a:t>43.1k</a:t>
                      </a:r>
                    </a:p>
                  </a:txBody>
                  <a:tcPr marL="120121" marR="120121" marT="60060" marB="60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/>
                        <a:t>2.5k</a:t>
                      </a:r>
                    </a:p>
                  </a:txBody>
                  <a:tcPr marL="120121" marR="120121" marT="60060" marB="60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/>
                        <a:t>1</a:t>
                      </a:r>
                    </a:p>
                  </a:txBody>
                  <a:tcPr marL="120121" marR="120121" marT="60060" marB="60060"/>
                </a:tc>
                <a:extLst>
                  <a:ext uri="{0D108BD9-81ED-4DB2-BD59-A6C34878D82A}">
                    <a16:rowId xmlns:a16="http://schemas.microsoft.com/office/drawing/2014/main" val="789368676"/>
                  </a:ext>
                </a:extLst>
              </a:tr>
              <a:tr h="518839">
                <a:tc>
                  <a:txBody>
                    <a:bodyPr/>
                    <a:lstStyle/>
                    <a:p>
                      <a:pPr algn="ctr"/>
                      <a:r>
                        <a:rPr lang="de-DE" sz="2400" b="1"/>
                        <a:t>glm</a:t>
                      </a:r>
                    </a:p>
                  </a:txBody>
                  <a:tcPr marL="120121" marR="120121" marT="60060" marB="60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/>
                        <a:t>0.00%</a:t>
                      </a:r>
                    </a:p>
                  </a:txBody>
                  <a:tcPr marL="120121" marR="120121" marT="60060" marB="60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/>
                        <a:t>42m 55s</a:t>
                      </a:r>
                    </a:p>
                  </a:txBody>
                  <a:tcPr marL="120121" marR="120121" marT="60060" marB="60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/>
                        <a:t>56.8k</a:t>
                      </a:r>
                    </a:p>
                  </a:txBody>
                  <a:tcPr marL="120121" marR="120121" marT="60060" marB="60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/>
                        <a:t>0</a:t>
                      </a:r>
                    </a:p>
                  </a:txBody>
                  <a:tcPr marL="120121" marR="120121" marT="60060" marB="60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/>
                        <a:t>0</a:t>
                      </a:r>
                    </a:p>
                  </a:txBody>
                  <a:tcPr marL="120121" marR="120121" marT="60060" marB="60060"/>
                </a:tc>
                <a:extLst>
                  <a:ext uri="{0D108BD9-81ED-4DB2-BD59-A6C34878D82A}">
                    <a16:rowId xmlns:a16="http://schemas.microsoft.com/office/drawing/2014/main" val="1442352729"/>
                  </a:ext>
                </a:extLst>
              </a:tr>
              <a:tr h="886079">
                <a:tc>
                  <a:txBody>
                    <a:bodyPr/>
                    <a:lstStyle/>
                    <a:p>
                      <a:pPr algn="ctr"/>
                      <a:r>
                        <a:rPr lang="de-DE" sz="2400" b="1"/>
                        <a:t>spdlog</a:t>
                      </a:r>
                    </a:p>
                  </a:txBody>
                  <a:tcPr marL="120121" marR="120121" marT="60060" marB="60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/>
                        <a:t>0.00%</a:t>
                      </a:r>
                    </a:p>
                  </a:txBody>
                  <a:tcPr marL="120121" marR="120121" marT="60060" marB="6006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/>
                        <a:t>49m 33s</a:t>
                      </a:r>
                    </a:p>
                    <a:p>
                      <a:pPr algn="ctr"/>
                      <a:endParaRPr lang="de-DE" sz="2400"/>
                    </a:p>
                  </a:txBody>
                  <a:tcPr marL="120121" marR="120121" marT="60060" marB="60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/>
                        <a:t>62.9k </a:t>
                      </a:r>
                    </a:p>
                  </a:txBody>
                  <a:tcPr marL="120121" marR="120121" marT="60060" marB="60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/>
                        <a:t>0</a:t>
                      </a:r>
                    </a:p>
                  </a:txBody>
                  <a:tcPr marL="120121" marR="120121" marT="60060" marB="60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 dirty="0"/>
                        <a:t>0</a:t>
                      </a:r>
                    </a:p>
                  </a:txBody>
                  <a:tcPr marL="120121" marR="120121" marT="60060" marB="60060"/>
                </a:tc>
                <a:extLst>
                  <a:ext uri="{0D108BD9-81ED-4DB2-BD59-A6C34878D82A}">
                    <a16:rowId xmlns:a16="http://schemas.microsoft.com/office/drawing/2014/main" val="22602778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401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FD02F4BC-A8C0-AF95-4AC5-678B87B3828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442" y="39091"/>
            <a:ext cx="11814007" cy="33219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005CC130-CB78-6282-288E-CD12DA80DBE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7200" y="5680430"/>
            <a:ext cx="11518249" cy="42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473D25-F7C8-5AA7-CC57-263C409372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8833" y="6321325"/>
            <a:ext cx="5417799" cy="20880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800"/>
              <a:t>29.07.2025 | Nuremberg | Morris Darren Babu | Master Thesis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3F8BF-8B2B-11C0-95F8-F18C3403EA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7799" cy="20880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800"/>
              <a:t>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C79C6-9594-93D7-7A58-B4E9D9D726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</p:spPr>
        <p:txBody>
          <a:bodyPr anchor="ctr">
            <a:normAutofit/>
          </a:bodyPr>
          <a:lstStyle/>
          <a:p>
            <a:fld id="{1A672BC3-475D-4374-8EEC-4CFA9934D311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19" name="Subtitle 6">
            <a:extLst>
              <a:ext uri="{FF2B5EF4-FFF2-40B4-BE49-F238E27FC236}">
                <a16:creationId xmlns:a16="http://schemas.microsoft.com/office/drawing/2014/main" id="{B3F89B19-9BE1-76C8-5A57-28A7E2CB3ED9}"/>
              </a:ext>
            </a:extLst>
          </p:cNvPr>
          <p:cNvSpPr>
            <a:spLocks noGrp="1"/>
          </p:cNvSpPr>
          <p:nvPr>
            <p:ph type="subTitle" idx="20"/>
          </p:nvPr>
        </p:nvSpPr>
        <p:spPr>
          <a:xfrm>
            <a:off x="336486" y="993777"/>
            <a:ext cx="11518964" cy="345446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FDDB114-7B00-B10C-5F66-7C743E1D6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550" y="487363"/>
            <a:ext cx="11520000" cy="455612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de-DE" sz="2500"/>
              <a:t>Finetuning</a:t>
            </a:r>
          </a:p>
        </p:txBody>
      </p:sp>
      <p:graphicFrame>
        <p:nvGraphicFramePr>
          <p:cNvPr id="11" name="Content Placeholder 8">
            <a:extLst>
              <a:ext uri="{FF2B5EF4-FFF2-40B4-BE49-F238E27FC236}">
                <a16:creationId xmlns:a16="http://schemas.microsoft.com/office/drawing/2014/main" id="{5C5EE4B5-8CB7-7DE0-B443-730419F499D5}"/>
              </a:ext>
            </a:extLst>
          </p:cNvPr>
          <p:cNvGraphicFramePr>
            <a:graphicFrameLocks noGrp="1"/>
          </p:cNvGraphicFramePr>
          <p:nvPr>
            <p:ph sz="quarter" idx="21"/>
            <p:extLst>
              <p:ext uri="{D42A27DB-BD31-4B8C-83A1-F6EECF244321}">
                <p14:modId xmlns:p14="http://schemas.microsoft.com/office/powerpoint/2010/main" val="380766592"/>
              </p:ext>
            </p:extLst>
          </p:nvPr>
        </p:nvGraphicFramePr>
        <p:xfrm>
          <a:off x="336550" y="1649016"/>
          <a:ext cx="11518900" cy="3902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63737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D1247-20B6-6101-5E1D-6F25187DA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9DA3B0AE-81E0-DD18-DFB5-BFDF821D99B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442" y="39091"/>
            <a:ext cx="11814007" cy="332192"/>
          </a:xfrm>
        </p:spPr>
        <p:txBody>
          <a:bodyPr/>
          <a:lstStyle/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BAD64F2-2EE6-952C-32AB-B9F8B2FBB1C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7200" y="5680430"/>
            <a:ext cx="11518249" cy="4248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endParaRPr lang="en-US"/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/>
          </a:p>
          <a:p>
            <a:pPr>
              <a:lnSpc>
                <a:spcPct val="90000"/>
              </a:lnSpc>
            </a:pP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1B51C-C32E-1253-FA93-34BE5E7F11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8833" y="6321325"/>
            <a:ext cx="5417799" cy="20880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800"/>
              <a:t>29.07.2025 | Nuremberg | Morris Darren Babu | Master Thesis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2DA5B-6903-49D7-1114-7C47A02662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7799" cy="20880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800"/>
              <a:t>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CA6D54-0BDB-6BF0-C582-CF13EBE1FF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</p:spPr>
        <p:txBody>
          <a:bodyPr anchor="ctr">
            <a:normAutofit/>
          </a:bodyPr>
          <a:lstStyle/>
          <a:p>
            <a:fld id="{1A672BC3-475D-4374-8EEC-4CFA9934D311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2A23757-F55B-C173-72E0-A199ECBC7791}"/>
              </a:ext>
            </a:extLst>
          </p:cNvPr>
          <p:cNvSpPr>
            <a:spLocks noGrp="1"/>
          </p:cNvSpPr>
          <p:nvPr>
            <p:ph type="subTitle" idx="20"/>
          </p:nvPr>
        </p:nvSpPr>
        <p:spPr>
          <a:xfrm>
            <a:off x="336486" y="993777"/>
            <a:ext cx="11518964" cy="34544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 dirty="0" err="1"/>
              <a:t>Yaml</a:t>
            </a:r>
            <a:r>
              <a:rPr lang="en-US" b="1" dirty="0"/>
              <a:t> </a:t>
            </a:r>
            <a:r>
              <a:rPr lang="en-US" b="1" dirty="0" err="1"/>
              <a:t>cpp</a:t>
            </a:r>
            <a:r>
              <a:rPr lang="en-US" b="1" dirty="0"/>
              <a:t> (35 files, 1061 candidates)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4BF3CBE-2A6E-9DB4-4E10-C2C544068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550" y="487363"/>
            <a:ext cx="11520000" cy="455612"/>
          </a:xfrm>
        </p:spPr>
        <p:txBody>
          <a:bodyPr anchor="t">
            <a:noAutofit/>
          </a:bodyPr>
          <a:lstStyle/>
          <a:p>
            <a:pPr>
              <a:lnSpc>
                <a:spcPct val="90000"/>
              </a:lnSpc>
            </a:pPr>
            <a:r>
              <a:rPr lang="de-DE" sz="2500" dirty="0"/>
              <a:t>Finetuning - </a:t>
            </a:r>
            <a:r>
              <a:rPr lang="en-US" sz="2500" b="1" dirty="0"/>
              <a:t>Successful </a:t>
            </a:r>
            <a:r>
              <a:rPr lang="en-US" sz="2500" b="1" dirty="0" err="1"/>
              <a:t>llms</a:t>
            </a:r>
            <a:br>
              <a:rPr lang="en-US" sz="2500" b="1" dirty="0"/>
            </a:br>
            <a:endParaRPr lang="de-DE" sz="25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82E3CC4-640E-BCB2-30E8-0AF4C0381C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7198460"/>
              </p:ext>
            </p:extLst>
          </p:nvPr>
        </p:nvGraphicFramePr>
        <p:xfrm>
          <a:off x="336550" y="1668438"/>
          <a:ext cx="11518902" cy="4444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1941">
                  <a:extLst>
                    <a:ext uri="{9D8B030D-6E8A-4147-A177-3AD203B41FA5}">
                      <a16:colId xmlns:a16="http://schemas.microsoft.com/office/drawing/2014/main" val="2314746134"/>
                    </a:ext>
                  </a:extLst>
                </a:gridCol>
                <a:gridCol w="1692117">
                  <a:extLst>
                    <a:ext uri="{9D8B030D-6E8A-4147-A177-3AD203B41FA5}">
                      <a16:colId xmlns:a16="http://schemas.microsoft.com/office/drawing/2014/main" val="171655825"/>
                    </a:ext>
                  </a:extLst>
                </a:gridCol>
                <a:gridCol w="1971941">
                  <a:extLst>
                    <a:ext uri="{9D8B030D-6E8A-4147-A177-3AD203B41FA5}">
                      <a16:colId xmlns:a16="http://schemas.microsoft.com/office/drawing/2014/main" val="4126498902"/>
                    </a:ext>
                  </a:extLst>
                </a:gridCol>
                <a:gridCol w="2070703">
                  <a:extLst>
                    <a:ext uri="{9D8B030D-6E8A-4147-A177-3AD203B41FA5}">
                      <a16:colId xmlns:a16="http://schemas.microsoft.com/office/drawing/2014/main" val="2441963015"/>
                    </a:ext>
                  </a:extLst>
                </a:gridCol>
                <a:gridCol w="1906100">
                  <a:extLst>
                    <a:ext uri="{9D8B030D-6E8A-4147-A177-3AD203B41FA5}">
                      <a16:colId xmlns:a16="http://schemas.microsoft.com/office/drawing/2014/main" val="2174932856"/>
                    </a:ext>
                  </a:extLst>
                </a:gridCol>
                <a:gridCol w="1906100">
                  <a:extLst>
                    <a:ext uri="{9D8B030D-6E8A-4147-A177-3AD203B41FA5}">
                      <a16:colId xmlns:a16="http://schemas.microsoft.com/office/drawing/2014/main" val="905690802"/>
                    </a:ext>
                  </a:extLst>
                </a:gridCol>
              </a:tblGrid>
              <a:tr h="877004">
                <a:tc>
                  <a:txBody>
                    <a:bodyPr/>
                    <a:lstStyle/>
                    <a:p>
                      <a:pPr algn="ctr"/>
                      <a:r>
                        <a:rPr lang="de-DE" sz="2300"/>
                        <a:t>Models</a:t>
                      </a:r>
                    </a:p>
                  </a:txBody>
                  <a:tcPr marL="118514" marR="118514" marT="59257" marB="5925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300"/>
                        <a:t>Code Coverage</a:t>
                      </a:r>
                    </a:p>
                  </a:txBody>
                  <a:tcPr marL="118514" marR="118514" marT="59257" marB="59257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300"/>
                        <a:t>Time Taken</a:t>
                      </a:r>
                    </a:p>
                    <a:p>
                      <a:pPr algn="ctr"/>
                      <a:endParaRPr lang="de-DE" sz="2300"/>
                    </a:p>
                  </a:txBody>
                  <a:tcPr marL="118514" marR="118514" marT="59257" marB="5925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300"/>
                        <a:t>No of tokens used</a:t>
                      </a:r>
                    </a:p>
                  </a:txBody>
                  <a:tcPr marL="118514" marR="118514" marT="59257" marB="5925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300"/>
                        <a:t>Unique test cases</a:t>
                      </a:r>
                    </a:p>
                  </a:txBody>
                  <a:tcPr marL="118514" marR="118514" marT="59257" marB="5925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300"/>
                        <a:t>Successfull fuzz tests</a:t>
                      </a:r>
                    </a:p>
                  </a:txBody>
                  <a:tcPr marL="118514" marR="118514" marT="59257" marB="59257"/>
                </a:tc>
                <a:extLst>
                  <a:ext uri="{0D108BD9-81ED-4DB2-BD59-A6C34878D82A}">
                    <a16:rowId xmlns:a16="http://schemas.microsoft.com/office/drawing/2014/main" val="3601049412"/>
                  </a:ext>
                </a:extLst>
              </a:tr>
              <a:tr h="12325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300" b="1"/>
                        <a:t>Qwen 2.5 coder 1.5b </a:t>
                      </a:r>
                      <a:endParaRPr lang="en-US" sz="2300"/>
                    </a:p>
                    <a:p>
                      <a:pPr algn="ctr"/>
                      <a:endParaRPr lang="de-DE" sz="2300"/>
                    </a:p>
                  </a:txBody>
                  <a:tcPr marL="118514" marR="118514" marT="59257" marB="5925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300"/>
                        <a:t>same</a:t>
                      </a:r>
                    </a:p>
                  </a:txBody>
                  <a:tcPr marL="118514" marR="118514" marT="59257" marB="5925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300"/>
                        <a:t>15 m </a:t>
                      </a:r>
                    </a:p>
                  </a:txBody>
                  <a:tcPr marL="118514" marR="118514" marT="59257" marB="5925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300"/>
                        <a:t>112k</a:t>
                      </a:r>
                    </a:p>
                  </a:txBody>
                  <a:tcPr marL="118514" marR="118514" marT="59257" marB="59257"/>
                </a:tc>
                <a:tc>
                  <a:txBody>
                    <a:bodyPr/>
                    <a:lstStyle/>
                    <a:p>
                      <a:endParaRPr lang="de-DE" sz="2300"/>
                    </a:p>
                  </a:txBody>
                  <a:tcPr marL="118514" marR="118514" marT="59257" marB="59257"/>
                </a:tc>
                <a:tc>
                  <a:txBody>
                    <a:bodyPr/>
                    <a:lstStyle/>
                    <a:p>
                      <a:endParaRPr lang="de-DE" sz="2300"/>
                    </a:p>
                  </a:txBody>
                  <a:tcPr marL="118514" marR="118514" marT="59257" marB="59257"/>
                </a:tc>
                <a:extLst>
                  <a:ext uri="{0D108BD9-81ED-4DB2-BD59-A6C34878D82A}">
                    <a16:rowId xmlns:a16="http://schemas.microsoft.com/office/drawing/2014/main" val="789368676"/>
                  </a:ext>
                </a:extLst>
              </a:tr>
              <a:tr h="877004">
                <a:tc>
                  <a:txBody>
                    <a:bodyPr/>
                    <a:lstStyle/>
                    <a:p>
                      <a:pPr algn="ctr"/>
                      <a:r>
                        <a:rPr lang="de-DE" sz="2300" b="1"/>
                        <a:t>172 examples</a:t>
                      </a:r>
                    </a:p>
                  </a:txBody>
                  <a:tcPr marL="118514" marR="118514" marT="59257" marB="5925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300"/>
                        <a:t>same</a:t>
                      </a:r>
                    </a:p>
                  </a:txBody>
                  <a:tcPr marL="118514" marR="118514" marT="59257" marB="5925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300"/>
                        <a:t>12 m </a:t>
                      </a:r>
                    </a:p>
                  </a:txBody>
                  <a:tcPr marL="118514" marR="118514" marT="59257" marB="5925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300"/>
                        <a:t>65k</a:t>
                      </a:r>
                    </a:p>
                  </a:txBody>
                  <a:tcPr marL="118514" marR="118514" marT="59257" marB="59257"/>
                </a:tc>
                <a:tc>
                  <a:txBody>
                    <a:bodyPr/>
                    <a:lstStyle/>
                    <a:p>
                      <a:pPr algn="ctr"/>
                      <a:endParaRPr lang="de-DE" sz="2300"/>
                    </a:p>
                  </a:txBody>
                  <a:tcPr marL="118514" marR="118514" marT="59257" marB="59257"/>
                </a:tc>
                <a:tc>
                  <a:txBody>
                    <a:bodyPr/>
                    <a:lstStyle/>
                    <a:p>
                      <a:pPr algn="ctr"/>
                      <a:endParaRPr lang="de-DE" sz="2300"/>
                    </a:p>
                  </a:txBody>
                  <a:tcPr marL="118514" marR="118514" marT="59257" marB="59257"/>
                </a:tc>
                <a:extLst>
                  <a:ext uri="{0D108BD9-81ED-4DB2-BD59-A6C34878D82A}">
                    <a16:rowId xmlns:a16="http://schemas.microsoft.com/office/drawing/2014/main" val="2260277877"/>
                  </a:ext>
                </a:extLst>
              </a:tr>
              <a:tr h="877004">
                <a:tc>
                  <a:txBody>
                    <a:bodyPr/>
                    <a:lstStyle/>
                    <a:p>
                      <a:pPr algn="ctr"/>
                      <a:r>
                        <a:rPr lang="de-DE" sz="2300" b="1"/>
                        <a:t>709 examples</a:t>
                      </a:r>
                    </a:p>
                  </a:txBody>
                  <a:tcPr marL="118514" marR="118514" marT="59257" marB="5925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300"/>
                        <a:t>same</a:t>
                      </a:r>
                    </a:p>
                  </a:txBody>
                  <a:tcPr marL="118514" marR="118514" marT="59257" marB="5925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300"/>
                        <a:t>10 m </a:t>
                      </a:r>
                    </a:p>
                  </a:txBody>
                  <a:tcPr marL="118514" marR="118514" marT="59257" marB="5925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300"/>
                        <a:t>50k</a:t>
                      </a:r>
                    </a:p>
                  </a:txBody>
                  <a:tcPr marL="118514" marR="118514" marT="59257" marB="59257"/>
                </a:tc>
                <a:tc>
                  <a:txBody>
                    <a:bodyPr/>
                    <a:lstStyle/>
                    <a:p>
                      <a:pPr algn="ctr"/>
                      <a:endParaRPr lang="de-DE" sz="2300"/>
                    </a:p>
                  </a:txBody>
                  <a:tcPr marL="118514" marR="118514" marT="59257" marB="59257"/>
                </a:tc>
                <a:tc>
                  <a:txBody>
                    <a:bodyPr/>
                    <a:lstStyle/>
                    <a:p>
                      <a:pPr algn="ctr"/>
                      <a:endParaRPr lang="de-DE" sz="2300"/>
                    </a:p>
                  </a:txBody>
                  <a:tcPr marL="118514" marR="118514" marT="59257" marB="59257"/>
                </a:tc>
                <a:extLst>
                  <a:ext uri="{0D108BD9-81ED-4DB2-BD59-A6C34878D82A}">
                    <a16:rowId xmlns:a16="http://schemas.microsoft.com/office/drawing/2014/main" val="318432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029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9793C-EBA3-54E2-CDB8-4007F5FA2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6335C081-8363-8F35-2483-CB013826D12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95" imgH="394" progId="TCLayout.ActiveDocument.1">
                  <p:embed/>
                </p:oleObj>
              </mc:Choice>
              <mc:Fallback>
                <p:oleObj name="think-cell Folie" r:id="rId4" imgW="395" imgH="394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6335C081-8363-8F35-2483-CB013826D1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26A90A7B-C2C3-C1B7-8796-B39ED873B9F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456187-2C69-9B36-9BC3-C9C4DB18776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03.06.2025 | Nuremberg | Morris Darren Babu | Master Thesis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0165A6-644E-AFE8-9DEF-21A8CA1EB7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INTERNAL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929858-7B21-8988-9DCA-AA687DA149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A672BC3-475D-4374-8EEC-4CFA9934D311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11" name="Untertitel 10">
            <a:extLst>
              <a:ext uri="{FF2B5EF4-FFF2-40B4-BE49-F238E27FC236}">
                <a16:creationId xmlns:a16="http://schemas.microsoft.com/office/drawing/2014/main" id="{425D859A-6AB6-9A54-C4AE-903D51B428D5}"/>
              </a:ext>
            </a:extLst>
          </p:cNvPr>
          <p:cNvSpPr>
            <a:spLocks noGrp="1"/>
          </p:cNvSpPr>
          <p:nvPr>
            <p:ph type="subTitle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2F9EBE57-238A-7265-3197-06F7E04F6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Costs</a:t>
            </a:r>
          </a:p>
        </p:txBody>
      </p:sp>
    </p:spTree>
    <p:extLst>
      <p:ext uri="{BB962C8B-B14F-4D97-AF65-F5344CB8AC3E}">
        <p14:creationId xmlns:p14="http://schemas.microsoft.com/office/powerpoint/2010/main" val="2062308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BBB6D50-73B5-228F-C4A8-CD7F077C3C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AD275C-EAD8-A7C0-47B2-265C5354199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51611-41A8-A9B1-C501-9EE33265140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03.06.2025 | Nuremberg | Morris Darren Babu | Master Thesis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C4F172-0FAB-B106-B1E3-6CA36E22C5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DBB5D-6A25-AE9E-92F9-0C66F96BAA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A672BC3-475D-4374-8EEC-4CFA9934D311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2021BD41-DC4B-6CC0-A74A-9EC288E7CB11}"/>
              </a:ext>
            </a:extLst>
          </p:cNvPr>
          <p:cNvSpPr>
            <a:spLocks noGrp="1"/>
          </p:cNvSpPr>
          <p:nvPr>
            <p:ph type="subTitle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82425AB-1FC7-81EC-C45C-86DD6FE85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Literature review</a:t>
            </a:r>
            <a:br>
              <a:rPr lang="en-US" dirty="0"/>
            </a:b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02A1198-9289-FCB0-D59D-5390EDB884E6}"/>
              </a:ext>
            </a:extLst>
          </p:cNvPr>
          <p:cNvSpPr>
            <a:spLocks noGrp="1"/>
          </p:cNvSpPr>
          <p:nvPr>
            <p:ph sz="quarter" idx="21"/>
          </p:nvPr>
        </p:nvSpPr>
        <p:spPr/>
        <p:txBody>
          <a:bodyPr/>
          <a:lstStyle/>
          <a:p>
            <a:r>
              <a:rPr lang="en-US" sz="2200" b="1" dirty="0"/>
              <a:t>Key Focus Areas:</a:t>
            </a:r>
          </a:p>
          <a:p>
            <a:pPr lvl="5">
              <a:buFont typeface="Wingdings" pitchFamily="2" charset="2"/>
              <a:buChar char="§"/>
            </a:pPr>
            <a:r>
              <a:rPr lang="en-US" sz="2200" dirty="0"/>
              <a:t>AI techniques in software testing</a:t>
            </a:r>
          </a:p>
          <a:p>
            <a:pPr lvl="5">
              <a:buFont typeface="Wingdings" pitchFamily="2" charset="2"/>
              <a:buChar char="§"/>
            </a:pPr>
            <a:r>
              <a:rPr lang="en-US" sz="2200" dirty="0"/>
              <a:t>LLM-based fuzzing approaches</a:t>
            </a:r>
          </a:p>
          <a:p>
            <a:pPr lvl="5">
              <a:buFont typeface="Wingdings" pitchFamily="2" charset="2"/>
              <a:buChar char="§"/>
            </a:pPr>
            <a:r>
              <a:rPr lang="en-US" sz="2200" dirty="0"/>
              <a:t>CI/CD pipeline integration</a:t>
            </a:r>
          </a:p>
          <a:p>
            <a:pPr lvl="5">
              <a:buFont typeface="Wingdings" pitchFamily="2" charset="2"/>
              <a:buChar char="§"/>
            </a:pPr>
            <a:r>
              <a:rPr lang="en-US" sz="2200" dirty="0"/>
              <a:t>Automotive security applications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3462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FD36501-F995-F956-1502-B6316024AC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64DBF2-4444-DDB9-FE0A-2C4878A93FA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D79AC2-9198-72B7-0C6E-CB618138CC6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03.06.2025 | Nuremberg | Morris Darren Babu | Master Thesis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79F93A-DF4F-EEF8-4521-BA283FCEA7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A357D-6845-E04B-42E4-F32B8C1EF9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A672BC3-475D-4374-8EEC-4CFA9934D311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8E3C2CC6-D05A-C200-120D-AE5BAF5AB8B6}"/>
              </a:ext>
            </a:extLst>
          </p:cNvPr>
          <p:cNvSpPr>
            <a:spLocks noGrp="1"/>
          </p:cNvSpPr>
          <p:nvPr>
            <p:ph type="subTitle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410A3F3-37D8-FC31-6355-B7AA5A325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From Traditional AI to LLMs - The Technical Journey</a:t>
            </a:r>
            <a:br>
              <a:rPr lang="en-US" dirty="0"/>
            </a:b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CF7052C-1FD5-9A7B-C3A6-094796B32623}"/>
              </a:ext>
            </a:extLst>
          </p:cNvPr>
          <p:cNvSpPr>
            <a:spLocks noGrp="1"/>
          </p:cNvSpPr>
          <p:nvPr>
            <p:ph sz="quarter" idx="21"/>
          </p:nvPr>
        </p:nvSpPr>
        <p:spPr/>
        <p:txBody>
          <a:bodyPr>
            <a:normAutofit fontScale="92500"/>
          </a:bodyPr>
          <a:lstStyle/>
          <a:p>
            <a:r>
              <a:rPr lang="en-US" sz="2200" b="1" dirty="0"/>
              <a:t>Key Milestones:</a:t>
            </a:r>
            <a:endParaRPr lang="en-US" sz="2200" dirty="0"/>
          </a:p>
          <a:p>
            <a:pPr marL="522900" lvl="1" indent="-342900" fontAlgn="ctr">
              <a:buFont typeface="Arial" panose="020B0604020202020204" pitchFamily="34" charset="0"/>
              <a:buChar char="•"/>
            </a:pPr>
            <a:r>
              <a:rPr lang="en-US" sz="2200" dirty="0" err="1"/>
              <a:t>NeuFuzz</a:t>
            </a:r>
            <a:r>
              <a:rPr lang="en-US" sz="2200" dirty="0"/>
              <a:t> (2019): First neural network-guided fuzzing -</a:t>
            </a:r>
            <a:r>
              <a:rPr lang="de-DE" sz="2200" dirty="0"/>
              <a:t> </a:t>
            </a:r>
            <a:r>
              <a:rPr lang="de-DE" sz="2200" b="1" dirty="0"/>
              <a:t>35% </a:t>
            </a:r>
            <a:r>
              <a:rPr lang="de-DE" sz="2200" b="1" dirty="0" err="1"/>
              <a:t>improvement</a:t>
            </a:r>
            <a:endParaRPr lang="en-US" sz="2200" dirty="0"/>
          </a:p>
          <a:p>
            <a:pPr marL="522900" lvl="1" indent="-342900" fontAlgn="ctr">
              <a:buFont typeface="Arial" panose="020B0604020202020204" pitchFamily="34" charset="0"/>
              <a:buChar char="•"/>
            </a:pPr>
            <a:r>
              <a:rPr lang="en-US" sz="2200" dirty="0"/>
              <a:t>Deep RL Fuzzing (2018):</a:t>
            </a:r>
            <a:r>
              <a:rPr lang="de-DE" sz="2200" dirty="0"/>
              <a:t> </a:t>
            </a:r>
            <a:r>
              <a:rPr lang="de-DE" sz="2200" b="1" dirty="0"/>
              <a:t>2.3× </a:t>
            </a:r>
            <a:r>
              <a:rPr lang="de-DE" sz="2200" b="1" dirty="0" err="1"/>
              <a:t>more</a:t>
            </a:r>
            <a:r>
              <a:rPr lang="de-DE" sz="2200" b="1" dirty="0"/>
              <a:t> </a:t>
            </a:r>
            <a:r>
              <a:rPr lang="de-DE" sz="2200" b="1" dirty="0" err="1"/>
              <a:t>crashes</a:t>
            </a:r>
            <a:r>
              <a:rPr lang="en-US" sz="2200" dirty="0"/>
              <a:t>than AFL,</a:t>
            </a:r>
            <a:r>
              <a:rPr lang="de-DE" sz="2200" dirty="0"/>
              <a:t> </a:t>
            </a:r>
            <a:r>
              <a:rPr lang="de-DE" sz="2200" b="1" dirty="0"/>
              <a:t>21 CVEs</a:t>
            </a:r>
            <a:endParaRPr lang="en-US" sz="2200" dirty="0"/>
          </a:p>
          <a:p>
            <a:pPr marL="522900" lvl="1" indent="-342900" fontAlgn="ctr">
              <a:buFont typeface="Arial" panose="020B0604020202020204" pitchFamily="34" charset="0"/>
              <a:buChar char="•"/>
            </a:pPr>
            <a:r>
              <a:rPr lang="en-US" sz="2200" dirty="0" err="1"/>
              <a:t>TitanFuzz</a:t>
            </a:r>
            <a:r>
              <a:rPr lang="en-US" sz="2200" dirty="0"/>
              <a:t> (2022):</a:t>
            </a:r>
            <a:r>
              <a:rPr lang="de-DE" sz="2200" dirty="0"/>
              <a:t> </a:t>
            </a:r>
            <a:r>
              <a:rPr lang="de-DE" sz="2200" b="1" dirty="0" err="1"/>
              <a:t>Watershed</a:t>
            </a:r>
            <a:r>
              <a:rPr lang="de-DE" sz="2200" b="1" dirty="0"/>
              <a:t> </a:t>
            </a:r>
            <a:r>
              <a:rPr lang="de-DE" sz="2200" b="1" dirty="0" err="1"/>
              <a:t>moment</a:t>
            </a:r>
            <a:r>
              <a:rPr lang="de-DE" sz="2200" dirty="0"/>
              <a:t> </a:t>
            </a:r>
            <a:r>
              <a:rPr lang="en-US" sz="2200" dirty="0"/>
              <a:t>- First LLM-based </a:t>
            </a:r>
            <a:r>
              <a:rPr lang="en-US" sz="2200" dirty="0" err="1"/>
              <a:t>fuzzer</a:t>
            </a:r>
            <a:endParaRPr lang="en-US" sz="2200" dirty="0"/>
          </a:p>
          <a:p>
            <a:pPr marL="522900" lvl="1" indent="-342900" fontAlgn="ctr">
              <a:buFont typeface="Arial" panose="020B0604020202020204" pitchFamily="34" charset="0"/>
              <a:buChar char="•"/>
            </a:pPr>
            <a:r>
              <a:rPr lang="en-US" sz="2200" dirty="0"/>
              <a:t>Fuzz4All (2023):Universal multi-language fuzzing -</a:t>
            </a:r>
            <a:r>
              <a:rPr lang="de-DE" sz="2200" dirty="0"/>
              <a:t> </a:t>
            </a:r>
            <a:r>
              <a:rPr lang="de-DE" sz="2200" b="1" dirty="0"/>
              <a:t>98 </a:t>
            </a:r>
            <a:r>
              <a:rPr lang="de-DE" sz="2200" b="1" dirty="0" err="1"/>
              <a:t>bugs</a:t>
            </a:r>
            <a:r>
              <a:rPr lang="de-DE" sz="2200" b="1" dirty="0"/>
              <a:t> </a:t>
            </a:r>
            <a:r>
              <a:rPr lang="de-DE" sz="2200" b="1" dirty="0" err="1"/>
              <a:t>found</a:t>
            </a:r>
            <a:endParaRPr lang="en-US" sz="2200" dirty="0"/>
          </a:p>
          <a:p>
            <a:r>
              <a:rPr lang="en-US" sz="2200" b="1" dirty="0"/>
              <a:t>Performance Evolution:</a:t>
            </a:r>
            <a:endParaRPr lang="en-US" sz="2200" dirty="0"/>
          </a:p>
          <a:p>
            <a:pPr marL="522900" lvl="1" indent="-342900" fontAlgn="ctr">
              <a:buFont typeface="Arial" panose="020B0604020202020204" pitchFamily="34" charset="0"/>
              <a:buChar char="•"/>
            </a:pPr>
            <a:r>
              <a:rPr lang="en-US" sz="2200" b="1" dirty="0"/>
              <a:t>2018-2020:</a:t>
            </a:r>
            <a:r>
              <a:rPr lang="de-DE" sz="2200" dirty="0"/>
              <a:t> </a:t>
            </a:r>
            <a:r>
              <a:rPr lang="en-US" sz="2200" dirty="0"/>
              <a:t>Traditional ML approaches dominated (60%)</a:t>
            </a:r>
          </a:p>
          <a:p>
            <a:pPr marL="522900" lvl="1" indent="-342900" fontAlgn="ctr">
              <a:buFont typeface="Arial" panose="020B0604020202020204" pitchFamily="34" charset="0"/>
              <a:buChar char="•"/>
            </a:pPr>
            <a:r>
              <a:rPr lang="en-US" sz="2200" b="1" dirty="0"/>
              <a:t>2022-2025:</a:t>
            </a:r>
            <a:r>
              <a:rPr lang="de-DE" sz="2200" dirty="0"/>
              <a:t> </a:t>
            </a:r>
            <a:r>
              <a:rPr lang="en-US" sz="2200" dirty="0"/>
              <a:t>LLM revolution with</a:t>
            </a:r>
            <a:r>
              <a:rPr lang="de-DE" sz="2200" dirty="0"/>
              <a:t> </a:t>
            </a:r>
            <a:r>
              <a:rPr lang="de-DE" sz="2200" b="1" dirty="0"/>
              <a:t>50.84% </a:t>
            </a:r>
            <a:r>
              <a:rPr lang="de-DE" sz="2200" b="1" dirty="0" err="1"/>
              <a:t>coverage</a:t>
            </a:r>
            <a:r>
              <a:rPr lang="de-DE" sz="2200" b="1" dirty="0"/>
              <a:t> </a:t>
            </a:r>
            <a:r>
              <a:rPr lang="de-DE" sz="2200" b="1" dirty="0" err="1"/>
              <a:t>improvements</a:t>
            </a:r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2391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47AE3C8-4677-781B-2551-199F35BDA9A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CCC583-05F3-864E-8D54-DD7A0F2D7D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C1C95-3E6A-30F6-FE2B-52FBF1D4413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03.06.2025 | Nuremberg | Morris Darren Babu | Master Thesis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113B9-B418-FB45-F976-17040438A9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7D8CA5-2687-B2C2-BB4F-BD826A3F45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A672BC3-475D-4374-8EEC-4CFA9934D311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2D3FD3A-38E7-9E9B-7501-104076811D29}"/>
              </a:ext>
            </a:extLst>
          </p:cNvPr>
          <p:cNvSpPr>
            <a:spLocks noGrp="1"/>
          </p:cNvSpPr>
          <p:nvPr>
            <p:ph type="subTitle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E1C3DAFF-29EB-32A3-3ACE-333BD0B4D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</a:t>
            </a:r>
            <a:r>
              <a:rPr lang="en-US" dirty="0" err="1"/>
              <a:t>TitanFuzz</a:t>
            </a:r>
            <a:r>
              <a:rPr lang="en-US" dirty="0"/>
              <a:t> Revolution &amp; Beyond</a:t>
            </a:r>
            <a:br>
              <a:rPr lang="en-US" dirty="0"/>
            </a:b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C2B27BF-9961-EC00-013C-CB0D9DF7C304}"/>
              </a:ext>
            </a:extLst>
          </p:cNvPr>
          <p:cNvSpPr>
            <a:spLocks noGrp="1"/>
          </p:cNvSpPr>
          <p:nvPr>
            <p:ph sz="quarter" idx="21"/>
          </p:nvPr>
        </p:nvSpPr>
        <p:spPr/>
        <p:txBody>
          <a:bodyPr/>
          <a:lstStyle/>
          <a:p>
            <a:r>
              <a:rPr lang="en-US" sz="2200" b="1" dirty="0" err="1"/>
              <a:t>TitanFuzz</a:t>
            </a:r>
            <a:r>
              <a:rPr lang="en-US" sz="2200" b="1" dirty="0"/>
              <a:t> Impact (2022):</a:t>
            </a:r>
            <a:endParaRPr lang="en-US" sz="2200" dirty="0"/>
          </a:p>
          <a:p>
            <a:pPr marL="522900" lvl="1" indent="-342900" fontAlgn="ctr">
              <a:buFont typeface="Arial" panose="020B0604020202020204" pitchFamily="34" charset="0"/>
              <a:buChar char="•"/>
            </a:pPr>
            <a:r>
              <a:rPr lang="en-US" sz="2200" b="1" dirty="0"/>
              <a:t>Zero-shot capability</a:t>
            </a:r>
            <a:r>
              <a:rPr lang="de-DE" sz="2200" dirty="0"/>
              <a:t> </a:t>
            </a:r>
            <a:r>
              <a:rPr lang="en-US" sz="2200" dirty="0"/>
              <a:t>without explicit constraints</a:t>
            </a:r>
          </a:p>
          <a:p>
            <a:pPr marL="522900" lvl="1" indent="-342900" fontAlgn="ctr">
              <a:buFont typeface="Arial" panose="020B0604020202020204" pitchFamily="34" charset="0"/>
              <a:buChar char="•"/>
            </a:pPr>
            <a:r>
              <a:rPr lang="en-US" sz="2200" b="1" dirty="0"/>
              <a:t>30.38% higher coverage</a:t>
            </a:r>
            <a:r>
              <a:rPr lang="de-DE" sz="2200" dirty="0"/>
              <a:t> </a:t>
            </a:r>
            <a:r>
              <a:rPr lang="en-US" sz="2200" dirty="0"/>
              <a:t>on TensorFlow</a:t>
            </a:r>
          </a:p>
          <a:p>
            <a:pPr marL="522900" lvl="1" indent="-342900" fontAlgn="ctr">
              <a:buFont typeface="Arial" panose="020B0604020202020204" pitchFamily="34" charset="0"/>
              <a:buChar char="•"/>
            </a:pPr>
            <a:r>
              <a:rPr lang="en-US" sz="2200" b="1" dirty="0"/>
              <a:t>50.84% higher coverage</a:t>
            </a:r>
            <a:r>
              <a:rPr lang="de-DE" sz="2200" dirty="0"/>
              <a:t> </a:t>
            </a:r>
            <a:r>
              <a:rPr lang="en-US" sz="2200" dirty="0"/>
              <a:t>on </a:t>
            </a:r>
            <a:r>
              <a:rPr lang="en-US" sz="2200" dirty="0" err="1"/>
              <a:t>PyTorch</a:t>
            </a:r>
            <a:endParaRPr lang="en-US" sz="2200" dirty="0"/>
          </a:p>
          <a:p>
            <a:pPr marL="522900" lvl="1" indent="-342900" fontAlgn="ctr">
              <a:buFont typeface="Arial" panose="020B0604020202020204" pitchFamily="34" charset="0"/>
              <a:buChar char="•"/>
            </a:pPr>
            <a:r>
              <a:rPr lang="en-US" sz="2200" b="1" dirty="0"/>
              <a:t>65 bugs discovered, 44 previously unknown</a:t>
            </a:r>
            <a:endParaRPr lang="en-US" sz="2200" dirty="0"/>
          </a:p>
          <a:p>
            <a:r>
              <a:rPr lang="en-US" sz="2200" b="1" dirty="0"/>
              <a:t>Follow-up Advances:</a:t>
            </a:r>
            <a:endParaRPr lang="en-US" sz="2200" dirty="0"/>
          </a:p>
          <a:p>
            <a:pPr marL="522900" lvl="1" indent="-342900" fontAlgn="ctr">
              <a:buFont typeface="Arial" panose="020B0604020202020204" pitchFamily="34" charset="0"/>
              <a:buChar char="•"/>
            </a:pPr>
            <a:r>
              <a:rPr lang="en-US" sz="2200" dirty="0" err="1"/>
              <a:t>HGFuzzer</a:t>
            </a:r>
            <a:r>
              <a:rPr lang="en-US" sz="2200" dirty="0"/>
              <a:t>:</a:t>
            </a:r>
            <a:r>
              <a:rPr lang="de-DE" sz="2200" dirty="0"/>
              <a:t> </a:t>
            </a:r>
            <a:r>
              <a:rPr lang="de-DE" sz="2200" b="1" dirty="0"/>
              <a:t>24.8× </a:t>
            </a:r>
            <a:r>
              <a:rPr lang="de-DE" sz="2200" b="1" dirty="0" err="1"/>
              <a:t>speedup</a:t>
            </a:r>
            <a:r>
              <a:rPr lang="de-DE" sz="2200" dirty="0"/>
              <a:t> </a:t>
            </a:r>
            <a:r>
              <a:rPr lang="en-US" sz="2200" dirty="0"/>
              <a:t>over traditional approaches</a:t>
            </a:r>
          </a:p>
          <a:p>
            <a:pPr marL="522900" lvl="1" indent="-342900" fontAlgn="ctr">
              <a:buFont typeface="Arial" panose="020B0604020202020204" pitchFamily="34" charset="0"/>
              <a:buChar char="•"/>
            </a:pPr>
            <a:r>
              <a:rPr lang="en-US" sz="2200" dirty="0" err="1"/>
              <a:t>CKGFuzzer</a:t>
            </a:r>
            <a:r>
              <a:rPr lang="en-US" sz="2200" dirty="0"/>
              <a:t>: Code knowledge graphs + LLMs</a:t>
            </a:r>
          </a:p>
          <a:p>
            <a:pPr marL="522900" lvl="1" indent="-342900" fontAlgn="ctr">
              <a:buFont typeface="Arial" panose="020B0604020202020204" pitchFamily="34" charset="0"/>
              <a:buChar char="•"/>
            </a:pPr>
            <a:r>
              <a:rPr lang="en-US" sz="2200" dirty="0"/>
              <a:t>G²Fuzz:</a:t>
            </a:r>
            <a:r>
              <a:rPr lang="de-DE" sz="2200" dirty="0"/>
              <a:t> </a:t>
            </a:r>
            <a:r>
              <a:rPr lang="de-DE" sz="2200" b="1" dirty="0"/>
              <a:t>&lt;$0.2 </a:t>
            </a:r>
            <a:r>
              <a:rPr lang="de-DE" sz="2200" b="1" dirty="0" err="1"/>
              <a:t>for</a:t>
            </a:r>
            <a:r>
              <a:rPr lang="de-DE" sz="2200" b="1" dirty="0"/>
              <a:t> 24-hour </a:t>
            </a:r>
            <a:r>
              <a:rPr lang="de-DE" sz="2200" b="1" dirty="0" err="1"/>
              <a:t>fuzzing</a:t>
            </a:r>
            <a:r>
              <a:rPr lang="de-DE" sz="2200" dirty="0"/>
              <a:t> </a:t>
            </a:r>
            <a:r>
              <a:rPr lang="en-US" sz="2200" dirty="0"/>
              <a:t>campaigns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23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B32BA-A526-2BFF-9D5A-A35839729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CB15FD-0204-17F4-93BE-F01F5F34B8B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3047BA-71F5-A48C-1003-FD3F90AE6CE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0D4C2-266A-BE0C-0744-348C3BBB12D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03.06.2025 | Nuremberg | Morris Darren Babu | Master Thesis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94CCE-A34A-B433-753E-E04817215F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B2DD6E-2F51-C3C7-7DEE-27C4241983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A672BC3-475D-4374-8EEC-4CFA9934D311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BBE2421A-6C7B-EC4B-DE37-6E2427E40419}"/>
              </a:ext>
            </a:extLst>
          </p:cNvPr>
          <p:cNvSpPr>
            <a:spLocks noGrp="1"/>
          </p:cNvSpPr>
          <p:nvPr>
            <p:ph type="subTitle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7E4112E-33F1-9E0A-D2E2-BE7242A8F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 Automotive Domain Applications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1DAEEDC-C2A1-0775-C62A-C21EFC4AB407}"/>
              </a:ext>
            </a:extLst>
          </p:cNvPr>
          <p:cNvSpPr>
            <a:spLocks noGrp="1"/>
          </p:cNvSpPr>
          <p:nvPr>
            <p:ph sz="quarter" idx="21"/>
          </p:nvPr>
        </p:nvSpPr>
        <p:spPr/>
        <p:txBody>
          <a:bodyPr>
            <a:normAutofit lnSpcReduction="10000"/>
          </a:bodyPr>
          <a:lstStyle/>
          <a:p>
            <a:r>
              <a:rPr lang="en-US" sz="2200" b="1" dirty="0"/>
              <a:t>Safety-Critical Breakthroughs:</a:t>
            </a:r>
            <a:endParaRPr lang="en-US" sz="2200" dirty="0"/>
          </a:p>
          <a:p>
            <a:pPr marL="522900" lvl="1" indent="-342900" fontAlgn="ctr">
              <a:buFont typeface="Arial" panose="020B0604020202020204" pitchFamily="34" charset="0"/>
              <a:buChar char="•"/>
            </a:pPr>
            <a:r>
              <a:rPr lang="en-US" sz="2200" dirty="0"/>
              <a:t>SAFLITE: Autonomous systems fuzzing -</a:t>
            </a:r>
            <a:r>
              <a:rPr lang="de-DE" sz="2200" dirty="0"/>
              <a:t> </a:t>
            </a:r>
            <a:r>
              <a:rPr lang="de-DE" sz="2200" b="1" dirty="0"/>
              <a:t>234.5% </a:t>
            </a:r>
            <a:r>
              <a:rPr lang="de-DE" sz="2200" b="1" dirty="0" err="1"/>
              <a:t>improvement</a:t>
            </a:r>
            <a:endParaRPr lang="en-US" sz="2200" dirty="0"/>
          </a:p>
          <a:p>
            <a:pPr marL="522900" lvl="1" indent="-342900" fontAlgn="ctr">
              <a:buFont typeface="Arial" panose="020B0604020202020204" pitchFamily="34" charset="0"/>
              <a:buChar char="•"/>
            </a:pPr>
            <a:r>
              <a:rPr lang="en-US" sz="2200" dirty="0"/>
              <a:t>CAN Bus AI Fuzzing: Real-time automotive network security</a:t>
            </a:r>
          </a:p>
          <a:p>
            <a:pPr marL="522900" lvl="1" indent="-342900" fontAlgn="ctr">
              <a:buFont typeface="Arial" panose="020B0604020202020204" pitchFamily="34" charset="0"/>
              <a:buChar char="•"/>
            </a:pPr>
            <a:r>
              <a:rPr lang="en-US" sz="2200" dirty="0"/>
              <a:t>ECG Embedded OS:</a:t>
            </a:r>
            <a:r>
              <a:rPr lang="de-DE" sz="2200" dirty="0"/>
              <a:t> </a:t>
            </a:r>
            <a:r>
              <a:rPr lang="de-DE" sz="2200" b="1" dirty="0"/>
              <a:t>32 </a:t>
            </a:r>
            <a:r>
              <a:rPr lang="de-DE" sz="2200" b="1" dirty="0" err="1"/>
              <a:t>new</a:t>
            </a:r>
            <a:r>
              <a:rPr lang="de-DE" sz="2200" b="1" dirty="0"/>
              <a:t> </a:t>
            </a:r>
            <a:r>
              <a:rPr lang="de-DE" sz="2200" b="1" dirty="0" err="1"/>
              <a:t>vulnerabilities</a:t>
            </a:r>
            <a:r>
              <a:rPr lang="de-DE" sz="2200" dirty="0"/>
              <a:t> </a:t>
            </a:r>
            <a:r>
              <a:rPr lang="en-US" sz="2200" dirty="0"/>
              <a:t>in embedded systems</a:t>
            </a:r>
          </a:p>
          <a:p>
            <a:pPr marL="522900" lvl="1" indent="-342900" fontAlgn="ctr">
              <a:buFont typeface="Arial" panose="020B0604020202020204" pitchFamily="34" charset="0"/>
              <a:buChar char="•"/>
            </a:pPr>
            <a:r>
              <a:rPr lang="en-US" sz="2200" dirty="0" err="1"/>
              <a:t>KernelGPT</a:t>
            </a:r>
            <a:r>
              <a:rPr lang="en-US" sz="2200" dirty="0"/>
              <a:t>:</a:t>
            </a:r>
            <a:r>
              <a:rPr lang="de-DE" sz="2200" dirty="0"/>
              <a:t> </a:t>
            </a:r>
            <a:r>
              <a:rPr lang="de-DE" sz="2200" b="1" dirty="0"/>
              <a:t>24 </a:t>
            </a:r>
            <a:r>
              <a:rPr lang="de-DE" sz="2200" b="1" dirty="0" err="1"/>
              <a:t>unknown</a:t>
            </a:r>
            <a:r>
              <a:rPr lang="de-DE" sz="2200" b="1" dirty="0"/>
              <a:t> </a:t>
            </a:r>
            <a:r>
              <a:rPr lang="de-DE" sz="2200" b="1" dirty="0" err="1"/>
              <a:t>bugs</a:t>
            </a:r>
            <a:r>
              <a:rPr lang="en-US" sz="2200" dirty="0"/>
              <a:t>,</a:t>
            </a:r>
            <a:r>
              <a:rPr lang="de-DE" sz="2200" dirty="0"/>
              <a:t> </a:t>
            </a:r>
            <a:r>
              <a:rPr lang="de-DE" sz="2200" b="1" dirty="0"/>
              <a:t>11 CVE </a:t>
            </a:r>
            <a:r>
              <a:rPr lang="de-DE" sz="2200" b="1" dirty="0" err="1"/>
              <a:t>assignments</a:t>
            </a:r>
            <a:endParaRPr lang="en-US" sz="2200" dirty="0"/>
          </a:p>
          <a:p>
            <a:r>
              <a:rPr lang="en-US" sz="2200" b="1" dirty="0"/>
              <a:t>Automotive Applications:</a:t>
            </a:r>
            <a:endParaRPr lang="en-US" sz="2200" dirty="0"/>
          </a:p>
          <a:p>
            <a:pPr marL="522900" lvl="1" indent="-342900" fontAlgn="ctr">
              <a:buFont typeface="Arial" panose="020B0604020202020204" pitchFamily="34" charset="0"/>
              <a:buChar char="•"/>
            </a:pPr>
            <a:r>
              <a:rPr lang="en-US" sz="2200" dirty="0"/>
              <a:t>Neural network validation for autonomous driving</a:t>
            </a:r>
          </a:p>
          <a:p>
            <a:pPr marL="522900" lvl="1" indent="-342900" fontAlgn="ctr">
              <a:buFont typeface="Arial" panose="020B0604020202020204" pitchFamily="34" charset="0"/>
              <a:buChar char="•"/>
            </a:pPr>
            <a:r>
              <a:rPr lang="en-US" sz="2200" dirty="0"/>
              <a:t>ECU firmware testing with real-time constraints</a:t>
            </a:r>
          </a:p>
          <a:p>
            <a:pPr marL="522900" lvl="1" indent="-342900" fontAlgn="ctr">
              <a:buFont typeface="Arial" panose="020B0604020202020204" pitchFamily="34" charset="0"/>
              <a:buChar char="•"/>
            </a:pPr>
            <a:r>
              <a:rPr lang="en-US" sz="2200" dirty="0"/>
              <a:t>Multi-ECU system integration testing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0189232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A69F1-742E-1FAF-2A9D-5FF0BD379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59297A8-08D0-5178-DAB5-8102DB6049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DB533B-90A2-020B-F6BA-58D1E170EE9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989297-9A9B-5B10-522C-AF1041436E3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03.06.2025 | Nuremberg | Morris Darren Babu | Master Thesis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AAC14-B335-6532-6840-D01D606C65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98DF-6C5E-F359-BFFC-2DAA76D274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A672BC3-475D-4374-8EEC-4CFA9934D311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B4141098-6815-CBC3-E7C4-2A611E11E451}"/>
              </a:ext>
            </a:extLst>
          </p:cNvPr>
          <p:cNvSpPr>
            <a:spLocks noGrp="1"/>
          </p:cNvSpPr>
          <p:nvPr>
            <p:ph type="subTitle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30D1F9F-6F32-69DF-3A16-B2437BC0A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 Research Gaps  &amp; Critical Findings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F0D6396-7AF8-12B2-BDFE-3608DE4CCFF1}"/>
              </a:ext>
            </a:extLst>
          </p:cNvPr>
          <p:cNvSpPr>
            <a:spLocks noGrp="1"/>
          </p:cNvSpPr>
          <p:nvPr>
            <p:ph sz="quarter" idx="2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200" b="1" dirty="0"/>
              <a:t>Identified Gaps:</a:t>
            </a:r>
            <a:endParaRPr lang="en-US" sz="2200" dirty="0"/>
          </a:p>
          <a:p>
            <a:pPr marL="522900" lvl="1" indent="-342900" fontAlgn="ctr">
              <a:buFont typeface="Arial" panose="020B0604020202020204" pitchFamily="34" charset="0"/>
              <a:buChar char="•"/>
            </a:pPr>
            <a:r>
              <a:rPr lang="en-US" sz="2200" b="1" dirty="0"/>
              <a:t>Limited automotive-specific research</a:t>
            </a:r>
            <a:r>
              <a:rPr lang="de-DE" sz="2200" dirty="0"/>
              <a:t> </a:t>
            </a:r>
            <a:r>
              <a:rPr lang="en-US" sz="2200" dirty="0"/>
              <a:t>- Most work targets general software</a:t>
            </a:r>
          </a:p>
          <a:p>
            <a:pPr marL="522900" lvl="1" indent="-342900" fontAlgn="ctr">
              <a:buFont typeface="Arial" panose="020B0604020202020204" pitchFamily="34" charset="0"/>
              <a:buChar char="•"/>
            </a:pPr>
            <a:r>
              <a:rPr lang="en-US" sz="2200" b="1" dirty="0"/>
              <a:t>Real-time constraint handling</a:t>
            </a:r>
            <a:r>
              <a:rPr lang="de-DE" sz="2200" dirty="0"/>
              <a:t> </a:t>
            </a:r>
            <a:r>
              <a:rPr lang="en-US" sz="2200" dirty="0"/>
              <a:t>- Insufficient automotive timing requirements</a:t>
            </a:r>
          </a:p>
          <a:p>
            <a:pPr marL="522900" lvl="1" indent="-342900" fontAlgn="ctr">
              <a:buFont typeface="Arial" panose="020B0604020202020204" pitchFamily="34" charset="0"/>
              <a:buChar char="•"/>
            </a:pPr>
            <a:r>
              <a:rPr lang="en-US" sz="2200" b="1" dirty="0"/>
              <a:t>Multi-ECU testing</a:t>
            </a:r>
            <a:r>
              <a:rPr lang="de-DE" sz="2200" dirty="0"/>
              <a:t> </a:t>
            </a:r>
            <a:r>
              <a:rPr lang="en-US" sz="2200" dirty="0"/>
              <a:t>- Lack of distributed architecture approaches</a:t>
            </a:r>
          </a:p>
          <a:p>
            <a:pPr marL="522900" lvl="1" indent="-342900" fontAlgn="ctr">
              <a:buFont typeface="Arial" panose="020B0604020202020204" pitchFamily="34" charset="0"/>
              <a:buChar char="•"/>
            </a:pPr>
            <a:r>
              <a:rPr lang="en-US" sz="2200" b="1" dirty="0"/>
              <a:t>Standardization</a:t>
            </a:r>
            <a:r>
              <a:rPr lang="de-DE" sz="2200" dirty="0"/>
              <a:t> </a:t>
            </a:r>
            <a:r>
              <a:rPr lang="en-US" sz="2200" dirty="0"/>
              <a:t>- No safety-critical evaluation frameworks</a:t>
            </a:r>
          </a:p>
          <a:p>
            <a:r>
              <a:rPr lang="en-US" sz="2200" b="1" dirty="0"/>
              <a:t>Quantitative Evidence:</a:t>
            </a:r>
            <a:endParaRPr lang="en-US" sz="2200" dirty="0"/>
          </a:p>
          <a:p>
            <a:pPr marL="522900" lvl="1" indent="-342900" fontAlgn="ctr">
              <a:buFont typeface="Arial" panose="020B0604020202020204" pitchFamily="34" charset="0"/>
              <a:buChar char="•"/>
            </a:pPr>
            <a:r>
              <a:rPr lang="en-US" sz="2200" b="1" dirty="0"/>
              <a:t>20-90% consistent performance gains</a:t>
            </a:r>
            <a:r>
              <a:rPr lang="de-DE" sz="2200" dirty="0"/>
              <a:t> </a:t>
            </a:r>
            <a:r>
              <a:rPr lang="en-US" sz="2200" dirty="0"/>
              <a:t>across all AI approaches</a:t>
            </a:r>
          </a:p>
          <a:p>
            <a:pPr marL="522900" lvl="1" indent="-342900" fontAlgn="ctr">
              <a:buFont typeface="Arial" panose="020B0604020202020204" pitchFamily="34" charset="0"/>
              <a:buChar char="•"/>
            </a:pPr>
            <a:r>
              <a:rPr lang="en-US" sz="2200" b="1" dirty="0"/>
              <a:t>2-24× speed improvements</a:t>
            </a:r>
            <a:r>
              <a:rPr lang="de-DE" sz="2200" dirty="0"/>
              <a:t> </a:t>
            </a:r>
            <a:r>
              <a:rPr lang="en-US" sz="2200" dirty="0"/>
              <a:t>in specialized scenarios</a:t>
            </a:r>
          </a:p>
          <a:p>
            <a:pPr marL="522900" lvl="1" indent="-342900" fontAlgn="ctr">
              <a:buFont typeface="Arial" panose="020B0604020202020204" pitchFamily="34" charset="0"/>
              <a:buChar char="•"/>
            </a:pPr>
            <a:r>
              <a:rPr lang="en-US" sz="2200" b="1" dirty="0"/>
              <a:t>Hundreds of CVE discoveries</a:t>
            </a:r>
            <a:r>
              <a:rPr lang="de-DE" sz="2200" dirty="0"/>
              <a:t> </a:t>
            </a:r>
            <a:r>
              <a:rPr lang="en-US" sz="2200" dirty="0"/>
              <a:t>with real-world impact</a:t>
            </a:r>
          </a:p>
          <a:p>
            <a:pPr marL="522900" lvl="1" indent="-342900" fontAlgn="ctr">
              <a:buFont typeface="Arial" panose="020B0604020202020204" pitchFamily="34" charset="0"/>
              <a:buChar char="•"/>
            </a:pPr>
            <a:r>
              <a:rPr lang="en-US" sz="2200" b="1" dirty="0"/>
              <a:t>Cost reduction:</a:t>
            </a:r>
            <a:r>
              <a:rPr lang="de-DE" sz="2200" dirty="0"/>
              <a:t> </a:t>
            </a:r>
            <a:r>
              <a:rPr lang="en-US" sz="2200" dirty="0"/>
              <a:t>From $1000s to &lt;$1 per campaign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6420175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A4604-177A-BB17-5EAB-1B1F9B717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A91D156-7116-06BC-18EF-5F673B3B872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0A00D4-8D57-E363-7520-32124C55271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F7CFB4-D596-AA10-3679-01D60D19C87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03.06.2025 | Nuremberg | Morris Darren Babu | Master Thesis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0DE09-E523-61D5-4BB1-863D8A0793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19452E-B3FC-10A4-1F6D-86E542E95C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A672BC3-475D-4374-8EEC-4CFA9934D311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35B7D152-432B-62DC-0BD7-576A8A0C5E22}"/>
              </a:ext>
            </a:extLst>
          </p:cNvPr>
          <p:cNvSpPr>
            <a:spLocks noGrp="1"/>
          </p:cNvSpPr>
          <p:nvPr>
            <p:ph type="subTitle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CAA118F-92F1-BE98-2517-DED15D98A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Key Takeaways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13265C5-05E7-750C-BDE1-3FECE7D9C7DD}"/>
              </a:ext>
            </a:extLst>
          </p:cNvPr>
          <p:cNvSpPr>
            <a:spLocks noGrp="1"/>
          </p:cNvSpPr>
          <p:nvPr>
            <p:ph sz="quarter" idx="21"/>
          </p:nvPr>
        </p:nvSpPr>
        <p:spPr/>
        <p:txBody>
          <a:bodyPr>
            <a:normAutofit/>
          </a:bodyPr>
          <a:lstStyle/>
          <a:p>
            <a:r>
              <a:rPr lang="en-US" sz="2200" b="1" dirty="0"/>
              <a:t>Major Findings:</a:t>
            </a:r>
            <a:endParaRPr lang="en-US" sz="2200" dirty="0"/>
          </a:p>
          <a:p>
            <a:pPr marL="522900" lvl="1" indent="-342900" fontAlgn="ctr">
              <a:buFont typeface="Arial" panose="020B0604020202020204" pitchFamily="34" charset="0"/>
              <a:buChar char="•"/>
            </a:pPr>
            <a:r>
              <a:rPr lang="en-US" sz="2200" b="1" dirty="0"/>
              <a:t>AI-enhanced fuzzing consistently superior</a:t>
            </a:r>
            <a:r>
              <a:rPr lang="de-DE" sz="2200" dirty="0"/>
              <a:t> </a:t>
            </a:r>
            <a:r>
              <a:rPr lang="en-US" sz="2200" dirty="0"/>
              <a:t>to traditional methods</a:t>
            </a:r>
          </a:p>
          <a:p>
            <a:pPr marL="522900" lvl="1" indent="-342900" fontAlgn="ctr">
              <a:buFont typeface="Arial" panose="020B0604020202020204" pitchFamily="34" charset="0"/>
              <a:buChar char="•"/>
            </a:pPr>
            <a:r>
              <a:rPr lang="en-US" sz="2200" b="1" dirty="0"/>
              <a:t>LLM-based approaches</a:t>
            </a:r>
            <a:r>
              <a:rPr lang="de-DE" sz="2200" dirty="0"/>
              <a:t> </a:t>
            </a:r>
            <a:r>
              <a:rPr lang="en-US" sz="2200" dirty="0"/>
              <a:t>represent paradigm shift</a:t>
            </a:r>
          </a:p>
          <a:p>
            <a:pPr marL="522900" lvl="1" indent="-342900" fontAlgn="ctr">
              <a:buFont typeface="Arial" panose="020B0604020202020204" pitchFamily="34" charset="0"/>
              <a:buChar char="•"/>
            </a:pPr>
            <a:r>
              <a:rPr lang="en-US" sz="2200" b="1" dirty="0"/>
              <a:t>Industrial adoption accelerating</a:t>
            </a:r>
            <a:r>
              <a:rPr lang="de-DE" sz="2200" dirty="0"/>
              <a:t> </a:t>
            </a:r>
            <a:r>
              <a:rPr lang="en-US" sz="2200" dirty="0"/>
              <a:t>with proven ROI</a:t>
            </a:r>
          </a:p>
          <a:p>
            <a:r>
              <a:rPr lang="en-US" sz="2200" b="1" dirty="0"/>
              <a:t>Future Research Priorities:</a:t>
            </a:r>
            <a:endParaRPr lang="en-US" sz="2200" dirty="0"/>
          </a:p>
          <a:p>
            <a:pPr marL="522900" lvl="1" indent="-342900" fontAlgn="ctr">
              <a:buFont typeface="Arial" panose="020B0604020202020204" pitchFamily="34" charset="0"/>
              <a:buChar char="•"/>
            </a:pPr>
            <a:r>
              <a:rPr lang="en-US" sz="2200" dirty="0"/>
              <a:t>Automotive-specific AI fuzzing frameworks</a:t>
            </a:r>
          </a:p>
          <a:p>
            <a:pPr marL="522900" lvl="1" indent="-342900" fontAlgn="ctr">
              <a:buFont typeface="Arial" panose="020B0604020202020204" pitchFamily="34" charset="0"/>
              <a:buChar char="•"/>
            </a:pPr>
            <a:r>
              <a:rPr lang="en-US" sz="2200" dirty="0"/>
              <a:t>Integration with safety standards (ISO 26262, ISO 21434)</a:t>
            </a:r>
          </a:p>
          <a:p>
            <a:pPr marL="522900" lvl="1" indent="-342900" fontAlgn="ctr">
              <a:buFont typeface="Arial" panose="020B0604020202020204" pitchFamily="34" charset="0"/>
              <a:buChar char="•"/>
            </a:pPr>
            <a:r>
              <a:rPr lang="en-US" sz="2200" dirty="0"/>
              <a:t>Real-time aware fuzzing techniques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1558537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2F4B4-B6F5-CC42-4EED-8A945F714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69F1F5BA-E61F-0755-8CD6-ECE8D28AD5D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95" imgH="394" progId="TCLayout.ActiveDocument.1">
                  <p:embed/>
                </p:oleObj>
              </mc:Choice>
              <mc:Fallback>
                <p:oleObj name="think-cell Folie" r:id="rId4" imgW="395" imgH="394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6335C081-8363-8F35-2483-CB013826D1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9CDC0439-C4DE-C66A-BC4B-2A9A734D52E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2A251F-E62E-C751-2C7F-9AAD1345C70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03.06.2025 | Nuremberg | Morris Darren Babu | Master Thesis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47EBA7-879F-3A27-7923-06475FA06D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INTERNAL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2A46C4-6419-2B94-0827-37C1D21554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A672BC3-475D-4374-8EEC-4CFA9934D311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11" name="Untertitel 10">
            <a:extLst>
              <a:ext uri="{FF2B5EF4-FFF2-40B4-BE49-F238E27FC236}">
                <a16:creationId xmlns:a16="http://schemas.microsoft.com/office/drawing/2014/main" id="{50F35B4C-5626-77FB-14E1-7CB98AFB5520}"/>
              </a:ext>
            </a:extLst>
          </p:cNvPr>
          <p:cNvSpPr>
            <a:spLocks noGrp="1"/>
          </p:cNvSpPr>
          <p:nvPr>
            <p:ph type="subTitle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BD8ED4E9-3378-1A9B-AE1F-000AF6A8F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Costs</a:t>
            </a:r>
          </a:p>
        </p:txBody>
      </p:sp>
    </p:spTree>
    <p:extLst>
      <p:ext uri="{BB962C8B-B14F-4D97-AF65-F5344CB8AC3E}">
        <p14:creationId xmlns:p14="http://schemas.microsoft.com/office/powerpoint/2010/main" val="41408297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A4923-D95E-7366-32BB-3BEB91AD9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1">
            <a:extLst>
              <a:ext uri="{FF2B5EF4-FFF2-40B4-BE49-F238E27FC236}">
                <a16:creationId xmlns:a16="http://schemas.microsoft.com/office/drawing/2014/main" id="{3B0C3553-138C-AA33-D81C-DE8EDE8D4F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442" y="39091"/>
            <a:ext cx="11814007" cy="332192"/>
          </a:xfrm>
        </p:spPr>
        <p:txBody>
          <a:bodyPr/>
          <a:lstStyle/>
          <a:p>
            <a:endParaRPr lang="en-US"/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DBA6BA1B-2DF7-5A0F-C6CC-E8E44E181D6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6486" y="5680430"/>
            <a:ext cx="11518963" cy="42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A3ADE6-69DB-9353-7EA2-05B70DA65A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8833" y="6321325"/>
            <a:ext cx="5417799" cy="20880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800"/>
              <a:t>29.07.2025 | Nuremberg | Morris Darren Babu | Master Thesis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2BA126-D098-AA01-7E6A-814E038E04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7799" cy="20880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800"/>
              <a:t>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603C99-59F4-5D3E-2F91-59DD0FB8AF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</p:spPr>
        <p:txBody>
          <a:bodyPr anchor="ctr">
            <a:normAutofit/>
          </a:bodyPr>
          <a:lstStyle/>
          <a:p>
            <a:fld id="{1A672BC3-475D-4374-8EEC-4CFA9934D311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34" name="Subtitle 6">
            <a:extLst>
              <a:ext uri="{FF2B5EF4-FFF2-40B4-BE49-F238E27FC236}">
                <a16:creationId xmlns:a16="http://schemas.microsoft.com/office/drawing/2014/main" id="{7FBFAED5-7CE8-051B-2F49-0DFF5436F589}"/>
              </a:ext>
            </a:extLst>
          </p:cNvPr>
          <p:cNvSpPr>
            <a:spLocks noGrp="1"/>
          </p:cNvSpPr>
          <p:nvPr>
            <p:ph type="subTitle" idx="20"/>
          </p:nvPr>
        </p:nvSpPr>
        <p:spPr>
          <a:xfrm>
            <a:off x="336486" y="993777"/>
            <a:ext cx="11518964" cy="34544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F8F2CDD-E161-1C2F-6438-A83574FBA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550" y="487363"/>
            <a:ext cx="11520000" cy="455612"/>
          </a:xfrm>
        </p:spPr>
        <p:txBody>
          <a:bodyPr anchor="t">
            <a:normAutofit fontScale="90000"/>
          </a:bodyPr>
          <a:lstStyle/>
          <a:p>
            <a:pPr>
              <a:lnSpc>
                <a:spcPct val="90000"/>
              </a:lnSpc>
            </a:pPr>
            <a:br>
              <a:rPr lang="en-US" sz="1200" b="1" dirty="0"/>
            </a:br>
            <a:r>
              <a:rPr lang="de-DE" sz="2800" dirty="0"/>
              <a:t>Costs</a:t>
            </a:r>
            <a:br>
              <a:rPr lang="en-US" sz="2800" b="1" dirty="0"/>
            </a:br>
            <a:endParaRPr lang="de-DE" sz="280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7117DD1-3E8A-DA7D-5D7E-1062018574A2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6096000" y="1651000"/>
            <a:ext cx="5759450" cy="3902075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de-DE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0403CA3-EEB3-249E-ECEC-91C183012246}"/>
              </a:ext>
            </a:extLst>
          </p:cNvPr>
          <p:cNvGraphicFramePr>
            <a:graphicFrameLocks noGrp="1"/>
          </p:cNvGraphicFramePr>
          <p:nvPr/>
        </p:nvGraphicFramePr>
        <p:xfrm>
          <a:off x="337200" y="1961717"/>
          <a:ext cx="11518250" cy="2903587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263451">
                  <a:extLst>
                    <a:ext uri="{9D8B030D-6E8A-4147-A177-3AD203B41FA5}">
                      <a16:colId xmlns:a16="http://schemas.microsoft.com/office/drawing/2014/main" val="2062845129"/>
                    </a:ext>
                  </a:extLst>
                </a:gridCol>
                <a:gridCol w="1578007">
                  <a:extLst>
                    <a:ext uri="{9D8B030D-6E8A-4147-A177-3AD203B41FA5}">
                      <a16:colId xmlns:a16="http://schemas.microsoft.com/office/drawing/2014/main" val="3824615062"/>
                    </a:ext>
                  </a:extLst>
                </a:gridCol>
                <a:gridCol w="1578007">
                  <a:extLst>
                    <a:ext uri="{9D8B030D-6E8A-4147-A177-3AD203B41FA5}">
                      <a16:colId xmlns:a16="http://schemas.microsoft.com/office/drawing/2014/main" val="3011075111"/>
                    </a:ext>
                  </a:extLst>
                </a:gridCol>
                <a:gridCol w="1311786">
                  <a:extLst>
                    <a:ext uri="{9D8B030D-6E8A-4147-A177-3AD203B41FA5}">
                      <a16:colId xmlns:a16="http://schemas.microsoft.com/office/drawing/2014/main" val="3348355756"/>
                    </a:ext>
                  </a:extLst>
                </a:gridCol>
                <a:gridCol w="3040691">
                  <a:extLst>
                    <a:ext uri="{9D8B030D-6E8A-4147-A177-3AD203B41FA5}">
                      <a16:colId xmlns:a16="http://schemas.microsoft.com/office/drawing/2014/main" val="823591291"/>
                    </a:ext>
                  </a:extLst>
                </a:gridCol>
                <a:gridCol w="1746308">
                  <a:extLst>
                    <a:ext uri="{9D8B030D-6E8A-4147-A177-3AD203B41FA5}">
                      <a16:colId xmlns:a16="http://schemas.microsoft.com/office/drawing/2014/main" val="1405911627"/>
                    </a:ext>
                  </a:extLst>
                </a:gridCol>
              </a:tblGrid>
              <a:tr h="654995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3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Daily Token Usage</a:t>
                      </a:r>
                    </a:p>
                  </a:txBody>
                  <a:tcPr marL="57756" marR="57756" marT="61699" marB="61699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3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Input Tokens</a:t>
                      </a:r>
                    </a:p>
                  </a:txBody>
                  <a:tcPr marL="57756" marR="57756" marT="61699" marB="61699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3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Output Tokens</a:t>
                      </a:r>
                    </a:p>
                  </a:txBody>
                  <a:tcPr marL="57756" marR="57756" marT="61699" marB="61699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3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Daily Cost</a:t>
                      </a:r>
                    </a:p>
                  </a:txBody>
                  <a:tcPr marL="57756" marR="57756" marT="61699" marB="61699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3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Monthly Cost (22 working days)</a:t>
                      </a:r>
                    </a:p>
                  </a:txBody>
                  <a:tcPr marL="57756" marR="57756" marT="61699" marB="61699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3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Annual Cost</a:t>
                      </a:r>
                    </a:p>
                  </a:txBody>
                  <a:tcPr marL="57756" marR="57756" marT="61699" marB="61699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563433"/>
                  </a:ext>
                </a:extLst>
              </a:tr>
              <a:tr h="418657"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en-US" sz="13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Light Usage</a:t>
                      </a:r>
                    </a:p>
                  </a:txBody>
                  <a:tcPr marL="57756" marR="57756" marT="61699" marB="61699"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en-US" sz="13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5,000</a:t>
                      </a:r>
                    </a:p>
                  </a:txBody>
                  <a:tcPr marL="57756" marR="57756" marT="61699" marB="6169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en-US" sz="13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7,500</a:t>
                      </a:r>
                    </a:p>
                  </a:txBody>
                  <a:tcPr marL="57756" marR="57756" marT="61699" marB="6169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en-US" sz="13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€0.28</a:t>
                      </a:r>
                    </a:p>
                  </a:txBody>
                  <a:tcPr marL="57756" marR="57756" marT="61699" marB="6169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en-US" sz="13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€6.16</a:t>
                      </a:r>
                    </a:p>
                  </a:txBody>
                  <a:tcPr marL="57756" marR="57756" marT="61699" marB="6169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en-US" sz="13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€73.92</a:t>
                      </a:r>
                    </a:p>
                  </a:txBody>
                  <a:tcPr marL="57756" marR="57756" marT="61699" marB="61699" anchor="ctr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6854332"/>
                  </a:ext>
                </a:extLst>
              </a:tr>
              <a:tr h="587470"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Moderate Usage</a:t>
                      </a:r>
                    </a:p>
                  </a:txBody>
                  <a:tcPr marL="57756" marR="57756" marT="61699" marB="6169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15,000</a:t>
                      </a:r>
                    </a:p>
                  </a:txBody>
                  <a:tcPr marL="57756" marR="57756" marT="61699" marB="6169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22,500</a:t>
                      </a:r>
                    </a:p>
                  </a:txBody>
                  <a:tcPr marL="57756" marR="57756" marT="61699" marB="6169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€0.83</a:t>
                      </a:r>
                    </a:p>
                  </a:txBody>
                  <a:tcPr marL="57756" marR="57756" marT="61699" marB="6169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€18.26</a:t>
                      </a:r>
                    </a:p>
                  </a:txBody>
                  <a:tcPr marL="57756" marR="57756" marT="61699" marB="6169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en-US" sz="12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€219.12</a:t>
                      </a:r>
                    </a:p>
                  </a:txBody>
                  <a:tcPr marL="57756" marR="57756" marT="61699" marB="6169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0664284"/>
                  </a:ext>
                </a:extLst>
              </a:tr>
              <a:tr h="654995"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en-US" sz="13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Heavy Usage</a:t>
                      </a:r>
                    </a:p>
                  </a:txBody>
                  <a:tcPr marL="57756" marR="57756" marT="61699" marB="61699"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en-US" sz="13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50,000</a:t>
                      </a:r>
                    </a:p>
                  </a:txBody>
                  <a:tcPr marL="57756" marR="57756" marT="61699" marB="6169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en-US" sz="13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75,000</a:t>
                      </a:r>
                    </a:p>
                  </a:txBody>
                  <a:tcPr marL="57756" marR="57756" marT="61699" marB="6169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en-US" sz="13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€2.75</a:t>
                      </a:r>
                    </a:p>
                  </a:txBody>
                  <a:tcPr marL="57756" marR="57756" marT="61699" marB="6169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en-US" sz="13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€60.50</a:t>
                      </a:r>
                    </a:p>
                  </a:txBody>
                  <a:tcPr marL="57756" marR="57756" marT="61699" marB="6169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en-US" sz="13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€726.00</a:t>
                      </a:r>
                    </a:p>
                  </a:txBody>
                  <a:tcPr marL="57756" marR="57756" marT="61699" marB="61699" anchor="ctr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4937131"/>
                  </a:ext>
                </a:extLst>
              </a:tr>
              <a:tr h="587470"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Enterprise Usage</a:t>
                      </a:r>
                    </a:p>
                  </a:txBody>
                  <a:tcPr marL="57756" marR="57756" marT="61699" marB="6169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en-US" sz="12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100,000</a:t>
                      </a:r>
                    </a:p>
                  </a:txBody>
                  <a:tcPr marL="57756" marR="57756" marT="61699" marB="6169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150,000</a:t>
                      </a:r>
                    </a:p>
                  </a:txBody>
                  <a:tcPr marL="57756" marR="57756" marT="61699" marB="6169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€5.50</a:t>
                      </a:r>
                    </a:p>
                  </a:txBody>
                  <a:tcPr marL="57756" marR="57756" marT="61699" marB="6169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€121.00</a:t>
                      </a:r>
                    </a:p>
                  </a:txBody>
                  <a:tcPr marL="57756" marR="57756" marT="61699" marB="6169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en-US" sz="12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€1,452.00</a:t>
                      </a:r>
                    </a:p>
                  </a:txBody>
                  <a:tcPr marL="57756" marR="57756" marT="61699" marB="6169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50288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6280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02028-FF81-94F0-DA35-3DEAA6A8B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7CB89A1C-6A56-F3E3-F731-FDD356E17461}"/>
              </a:ext>
            </a:extLst>
          </p:cNvPr>
          <p:cNvSpPr>
            <a:spLocks noGrp="1" noChangeArrowheads="1"/>
          </p:cNvSpPr>
          <p:nvPr>
            <p:ph type="body" sz="quarter" idx="1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R="0" fontAlgn="base">
              <a:buClrTx/>
              <a:buSzTx/>
              <a:tabLst/>
            </a:pPr>
            <a:r>
              <a:rPr kumimoji="0" lang="en-US" altLang="de-DE" b="0" i="0" u="none" strike="noStrike" kern="1200" cap="none" normalizeH="0" baseline="0">
                <a:ln>
                  <a:noFill/>
                </a:ln>
                <a:effectLst/>
                <a:latin typeface="+mn-lt"/>
                <a:ea typeface="+mn-ea"/>
                <a:cs typeface="+mn-cs"/>
                <a:sym typeface="FK CARIAD Light" pitchFamily="50" charset="0"/>
                <a:hlinkClick r:id="rId2"/>
              </a:rPr>
              <a:t>Literature Review</a:t>
            </a:r>
            <a:endParaRPr kumimoji="0" lang="en-US" altLang="de-DE" b="0" i="0" u="none" strike="noStrike" kern="1200" cap="none" normalizeH="0" baseline="0">
              <a:ln>
                <a:noFill/>
              </a:ln>
              <a:effectLst/>
              <a:latin typeface="+mn-lt"/>
              <a:ea typeface="+mn-ea"/>
              <a:cs typeface="+mn-cs"/>
              <a:sym typeface="FK CARIAD Light" pitchFamily="50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7424609-A3C2-DA7C-D8C2-51968D78338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81760-1EC4-77B7-7BA5-30F2D6A0C28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800"/>
              <a:t>29.07.2025 | Nuremberg | Morris Darren Babu | Master Thesis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C7C38-813F-8B97-F0DF-2662DF0E55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 vert="horz" lIns="91440" tIns="46800" rIns="91440" bIns="4680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800" kern="1200">
                <a:latin typeface="+mn-lt"/>
                <a:ea typeface="+mn-ea"/>
                <a:cs typeface="+mn-cs"/>
                <a:sym typeface="FK CARIAD Light" pitchFamily="50" charset="0"/>
              </a:rPr>
              <a:t>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5BBDE-CEA5-59B8-BB3D-C4C4DE2133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fld id="{1A672BC3-475D-4374-8EEC-4CFA9934D311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4C0480-4DD7-E0CB-A2C2-76A100E85456}"/>
              </a:ext>
            </a:extLst>
          </p:cNvPr>
          <p:cNvSpPr>
            <a:spLocks noGrp="1"/>
          </p:cNvSpPr>
          <p:nvPr>
            <p:ph type="subTitle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DD0AC8A-B179-8990-6969-4B73326E2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 anchorCtr="0">
            <a:normAutofit/>
          </a:bodyPr>
          <a:lstStyle/>
          <a:p>
            <a:pPr>
              <a:lnSpc>
                <a:spcPct val="90000"/>
              </a:lnSpc>
            </a:pPr>
            <a:r>
              <a:rPr lang="de-DE" sz="2500" dirty="0"/>
              <a:t>Costs</a:t>
            </a:r>
          </a:p>
        </p:txBody>
      </p:sp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AFE540E1-D5CE-1EFB-E6EB-9E8C9240874D}"/>
              </a:ext>
            </a:extLst>
          </p:cNvPr>
          <p:cNvGraphicFramePr>
            <a:graphicFrameLocks noGrp="1"/>
          </p:cNvGraphicFramePr>
          <p:nvPr>
            <p:ph sz="quarter" idx="21"/>
            <p:extLst>
              <p:ext uri="{D42A27DB-BD31-4B8C-83A1-F6EECF244321}">
                <p14:modId xmlns:p14="http://schemas.microsoft.com/office/powerpoint/2010/main" val="2145836785"/>
              </p:ext>
            </p:extLst>
          </p:nvPr>
        </p:nvGraphicFramePr>
        <p:xfrm>
          <a:off x="336550" y="1649413"/>
          <a:ext cx="11518248" cy="3670629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3143695">
                  <a:extLst>
                    <a:ext uri="{9D8B030D-6E8A-4147-A177-3AD203B41FA5}">
                      <a16:colId xmlns:a16="http://schemas.microsoft.com/office/drawing/2014/main" val="3594787396"/>
                    </a:ext>
                  </a:extLst>
                </a:gridCol>
                <a:gridCol w="2633529">
                  <a:extLst>
                    <a:ext uri="{9D8B030D-6E8A-4147-A177-3AD203B41FA5}">
                      <a16:colId xmlns:a16="http://schemas.microsoft.com/office/drawing/2014/main" val="4194206655"/>
                    </a:ext>
                  </a:extLst>
                </a:gridCol>
                <a:gridCol w="2179954">
                  <a:extLst>
                    <a:ext uri="{9D8B030D-6E8A-4147-A177-3AD203B41FA5}">
                      <a16:colId xmlns:a16="http://schemas.microsoft.com/office/drawing/2014/main" val="3944714177"/>
                    </a:ext>
                  </a:extLst>
                </a:gridCol>
                <a:gridCol w="2058097">
                  <a:extLst>
                    <a:ext uri="{9D8B030D-6E8A-4147-A177-3AD203B41FA5}">
                      <a16:colId xmlns:a16="http://schemas.microsoft.com/office/drawing/2014/main" val="74024621"/>
                    </a:ext>
                  </a:extLst>
                </a:gridCol>
                <a:gridCol w="1502973">
                  <a:extLst>
                    <a:ext uri="{9D8B030D-6E8A-4147-A177-3AD203B41FA5}">
                      <a16:colId xmlns:a16="http://schemas.microsoft.com/office/drawing/2014/main" val="3558837563"/>
                    </a:ext>
                  </a:extLst>
                </a:gridCol>
              </a:tblGrid>
              <a:tr h="786055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1800" b="0" cap="none" spc="0" dirty="0">
                          <a:solidFill>
                            <a:schemeClr val="bg1"/>
                          </a:solidFill>
                          <a:effectLst/>
                        </a:rPr>
                        <a:t>Test Scenario</a:t>
                      </a:r>
                    </a:p>
                  </a:txBody>
                  <a:tcPr marL="74175" marR="74175" marT="105725" marB="74175" anchor="ctr"/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1800" b="0" cap="none" spc="0">
                          <a:solidFill>
                            <a:schemeClr val="bg1"/>
                          </a:solidFill>
                          <a:effectLst/>
                        </a:rPr>
                        <a:t>Tokens Consumed</a:t>
                      </a:r>
                    </a:p>
                  </a:txBody>
                  <a:tcPr marL="74175" marR="74175" marT="105725" marB="74175" anchor="ctr"/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1800" b="0" cap="none" spc="0" dirty="0">
                          <a:solidFill>
                            <a:schemeClr val="bg1"/>
                          </a:solidFill>
                          <a:effectLst/>
                        </a:rPr>
                        <a:t>Cost per Run</a:t>
                      </a:r>
                    </a:p>
                  </a:txBody>
                  <a:tcPr marL="74175" marR="74175" marT="105725" marB="74175" anchor="ctr"/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1800" b="0" cap="none" spc="0">
                          <a:solidFill>
                            <a:schemeClr val="bg1"/>
                          </a:solidFill>
                          <a:effectLst/>
                        </a:rPr>
                        <a:t>Runs per Day</a:t>
                      </a:r>
                    </a:p>
                  </a:txBody>
                  <a:tcPr marL="74175" marR="74175" marT="105725" marB="74175" anchor="ctr"/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1800" b="0" cap="none" spc="0">
                          <a:solidFill>
                            <a:schemeClr val="bg1"/>
                          </a:solidFill>
                          <a:effectLst/>
                        </a:rPr>
                        <a:t>Daily Total</a:t>
                      </a:r>
                    </a:p>
                  </a:txBody>
                  <a:tcPr marL="74175" marR="74175" marT="105725" marB="74175" anchor="ctr"/>
                </a:tc>
                <a:extLst>
                  <a:ext uri="{0D108BD9-81ED-4DB2-BD59-A6C34878D82A}">
                    <a16:rowId xmlns:a16="http://schemas.microsoft.com/office/drawing/2014/main" val="2573572469"/>
                  </a:ext>
                </a:extLst>
              </a:tr>
              <a:tr h="615419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400" cap="none" spc="0" dirty="0">
                          <a:solidFill>
                            <a:schemeClr val="bg1"/>
                          </a:solidFill>
                          <a:effectLst/>
                        </a:rPr>
                        <a:t>Single code file fuzzing</a:t>
                      </a:r>
                    </a:p>
                  </a:txBody>
                  <a:tcPr marL="74175" marR="74175" marT="105725" marB="44505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400" cap="none" spc="0">
                          <a:solidFill>
                            <a:schemeClr val="bg1"/>
                          </a:solidFill>
                          <a:effectLst/>
                        </a:rPr>
                        <a:t>2,000 in + 3,000 out</a:t>
                      </a:r>
                    </a:p>
                  </a:txBody>
                  <a:tcPr marL="74175" marR="74175" marT="105725" marB="44505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400" cap="none" spc="0">
                          <a:solidFill>
                            <a:schemeClr val="bg1"/>
                          </a:solidFill>
                          <a:effectLst/>
                        </a:rPr>
                        <a:t>€0.11</a:t>
                      </a:r>
                    </a:p>
                  </a:txBody>
                  <a:tcPr marL="74175" marR="74175" marT="105725" marB="44505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400" cap="none" spc="0">
                          <a:solidFill>
                            <a:schemeClr val="bg1"/>
                          </a:solidFill>
                          <a:effectLst/>
                        </a:rPr>
                        <a:t>10</a:t>
                      </a:r>
                    </a:p>
                  </a:txBody>
                  <a:tcPr marL="74175" marR="74175" marT="105725" marB="44505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400" cap="none" spc="0">
                          <a:solidFill>
                            <a:schemeClr val="bg1"/>
                          </a:solidFill>
                          <a:effectLst/>
                        </a:rPr>
                        <a:t>€1.10</a:t>
                      </a:r>
                    </a:p>
                  </a:txBody>
                  <a:tcPr marL="74175" marR="74175" marT="105725" marB="44505" anchor="ctr"/>
                </a:tc>
                <a:extLst>
                  <a:ext uri="{0D108BD9-81ED-4DB2-BD59-A6C34878D82A}">
                    <a16:rowId xmlns:a16="http://schemas.microsoft.com/office/drawing/2014/main" val="451834335"/>
                  </a:ext>
                </a:extLst>
              </a:tr>
              <a:tr h="615419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400" cap="none" spc="0">
                          <a:solidFill>
                            <a:schemeClr val="bg1"/>
                          </a:solidFill>
                          <a:effectLst/>
                        </a:rPr>
                        <a:t>Module testing</a:t>
                      </a:r>
                    </a:p>
                  </a:txBody>
                  <a:tcPr marL="74175" marR="74175" marT="105725" marB="44505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400" cap="none" spc="0" dirty="0">
                          <a:solidFill>
                            <a:schemeClr val="bg1"/>
                          </a:solidFill>
                          <a:effectLst/>
                        </a:rPr>
                        <a:t>8,000 in + 12,000 out</a:t>
                      </a:r>
                    </a:p>
                  </a:txBody>
                  <a:tcPr marL="74175" marR="74175" marT="105725" marB="44505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400" cap="none" spc="0" dirty="0">
                          <a:solidFill>
                            <a:schemeClr val="bg1"/>
                          </a:solidFill>
                          <a:effectLst/>
                        </a:rPr>
                        <a:t>€0.44</a:t>
                      </a:r>
                    </a:p>
                  </a:txBody>
                  <a:tcPr marL="74175" marR="74175" marT="105725" marB="44505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400" cap="none" spc="0">
                          <a:solidFill>
                            <a:schemeClr val="bg1"/>
                          </a:solidFill>
                          <a:effectLst/>
                        </a:rPr>
                        <a:t>5</a:t>
                      </a:r>
                    </a:p>
                  </a:txBody>
                  <a:tcPr marL="74175" marR="74175" marT="105725" marB="44505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400" cap="none" spc="0">
                          <a:solidFill>
                            <a:schemeClr val="bg1"/>
                          </a:solidFill>
                          <a:effectLst/>
                        </a:rPr>
                        <a:t>€2.20</a:t>
                      </a:r>
                    </a:p>
                  </a:txBody>
                  <a:tcPr marL="74175" marR="74175" marT="105725" marB="44505" anchor="ctr"/>
                </a:tc>
                <a:extLst>
                  <a:ext uri="{0D108BD9-81ED-4DB2-BD59-A6C34878D82A}">
                    <a16:rowId xmlns:a16="http://schemas.microsoft.com/office/drawing/2014/main" val="2603752126"/>
                  </a:ext>
                </a:extLst>
              </a:tr>
              <a:tr h="826868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400" cap="none" spc="0" dirty="0">
                          <a:solidFill>
                            <a:schemeClr val="bg1"/>
                          </a:solidFill>
                          <a:effectLst/>
                        </a:rPr>
                        <a:t>Full application scan</a:t>
                      </a:r>
                    </a:p>
                  </a:txBody>
                  <a:tcPr marL="74175" marR="74175" marT="105725" marB="44505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400" cap="none" spc="0">
                          <a:solidFill>
                            <a:schemeClr val="bg1"/>
                          </a:solidFill>
                          <a:effectLst/>
                        </a:rPr>
                        <a:t>25,000 in + 35,000 out</a:t>
                      </a:r>
                    </a:p>
                  </a:txBody>
                  <a:tcPr marL="74175" marR="74175" marT="105725" marB="44505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400" cap="none" spc="0">
                          <a:solidFill>
                            <a:schemeClr val="bg1"/>
                          </a:solidFill>
                          <a:effectLst/>
                        </a:rPr>
                        <a:t>€1.30</a:t>
                      </a:r>
                    </a:p>
                  </a:txBody>
                  <a:tcPr marL="74175" marR="74175" marT="105725" marB="44505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400" cap="none" spc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</a:p>
                  </a:txBody>
                  <a:tcPr marL="74175" marR="74175" marT="105725" marB="44505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400" cap="none" spc="0" dirty="0">
                          <a:solidFill>
                            <a:schemeClr val="bg1"/>
                          </a:solidFill>
                          <a:effectLst/>
                        </a:rPr>
                        <a:t>€2.60</a:t>
                      </a:r>
                    </a:p>
                  </a:txBody>
                  <a:tcPr marL="74175" marR="74175" marT="105725" marB="44505" anchor="ctr"/>
                </a:tc>
                <a:extLst>
                  <a:ext uri="{0D108BD9-81ED-4DB2-BD59-A6C34878D82A}">
                    <a16:rowId xmlns:a16="http://schemas.microsoft.com/office/drawing/2014/main" val="552536359"/>
                  </a:ext>
                </a:extLst>
              </a:tr>
              <a:tr h="826868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400" cap="none" spc="0" dirty="0">
                          <a:solidFill>
                            <a:schemeClr val="bg1"/>
                          </a:solidFill>
                          <a:effectLst/>
                        </a:rPr>
                        <a:t>CI/CD pipeline integration</a:t>
                      </a:r>
                    </a:p>
                  </a:txBody>
                  <a:tcPr marL="74175" marR="74175" marT="105725" marB="44505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400" cap="none" spc="0" dirty="0">
                          <a:solidFill>
                            <a:schemeClr val="bg1"/>
                          </a:solidFill>
                          <a:effectLst/>
                        </a:rPr>
                        <a:t>15,000 in + 20,000 out</a:t>
                      </a:r>
                    </a:p>
                  </a:txBody>
                  <a:tcPr marL="74175" marR="74175" marT="105725" marB="44505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400" cap="none" spc="0">
                          <a:solidFill>
                            <a:schemeClr val="bg1"/>
                          </a:solidFill>
                          <a:effectLst/>
                        </a:rPr>
                        <a:t>€0.75</a:t>
                      </a:r>
                    </a:p>
                  </a:txBody>
                  <a:tcPr marL="74175" marR="74175" marT="105725" marB="44505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400" cap="none" spc="0">
                          <a:solidFill>
                            <a:schemeClr val="bg1"/>
                          </a:solidFill>
                          <a:effectLst/>
                        </a:rPr>
                        <a:t>8</a:t>
                      </a:r>
                    </a:p>
                  </a:txBody>
                  <a:tcPr marL="74175" marR="74175" marT="105725" marB="44505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400" cap="none" spc="0" dirty="0">
                          <a:solidFill>
                            <a:schemeClr val="bg1"/>
                          </a:solidFill>
                          <a:effectLst/>
                        </a:rPr>
                        <a:t>€6.00</a:t>
                      </a:r>
                    </a:p>
                  </a:txBody>
                  <a:tcPr marL="74175" marR="74175" marT="105725" marB="44505" anchor="ctr"/>
                </a:tc>
                <a:extLst>
                  <a:ext uri="{0D108BD9-81ED-4DB2-BD59-A6C34878D82A}">
                    <a16:rowId xmlns:a16="http://schemas.microsoft.com/office/drawing/2014/main" val="3026879477"/>
                  </a:ext>
                </a:extLst>
              </a:tr>
            </a:tbl>
          </a:graphicData>
        </a:graphic>
      </p:graphicFrame>
      <p:sp>
        <p:nvSpPr>
          <p:cNvPr id="15" name="Rectangle 2">
            <a:extLst>
              <a:ext uri="{FF2B5EF4-FFF2-40B4-BE49-F238E27FC236}">
                <a16:creationId xmlns:a16="http://schemas.microsoft.com/office/drawing/2014/main" id="{54540886-E3C6-128F-500E-4B5A483B11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486" y="5680430"/>
            <a:ext cx="11518963" cy="4248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defTabSz="360363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b="0" i="0" u="none" strike="noStrike" kern="1200" cap="none" normalizeH="0" baseline="0" dirty="0">
              <a:ln>
                <a:noFill/>
              </a:ln>
              <a:solidFill>
                <a:schemeClr val="accent2"/>
              </a:solidFill>
              <a:effectLst/>
              <a:latin typeface="+mn-lt"/>
              <a:ea typeface="+mn-ea"/>
              <a:cs typeface="+mn-cs"/>
              <a:sym typeface="FK CARIAD Light" pitchFamily="50" charset="0"/>
            </a:endParaRPr>
          </a:p>
          <a:p>
            <a:pPr marR="0" defTabSz="360363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b="0" i="0" u="none" strike="noStrike" kern="1200" cap="none" normalizeH="0" baseline="0" dirty="0">
              <a:ln>
                <a:noFill/>
              </a:ln>
              <a:solidFill>
                <a:schemeClr val="accent2"/>
              </a:solidFill>
              <a:effectLst/>
              <a:latin typeface="+mn-lt"/>
              <a:ea typeface="+mn-ea"/>
              <a:cs typeface="+mn-cs"/>
              <a:sym typeface="FK CARIAD Light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22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E896614-0CD6-6233-FF09-96EF2890427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3D0A12-3E1E-1623-E3FD-A760AD3BF2D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4130A-9140-DCC4-1F8F-BBE19CA029A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03.06.2025 | Nuremberg | Morris Darren Babu | Master Thesis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800429-BD71-4E44-0747-574863D878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714575-C4BE-86AC-2FB5-5A533A7869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A672BC3-475D-4374-8EEC-4CFA9934D311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937939E-EBCF-7F57-8C50-1BDCFBD92C74}"/>
              </a:ext>
            </a:extLst>
          </p:cNvPr>
          <p:cNvSpPr>
            <a:spLocks noGrp="1"/>
          </p:cNvSpPr>
          <p:nvPr>
            <p:ph type="subTitle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F1B1261-3ECB-2C00-A627-086442F73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Rapidjson</a:t>
            </a:r>
            <a:r>
              <a:rPr lang="en-US" dirty="0"/>
              <a:t> example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A2B45A3-73DB-E722-2A8B-8273D0EE75AB}"/>
              </a:ext>
            </a:extLst>
          </p:cNvPr>
          <p:cNvSpPr>
            <a:spLocks noGrp="1"/>
          </p:cNvSpPr>
          <p:nvPr>
            <p:ph sz="quarter" idx="2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5412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CCF5A-94E7-898A-0680-4F8E17E36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F97ADF84-8E60-B259-A331-16A3559CCC1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95" imgH="394" progId="TCLayout.ActiveDocument.1">
                  <p:embed/>
                </p:oleObj>
              </mc:Choice>
              <mc:Fallback>
                <p:oleObj name="think-cell Folie" r:id="rId4" imgW="395" imgH="394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F97ADF84-8E60-B259-A331-16A3559CCC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CD7B03B4-D9CD-420E-2B75-5C55DAEA1D1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4C6AA8-C04A-0912-4A87-D9DA984B178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03.06.2025 | Nuremberg | Morris Darren Babu | Master Thesis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D91E20-0F1F-72E8-4BFE-54880BB7EB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INTERNAL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CA1EC6-6538-6ABF-7D97-786497FD5E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A672BC3-475D-4374-8EEC-4CFA9934D311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11" name="Untertitel 10">
            <a:extLst>
              <a:ext uri="{FF2B5EF4-FFF2-40B4-BE49-F238E27FC236}">
                <a16:creationId xmlns:a16="http://schemas.microsoft.com/office/drawing/2014/main" id="{A5C5FFB5-810F-1708-BEF9-108C1C240A13}"/>
              </a:ext>
            </a:extLst>
          </p:cNvPr>
          <p:cNvSpPr>
            <a:spLocks noGrp="1"/>
          </p:cNvSpPr>
          <p:nvPr>
            <p:ph type="subTitle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68879F30-B98E-A672-4FC6-C0DB9823E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err="1"/>
              <a:t>Conclusion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78309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C2C41-BF20-A9C7-8B93-4434684E8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2" y="487363"/>
            <a:ext cx="11520000" cy="5617867"/>
          </a:xfrm>
        </p:spPr>
        <p:txBody>
          <a:bodyPr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7400"/>
              <a:t>This thesis focuses on integrating AI and LLMs into CI/CD/CT pipelines to improve the security testing of automotive software</a:t>
            </a:r>
            <a:endParaRPr lang="de-DE" sz="740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02BE7D-EEF6-E221-9FC6-4B9D2B241B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8833" y="6321325"/>
            <a:ext cx="5411689" cy="20880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de-DE" sz="800"/>
              <a:t>05.06.2025 | Ingolstadt | Morris Darren Babu | Master Thesis</a:t>
            </a:r>
            <a:endParaRPr lang="en-US" sz="8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5F8834-8E4C-F7D4-CA24-D5520652A4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1689" cy="20880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800"/>
              <a:t>INTERNAL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D53895-D234-E0F2-A78F-AD24EEFC06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</p:spPr>
        <p:txBody>
          <a:bodyPr anchor="ctr">
            <a:normAutofit/>
          </a:bodyPr>
          <a:lstStyle/>
          <a:p>
            <a:fld id="{1A672BC3-475D-4374-8EEC-4CFA9934D311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119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7C76238-B698-5A01-7A00-9B7CD820742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954729-58F3-0BD0-52D9-5C3E6996496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7815287" name="Datumsplatzhalter 1"/>
          <p:cNvSpPr>
            <a:spLocks noGrp="1"/>
          </p:cNvSpPr>
          <p:nvPr>
            <p:ph type="dt" sz="half" idx="2"/>
          </p:nvPr>
        </p:nvSpPr>
        <p:spPr bwMode="auto"/>
        <p:txBody>
          <a:bodyPr/>
          <a:lstStyle/>
          <a:p>
            <a:pPr>
              <a:defRPr/>
            </a:pPr>
            <a:fld id="{384EC18B-C5CB-7A44-8EB5-F0A673F2D079}" type="datetime1">
              <a:rPr lang="en-US" smtClean="0">
                <a:latin typeface="FAUSans Office"/>
              </a:rPr>
              <a:t>9/23/25</a:t>
            </a:fld>
            <a:endParaRPr lang="de-DE">
              <a:latin typeface="FAUSans Office"/>
              <a:cs typeface="FAUSans Office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677CC5E-F405-8C19-1BBE-6EF8032C007D}"/>
              </a:ext>
            </a:extLst>
          </p:cNvPr>
          <p:cNvSpPr>
            <a:spLocks noGrp="1"/>
          </p:cNvSpPr>
          <p:nvPr>
            <p:ph type="subTitle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42003313" name="Titel 9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de-DE" dirty="0">
                <a:latin typeface="FAUSans Office"/>
                <a:cs typeface="FAUSans Office"/>
              </a:rPr>
              <a:t>Timeline</a:t>
            </a:r>
            <a:endParaRPr dirty="0"/>
          </a:p>
        </p:txBody>
      </p:sp>
      <p:cxnSp>
        <p:nvCxnSpPr>
          <p:cNvPr id="1409475628" name="Gerader Verbinder 13"/>
          <p:cNvCxnSpPr/>
          <p:nvPr/>
        </p:nvCxnSpPr>
        <p:spPr bwMode="auto">
          <a:xfrm>
            <a:off x="518317" y="3786038"/>
            <a:ext cx="11157746" cy="0"/>
          </a:xfrm>
          <a:prstGeom prst="line">
            <a:avLst/>
          </a:prstGeom>
          <a:ln w="127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02472" name="Rechteck 18"/>
          <p:cNvSpPr/>
          <p:nvPr/>
        </p:nvSpPr>
        <p:spPr bwMode="auto">
          <a:xfrm>
            <a:off x="878317" y="3606038"/>
            <a:ext cx="360000" cy="360000"/>
          </a:xfrm>
          <a:prstGeom prst="rect">
            <a:avLst/>
          </a:prstGeom>
          <a:solidFill>
            <a:schemeClr val="accent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indent="0" algn="ctr" defTabSz="9144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None/>
              <a:defRPr/>
            </a:pPr>
            <a:r>
              <a:rPr lang="de-DE" b="1">
                <a:solidFill>
                  <a:schemeClr val="bg1"/>
                </a:solidFill>
                <a:latin typeface="FAUSans Office"/>
                <a:cs typeface="FAUSans Office"/>
              </a:rPr>
              <a:t>01</a:t>
            </a:r>
            <a:endParaRPr lang="de-DE" b="1" u="none" strike="noStrike" cap="none" spc="0">
              <a:ln>
                <a:noFill/>
              </a:ln>
              <a:solidFill>
                <a:schemeClr val="bg1"/>
              </a:solidFill>
              <a:latin typeface="FAUSans Office"/>
              <a:cs typeface="FAUSans Office"/>
            </a:endParaRPr>
          </a:p>
        </p:txBody>
      </p:sp>
      <p:sp>
        <p:nvSpPr>
          <p:cNvPr id="804977787" name="Textfeld 19"/>
          <p:cNvSpPr txBox="1"/>
          <p:nvPr/>
        </p:nvSpPr>
        <p:spPr bwMode="auto">
          <a:xfrm>
            <a:off x="1238317" y="1987930"/>
            <a:ext cx="1785540" cy="108343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  <a:defRPr/>
            </a:pPr>
            <a:r>
              <a:rPr lang="de-DE" b="1" dirty="0" err="1">
                <a:solidFill>
                  <a:prstClr val="black"/>
                </a:solidFill>
                <a:latin typeface="FAUSans Office"/>
              </a:rPr>
              <a:t>Literature</a:t>
            </a:r>
            <a:r>
              <a:rPr lang="de-DE" b="1" dirty="0">
                <a:solidFill>
                  <a:prstClr val="black"/>
                </a:solidFill>
                <a:latin typeface="FAUSans Office"/>
              </a:rPr>
              <a:t> Review and </a:t>
            </a:r>
            <a:r>
              <a:rPr lang="de-DE" b="1" dirty="0" err="1">
                <a:solidFill>
                  <a:prstClr val="black"/>
                </a:solidFill>
                <a:latin typeface="FAUSans Office"/>
              </a:rPr>
              <a:t>Familarizing</a:t>
            </a:r>
            <a:r>
              <a:rPr lang="de-DE" b="1" dirty="0">
                <a:solidFill>
                  <a:prstClr val="black"/>
                </a:solidFill>
                <a:latin typeface="FAUSans Office"/>
              </a:rPr>
              <a:t> </a:t>
            </a:r>
            <a:r>
              <a:rPr lang="de-DE" b="1" dirty="0" err="1">
                <a:solidFill>
                  <a:prstClr val="black"/>
                </a:solidFill>
                <a:latin typeface="FAUSans Office"/>
              </a:rPr>
              <a:t>with</a:t>
            </a:r>
            <a:r>
              <a:rPr lang="de-DE" b="1" dirty="0">
                <a:solidFill>
                  <a:prstClr val="black"/>
                </a:solidFill>
                <a:latin typeface="FAUSans Office"/>
              </a:rPr>
              <a:t> </a:t>
            </a:r>
            <a:r>
              <a:rPr lang="de-DE" b="1" dirty="0" err="1">
                <a:solidFill>
                  <a:prstClr val="black"/>
                </a:solidFill>
                <a:latin typeface="FAUSans Office"/>
              </a:rPr>
              <a:t>softwares</a:t>
            </a:r>
            <a:endParaRPr dirty="0"/>
          </a:p>
        </p:txBody>
      </p:sp>
      <p:cxnSp>
        <p:nvCxnSpPr>
          <p:cNvPr id="1512465606" name="Gerader Verbinder 21"/>
          <p:cNvCxnSpPr/>
          <p:nvPr/>
        </p:nvCxnSpPr>
        <p:spPr bwMode="auto">
          <a:xfrm>
            <a:off x="1058317" y="1987930"/>
            <a:ext cx="0" cy="1618108"/>
          </a:xfrm>
          <a:prstGeom prst="line">
            <a:avLst/>
          </a:prstGeom>
          <a:ln w="12700">
            <a:gradFill>
              <a:gsLst>
                <a:gs pos="0">
                  <a:schemeClr val="bg1"/>
                </a:gs>
                <a:gs pos="100000">
                  <a:schemeClr val="accent4"/>
                </a:gs>
              </a:gsLst>
              <a:lin ang="5400000" scaled="1"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5264661" name="Rechteck 27"/>
          <p:cNvSpPr/>
          <p:nvPr/>
        </p:nvSpPr>
        <p:spPr bwMode="auto">
          <a:xfrm>
            <a:off x="2536282" y="3606038"/>
            <a:ext cx="360000" cy="360000"/>
          </a:xfrm>
          <a:prstGeom prst="rect">
            <a:avLst/>
          </a:prstGeom>
          <a:solidFill>
            <a:schemeClr val="accent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indent="0" algn="ctr" defTabSz="9144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None/>
              <a:defRPr/>
            </a:pPr>
            <a:r>
              <a:rPr lang="de-DE" b="1">
                <a:solidFill>
                  <a:schemeClr val="bg1"/>
                </a:solidFill>
                <a:latin typeface="FAUSans Office"/>
                <a:cs typeface="FAUSans Office"/>
              </a:rPr>
              <a:t>02</a:t>
            </a:r>
            <a:endParaRPr lang="de-DE" b="1" u="none" strike="noStrike" cap="none" spc="0">
              <a:ln>
                <a:noFill/>
              </a:ln>
              <a:solidFill>
                <a:schemeClr val="bg1"/>
              </a:solidFill>
              <a:latin typeface="FAUSans Office"/>
              <a:cs typeface="FAUSans Office"/>
            </a:endParaRPr>
          </a:p>
        </p:txBody>
      </p:sp>
      <p:sp>
        <p:nvSpPr>
          <p:cNvPr id="860717030" name="Textfeld 28"/>
          <p:cNvSpPr txBox="1"/>
          <p:nvPr/>
        </p:nvSpPr>
        <p:spPr bwMode="auto">
          <a:xfrm>
            <a:off x="2880784" y="4500707"/>
            <a:ext cx="1785540" cy="123928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  <a:defRPr/>
            </a:pPr>
            <a:r>
              <a:rPr lang="de-DE" b="1" dirty="0" err="1">
                <a:solidFill>
                  <a:prstClr val="black"/>
                </a:solidFill>
                <a:latin typeface="FAUSans Office"/>
              </a:rPr>
              <a:t>Local</a:t>
            </a:r>
            <a:r>
              <a:rPr lang="de-DE" b="1" dirty="0">
                <a:solidFill>
                  <a:prstClr val="black"/>
                </a:solidFill>
                <a:latin typeface="FAUSans Office"/>
              </a:rPr>
              <a:t> </a:t>
            </a:r>
            <a:r>
              <a:rPr lang="de-DE" b="1" dirty="0" err="1">
                <a:solidFill>
                  <a:prstClr val="black"/>
                </a:solidFill>
                <a:latin typeface="FAUSans Office"/>
              </a:rPr>
              <a:t>llm</a:t>
            </a:r>
            <a:r>
              <a:rPr lang="de-DE" b="1" dirty="0">
                <a:solidFill>
                  <a:prstClr val="black"/>
                </a:solidFill>
                <a:latin typeface="FAUSans Office"/>
              </a:rPr>
              <a:t> </a:t>
            </a:r>
            <a:r>
              <a:rPr lang="de-DE" b="1" dirty="0" err="1">
                <a:solidFill>
                  <a:prstClr val="black"/>
                </a:solidFill>
                <a:latin typeface="FAUSans Office"/>
              </a:rPr>
              <a:t>fuzzing</a:t>
            </a:r>
            <a:r>
              <a:rPr lang="de-DE" b="1" dirty="0">
                <a:solidFill>
                  <a:prstClr val="black"/>
                </a:solidFill>
                <a:latin typeface="FAUSans Office"/>
              </a:rPr>
              <a:t> and Benchmarking </a:t>
            </a:r>
            <a:r>
              <a:rPr lang="de-DE" b="1" dirty="0" err="1">
                <a:solidFill>
                  <a:prstClr val="black"/>
                </a:solidFill>
                <a:latin typeface="FAUSans Office"/>
              </a:rPr>
              <a:t>with</a:t>
            </a:r>
            <a:r>
              <a:rPr lang="de-DE" b="1" dirty="0">
                <a:solidFill>
                  <a:prstClr val="black"/>
                </a:solidFill>
                <a:latin typeface="FAUSans Office"/>
              </a:rPr>
              <a:t> </a:t>
            </a:r>
            <a:r>
              <a:rPr lang="de-DE" b="1" dirty="0">
                <a:solidFill>
                  <a:prstClr val="black"/>
                </a:solidFill>
                <a:latin typeface="FAUSans Office"/>
                <a:cs typeface="FAUSans Office"/>
              </a:rPr>
              <a:t>Evaluation </a:t>
            </a:r>
            <a:r>
              <a:rPr lang="de-DE" b="1" dirty="0" err="1">
                <a:solidFill>
                  <a:prstClr val="black"/>
                </a:solidFill>
                <a:latin typeface="FAUSans Office"/>
                <a:cs typeface="FAUSans Office"/>
              </a:rPr>
              <a:t>metrics</a:t>
            </a:r>
            <a:endParaRPr lang="de-DE" dirty="0"/>
          </a:p>
        </p:txBody>
      </p:sp>
      <p:cxnSp>
        <p:nvCxnSpPr>
          <p:cNvPr id="892333205" name="Gerader Verbinder 29"/>
          <p:cNvCxnSpPr/>
          <p:nvPr/>
        </p:nvCxnSpPr>
        <p:spPr bwMode="auto">
          <a:xfrm>
            <a:off x="2716282" y="3966038"/>
            <a:ext cx="0" cy="1618108"/>
          </a:xfrm>
          <a:prstGeom prst="line">
            <a:avLst/>
          </a:prstGeom>
          <a:ln w="12700">
            <a:gradFill>
              <a:gsLst>
                <a:gs pos="0">
                  <a:schemeClr val="accent4"/>
                </a:gs>
                <a:gs pos="100000">
                  <a:schemeClr val="bg1"/>
                </a:gs>
              </a:gsLst>
              <a:lin ang="5400000" scaled="1"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0901893" name="Rechteck 32"/>
          <p:cNvSpPr/>
          <p:nvPr/>
        </p:nvSpPr>
        <p:spPr bwMode="auto">
          <a:xfrm>
            <a:off x="4194247" y="3606038"/>
            <a:ext cx="360000" cy="360000"/>
          </a:xfrm>
          <a:prstGeom prst="rect">
            <a:avLst/>
          </a:prstGeom>
          <a:solidFill>
            <a:schemeClr val="accent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indent="0" algn="ctr" defTabSz="9144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None/>
              <a:defRPr/>
            </a:pPr>
            <a:r>
              <a:rPr lang="de-DE" b="1">
                <a:solidFill>
                  <a:schemeClr val="bg1"/>
                </a:solidFill>
                <a:latin typeface="FAUSans Office"/>
                <a:cs typeface="FAUSans Office"/>
              </a:rPr>
              <a:t>03</a:t>
            </a:r>
            <a:endParaRPr lang="de-DE" b="1" u="none" strike="noStrike" cap="none" spc="0">
              <a:ln>
                <a:noFill/>
              </a:ln>
              <a:solidFill>
                <a:schemeClr val="bg1"/>
              </a:solidFill>
              <a:latin typeface="FAUSans Office"/>
              <a:cs typeface="FAUSans Office"/>
            </a:endParaRPr>
          </a:p>
        </p:txBody>
      </p:sp>
      <p:sp>
        <p:nvSpPr>
          <p:cNvPr id="1816855620" name="Textfeld 33"/>
          <p:cNvSpPr txBox="1"/>
          <p:nvPr/>
        </p:nvSpPr>
        <p:spPr bwMode="auto">
          <a:xfrm>
            <a:off x="4554247" y="1987930"/>
            <a:ext cx="1785540" cy="12640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  <a:defRPr/>
            </a:pPr>
            <a:r>
              <a:rPr lang="de-DE" b="1" dirty="0">
                <a:solidFill>
                  <a:prstClr val="black"/>
                </a:solidFill>
                <a:latin typeface="FAUSans Office"/>
                <a:cs typeface="FAUSans Office"/>
              </a:rPr>
              <a:t>Open source </a:t>
            </a:r>
            <a:r>
              <a:rPr lang="de-DE" b="1" dirty="0" err="1">
                <a:solidFill>
                  <a:prstClr val="black"/>
                </a:solidFill>
                <a:latin typeface="FAUSans Office"/>
                <a:cs typeface="FAUSans Office"/>
              </a:rPr>
              <a:t>llm</a:t>
            </a:r>
            <a:r>
              <a:rPr lang="de-DE" b="1" dirty="0">
                <a:solidFill>
                  <a:prstClr val="black"/>
                </a:solidFill>
                <a:latin typeface="FAUSans Office"/>
                <a:cs typeface="FAUSans Office"/>
              </a:rPr>
              <a:t> </a:t>
            </a:r>
            <a:r>
              <a:rPr lang="de-DE" b="1" dirty="0" err="1">
                <a:solidFill>
                  <a:prstClr val="black"/>
                </a:solidFill>
                <a:latin typeface="FAUSans Office"/>
                <a:cs typeface="FAUSans Office"/>
              </a:rPr>
              <a:t>training</a:t>
            </a:r>
            <a:r>
              <a:rPr lang="de-DE" b="1" dirty="0">
                <a:solidFill>
                  <a:prstClr val="black"/>
                </a:solidFill>
                <a:latin typeface="FAUSans Office"/>
                <a:cs typeface="FAUSans Office"/>
              </a:rPr>
              <a:t> and </a:t>
            </a:r>
            <a:r>
              <a:rPr lang="de-DE" b="1" dirty="0" err="1">
                <a:solidFill>
                  <a:prstClr val="black"/>
                </a:solidFill>
                <a:latin typeface="FAUSans Office"/>
                <a:cs typeface="FAUSans Office"/>
              </a:rPr>
              <a:t>cloud</a:t>
            </a:r>
            <a:r>
              <a:rPr lang="de-DE" b="1" dirty="0">
                <a:solidFill>
                  <a:prstClr val="black"/>
                </a:solidFill>
                <a:latin typeface="FAUSans Office"/>
                <a:cs typeface="FAUSans Office"/>
              </a:rPr>
              <a:t> </a:t>
            </a:r>
            <a:r>
              <a:rPr lang="de-DE" b="1" dirty="0" err="1">
                <a:solidFill>
                  <a:prstClr val="black"/>
                </a:solidFill>
                <a:latin typeface="FAUSans Office"/>
                <a:cs typeface="FAUSans Office"/>
              </a:rPr>
              <a:t>llm</a:t>
            </a:r>
            <a:r>
              <a:rPr lang="de-DE" b="1" dirty="0">
                <a:solidFill>
                  <a:prstClr val="black"/>
                </a:solidFill>
                <a:latin typeface="FAUSans Office"/>
                <a:cs typeface="FAUSans Office"/>
              </a:rPr>
              <a:t> </a:t>
            </a:r>
            <a:r>
              <a:rPr lang="de-DE" b="1" dirty="0" err="1">
                <a:solidFill>
                  <a:prstClr val="black"/>
                </a:solidFill>
                <a:latin typeface="FAUSans Office"/>
                <a:cs typeface="FAUSans Office"/>
              </a:rPr>
              <a:t>testing</a:t>
            </a:r>
            <a:r>
              <a:rPr lang="de-DE" b="1" dirty="0">
                <a:solidFill>
                  <a:prstClr val="black"/>
                </a:solidFill>
                <a:latin typeface="FAUSans Office"/>
                <a:cs typeface="FAUSans Office"/>
              </a:rPr>
              <a:t> (</a:t>
            </a:r>
            <a:r>
              <a:rPr lang="de-DE" b="1" dirty="0" err="1">
                <a:solidFill>
                  <a:prstClr val="black"/>
                </a:solidFill>
                <a:latin typeface="FAUSans Office"/>
                <a:cs typeface="FAUSans Office"/>
              </a:rPr>
              <a:t>OpenAi</a:t>
            </a:r>
            <a:r>
              <a:rPr lang="de-DE" b="1" dirty="0">
                <a:solidFill>
                  <a:prstClr val="black"/>
                </a:solidFill>
                <a:latin typeface="FAUSans Office"/>
                <a:cs typeface="FAUSans Office"/>
              </a:rPr>
              <a:t>)</a:t>
            </a:r>
            <a:endParaRPr dirty="0"/>
          </a:p>
        </p:txBody>
      </p:sp>
      <p:cxnSp>
        <p:nvCxnSpPr>
          <p:cNvPr id="492820990" name="Gerader Verbinder 34"/>
          <p:cNvCxnSpPr/>
          <p:nvPr/>
        </p:nvCxnSpPr>
        <p:spPr bwMode="auto">
          <a:xfrm>
            <a:off x="4374247" y="1987930"/>
            <a:ext cx="0" cy="1618108"/>
          </a:xfrm>
          <a:prstGeom prst="line">
            <a:avLst/>
          </a:prstGeom>
          <a:ln w="12700">
            <a:gradFill>
              <a:gsLst>
                <a:gs pos="0">
                  <a:schemeClr val="bg1"/>
                </a:gs>
                <a:gs pos="100000">
                  <a:schemeClr val="accent4"/>
                </a:gs>
              </a:gsLst>
              <a:lin ang="5400000" scaled="1"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7339137" name="Rechteck 36"/>
          <p:cNvSpPr/>
          <p:nvPr/>
        </p:nvSpPr>
        <p:spPr bwMode="auto">
          <a:xfrm>
            <a:off x="5852212" y="3606038"/>
            <a:ext cx="360000" cy="360000"/>
          </a:xfrm>
          <a:prstGeom prst="rect">
            <a:avLst/>
          </a:prstGeom>
          <a:solidFill>
            <a:schemeClr val="accent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indent="0" algn="ctr" defTabSz="9144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None/>
              <a:defRPr/>
            </a:pPr>
            <a:r>
              <a:rPr lang="de-DE" b="1">
                <a:solidFill>
                  <a:schemeClr val="bg1"/>
                </a:solidFill>
                <a:latin typeface="FAUSans Office"/>
                <a:cs typeface="FAUSans Office"/>
              </a:rPr>
              <a:t>04</a:t>
            </a:r>
            <a:endParaRPr lang="de-DE" b="1" u="none" strike="noStrike" cap="none" spc="0">
              <a:ln>
                <a:noFill/>
              </a:ln>
              <a:solidFill>
                <a:schemeClr val="bg1"/>
              </a:solidFill>
              <a:latin typeface="FAUSans Office"/>
              <a:cs typeface="FAUSans Office"/>
            </a:endParaRPr>
          </a:p>
        </p:txBody>
      </p:sp>
      <p:sp>
        <p:nvSpPr>
          <p:cNvPr id="1545243349" name="Textfeld 37"/>
          <p:cNvSpPr txBox="1"/>
          <p:nvPr/>
        </p:nvSpPr>
        <p:spPr bwMode="auto">
          <a:xfrm>
            <a:off x="6212212" y="4500708"/>
            <a:ext cx="1785540" cy="12392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  <a:defRPr/>
            </a:pPr>
            <a:r>
              <a:rPr lang="de-DE" b="1" dirty="0">
                <a:solidFill>
                  <a:prstClr val="black"/>
                </a:solidFill>
                <a:latin typeface="FAUSans Office"/>
              </a:rPr>
              <a:t>Automation </a:t>
            </a:r>
            <a:r>
              <a:rPr lang="de-DE" b="1" dirty="0" err="1">
                <a:solidFill>
                  <a:prstClr val="black"/>
                </a:solidFill>
                <a:latin typeface="FAUSans Office"/>
              </a:rPr>
              <a:t>of</a:t>
            </a:r>
            <a:r>
              <a:rPr lang="de-DE" b="1" dirty="0">
                <a:solidFill>
                  <a:prstClr val="black"/>
                </a:solidFill>
                <a:latin typeface="FAUSans Office"/>
              </a:rPr>
              <a:t> </a:t>
            </a:r>
            <a:r>
              <a:rPr lang="de-DE" b="1" dirty="0" err="1">
                <a:solidFill>
                  <a:prstClr val="black"/>
                </a:solidFill>
                <a:latin typeface="FAUSans Office"/>
              </a:rPr>
              <a:t>llm</a:t>
            </a:r>
            <a:r>
              <a:rPr lang="de-DE" b="1" dirty="0">
                <a:solidFill>
                  <a:prstClr val="black"/>
                </a:solidFill>
                <a:latin typeface="FAUSans Office"/>
              </a:rPr>
              <a:t> </a:t>
            </a:r>
            <a:r>
              <a:rPr lang="de-DE" b="1" dirty="0" err="1">
                <a:solidFill>
                  <a:prstClr val="black"/>
                </a:solidFill>
                <a:latin typeface="FAUSans Office"/>
              </a:rPr>
              <a:t>fuzzing</a:t>
            </a:r>
            <a:r>
              <a:rPr lang="de-DE" b="1" dirty="0">
                <a:solidFill>
                  <a:prstClr val="black"/>
                </a:solidFill>
                <a:latin typeface="FAUSans Office"/>
              </a:rPr>
              <a:t> </a:t>
            </a:r>
            <a:r>
              <a:rPr lang="de-DE" b="1" dirty="0" err="1">
                <a:solidFill>
                  <a:prstClr val="black"/>
                </a:solidFill>
                <a:latin typeface="FAUSans Office"/>
              </a:rPr>
              <a:t>locally</a:t>
            </a:r>
            <a:r>
              <a:rPr lang="de-DE" b="1" dirty="0">
                <a:solidFill>
                  <a:prstClr val="black"/>
                </a:solidFill>
                <a:latin typeface="FAUSans Office"/>
              </a:rPr>
              <a:t> and </a:t>
            </a:r>
            <a:r>
              <a:rPr lang="de-DE" b="1" dirty="0" err="1">
                <a:solidFill>
                  <a:prstClr val="black"/>
                </a:solidFill>
                <a:latin typeface="FAUSans Office"/>
              </a:rPr>
              <a:t>adaption</a:t>
            </a:r>
            <a:r>
              <a:rPr lang="de-DE" b="1" dirty="0">
                <a:solidFill>
                  <a:prstClr val="black"/>
                </a:solidFill>
                <a:latin typeface="FAUSans Office"/>
              </a:rPr>
              <a:t> </a:t>
            </a:r>
            <a:r>
              <a:rPr lang="de-DE" b="1" dirty="0" err="1">
                <a:solidFill>
                  <a:prstClr val="black"/>
                </a:solidFill>
                <a:latin typeface="FAUSans Office"/>
              </a:rPr>
              <a:t>to</a:t>
            </a:r>
            <a:r>
              <a:rPr lang="de-DE" b="1" dirty="0">
                <a:solidFill>
                  <a:prstClr val="black"/>
                </a:solidFill>
                <a:latin typeface="FAUSans Office"/>
              </a:rPr>
              <a:t> </a:t>
            </a:r>
            <a:r>
              <a:rPr lang="de-DE" b="1" dirty="0" err="1">
                <a:solidFill>
                  <a:prstClr val="black"/>
                </a:solidFill>
                <a:latin typeface="FAUSans Office"/>
              </a:rPr>
              <a:t>the</a:t>
            </a:r>
            <a:r>
              <a:rPr lang="de-DE" b="1" dirty="0">
                <a:solidFill>
                  <a:prstClr val="black"/>
                </a:solidFill>
                <a:latin typeface="FAUSans Office"/>
              </a:rPr>
              <a:t> </a:t>
            </a:r>
            <a:r>
              <a:rPr lang="de-DE" b="1" dirty="0" err="1">
                <a:solidFill>
                  <a:prstClr val="black"/>
                </a:solidFill>
                <a:latin typeface="FAUSans Office"/>
              </a:rPr>
              <a:t>production</a:t>
            </a:r>
            <a:r>
              <a:rPr lang="de-DE" b="1" dirty="0">
                <a:solidFill>
                  <a:prstClr val="black"/>
                </a:solidFill>
                <a:latin typeface="FAUSans Office"/>
              </a:rPr>
              <a:t> code</a:t>
            </a:r>
            <a:endParaRPr dirty="0"/>
          </a:p>
        </p:txBody>
      </p:sp>
      <p:cxnSp>
        <p:nvCxnSpPr>
          <p:cNvPr id="1770243050" name="Gerader Verbinder 38"/>
          <p:cNvCxnSpPr/>
          <p:nvPr/>
        </p:nvCxnSpPr>
        <p:spPr bwMode="auto">
          <a:xfrm>
            <a:off x="6032212" y="3966038"/>
            <a:ext cx="0" cy="1618108"/>
          </a:xfrm>
          <a:prstGeom prst="line">
            <a:avLst/>
          </a:prstGeom>
          <a:ln w="12700">
            <a:gradFill>
              <a:gsLst>
                <a:gs pos="0">
                  <a:schemeClr val="accent4"/>
                </a:gs>
                <a:gs pos="100000">
                  <a:schemeClr val="bg1"/>
                </a:gs>
              </a:gsLst>
              <a:lin ang="5400000" scaled="1"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5395813" name="Rechteck 40"/>
          <p:cNvSpPr/>
          <p:nvPr/>
        </p:nvSpPr>
        <p:spPr bwMode="auto">
          <a:xfrm>
            <a:off x="7510177" y="3606038"/>
            <a:ext cx="360000" cy="360000"/>
          </a:xfrm>
          <a:prstGeom prst="rect">
            <a:avLst/>
          </a:prstGeom>
          <a:solidFill>
            <a:schemeClr val="accent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indent="0" algn="ctr" defTabSz="9144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None/>
              <a:defRPr/>
            </a:pPr>
            <a:r>
              <a:rPr lang="de-DE" b="1">
                <a:solidFill>
                  <a:schemeClr val="bg1"/>
                </a:solidFill>
                <a:latin typeface="FAUSans Office"/>
                <a:cs typeface="FAUSans Office"/>
              </a:rPr>
              <a:t>05</a:t>
            </a:r>
            <a:endParaRPr lang="de-DE" b="1" u="none" strike="noStrike" cap="none" spc="0">
              <a:ln>
                <a:noFill/>
              </a:ln>
              <a:solidFill>
                <a:schemeClr val="bg1"/>
              </a:solidFill>
              <a:latin typeface="FAUSans Office"/>
              <a:cs typeface="FAUSans Office"/>
            </a:endParaRPr>
          </a:p>
        </p:txBody>
      </p:sp>
      <p:sp>
        <p:nvSpPr>
          <p:cNvPr id="290627400" name="Textfeld 41"/>
          <p:cNvSpPr txBox="1"/>
          <p:nvPr/>
        </p:nvSpPr>
        <p:spPr bwMode="auto">
          <a:xfrm>
            <a:off x="7870177" y="1721224"/>
            <a:ext cx="1785540" cy="17048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  <a:defRPr/>
            </a:pPr>
            <a:r>
              <a:rPr lang="de-DE" b="1" dirty="0">
                <a:solidFill>
                  <a:prstClr val="black"/>
                </a:solidFill>
                <a:latin typeface="FAUSans Office"/>
                <a:cs typeface="FAUSans Office"/>
              </a:rPr>
              <a:t>LLM </a:t>
            </a:r>
            <a:r>
              <a:rPr lang="de-DE" b="1" dirty="0" err="1">
                <a:solidFill>
                  <a:prstClr val="black"/>
                </a:solidFill>
                <a:latin typeface="FAUSans Office"/>
                <a:cs typeface="FAUSans Office"/>
              </a:rPr>
              <a:t>Fuzzing</a:t>
            </a:r>
            <a:r>
              <a:rPr lang="de-DE" b="1" dirty="0">
                <a:solidFill>
                  <a:prstClr val="black"/>
                </a:solidFill>
                <a:latin typeface="FAUSans Office"/>
                <a:cs typeface="FAUSans Office"/>
              </a:rPr>
              <a:t> in </a:t>
            </a:r>
            <a:r>
              <a:rPr lang="de-DE" b="1" dirty="0" err="1">
                <a:solidFill>
                  <a:prstClr val="black"/>
                </a:solidFill>
                <a:latin typeface="FAUSans Office"/>
                <a:cs typeface="FAUSans Office"/>
              </a:rPr>
              <a:t>the</a:t>
            </a:r>
            <a:r>
              <a:rPr lang="de-DE" b="1" dirty="0">
                <a:solidFill>
                  <a:prstClr val="black"/>
                </a:solidFill>
                <a:latin typeface="FAUSans Office"/>
                <a:cs typeface="FAUSans Office"/>
              </a:rPr>
              <a:t> ci/cd </a:t>
            </a:r>
            <a:r>
              <a:rPr lang="de-DE" b="1" dirty="0" err="1">
                <a:solidFill>
                  <a:prstClr val="black"/>
                </a:solidFill>
                <a:latin typeface="FAUSans Office"/>
                <a:cs typeface="FAUSans Office"/>
              </a:rPr>
              <a:t>pipeline</a:t>
            </a:r>
            <a:r>
              <a:rPr lang="de-DE" b="1" dirty="0">
                <a:solidFill>
                  <a:prstClr val="black"/>
                </a:solidFill>
                <a:latin typeface="FAUSans Office"/>
                <a:cs typeface="FAUSans Office"/>
              </a:rPr>
              <a:t> </a:t>
            </a:r>
            <a:r>
              <a:rPr lang="de-DE" b="1" dirty="0" err="1">
                <a:solidFill>
                  <a:prstClr val="black"/>
                </a:solidFill>
                <a:latin typeface="FAUSans Office"/>
                <a:cs typeface="FAUSans Office"/>
              </a:rPr>
              <a:t>with</a:t>
            </a:r>
            <a:r>
              <a:rPr lang="de-DE" b="1" dirty="0">
                <a:solidFill>
                  <a:prstClr val="black"/>
                </a:solidFill>
                <a:latin typeface="FAUSans Office"/>
                <a:cs typeface="FAUSans Office"/>
              </a:rPr>
              <a:t> </a:t>
            </a:r>
            <a:r>
              <a:rPr lang="de-DE" b="1" dirty="0" err="1">
                <a:solidFill>
                  <a:prstClr val="black"/>
                </a:solidFill>
                <a:latin typeface="FAUSans Office"/>
                <a:cs typeface="FAUSans Office"/>
              </a:rPr>
              <a:t>jfrog</a:t>
            </a:r>
            <a:r>
              <a:rPr lang="de-DE" b="1" dirty="0">
                <a:solidFill>
                  <a:prstClr val="black"/>
                </a:solidFill>
                <a:latin typeface="FAUSans Office"/>
                <a:cs typeface="FAUSans Office"/>
              </a:rPr>
              <a:t> and </a:t>
            </a:r>
            <a:r>
              <a:rPr lang="de-DE" b="1" dirty="0" err="1">
                <a:solidFill>
                  <a:prstClr val="black"/>
                </a:solidFill>
                <a:latin typeface="FAUSans Office"/>
                <a:cs typeface="FAUSans Office"/>
              </a:rPr>
              <a:t>azure</a:t>
            </a:r>
            <a:r>
              <a:rPr lang="de-DE" b="1" dirty="0">
                <a:solidFill>
                  <a:prstClr val="black"/>
                </a:solidFill>
                <a:latin typeface="FAUSans Office"/>
                <a:cs typeface="FAUSans Office"/>
              </a:rPr>
              <a:t> </a:t>
            </a:r>
            <a:r>
              <a:rPr lang="de-DE" b="1" dirty="0" err="1">
                <a:solidFill>
                  <a:prstClr val="black"/>
                </a:solidFill>
                <a:latin typeface="FAUSans Office"/>
                <a:cs typeface="FAUSans Office"/>
              </a:rPr>
              <a:t>endpoints</a:t>
            </a:r>
            <a:r>
              <a:rPr lang="de-DE" b="1" dirty="0">
                <a:solidFill>
                  <a:prstClr val="black"/>
                </a:solidFill>
                <a:latin typeface="FAUSans Office"/>
                <a:cs typeface="FAUSans Office"/>
              </a:rPr>
              <a:t> in </a:t>
            </a:r>
            <a:r>
              <a:rPr lang="de-DE" b="1" dirty="0" err="1">
                <a:solidFill>
                  <a:prstClr val="black"/>
                </a:solidFill>
                <a:latin typeface="FAUSans Office"/>
                <a:cs typeface="FAUSans Office"/>
              </a:rPr>
              <a:t>github</a:t>
            </a:r>
            <a:r>
              <a:rPr lang="de-DE" b="1" dirty="0">
                <a:solidFill>
                  <a:prstClr val="black"/>
                </a:solidFill>
                <a:latin typeface="FAUSans Office"/>
                <a:cs typeface="FAUSans Office"/>
              </a:rPr>
              <a:t> </a:t>
            </a:r>
            <a:br>
              <a:rPr lang="de-DE" sz="1400" u="none" strike="noStrike" cap="none" spc="0" dirty="0">
                <a:ln>
                  <a:noFill/>
                </a:ln>
                <a:solidFill>
                  <a:prstClr val="black"/>
                </a:solidFill>
                <a:latin typeface="FAUSans Office"/>
                <a:cs typeface="FAUSans Office"/>
              </a:rPr>
            </a:br>
            <a:r>
              <a:rPr lang="de-DE" sz="1400" u="none" strike="noStrike" cap="none" spc="0" dirty="0">
                <a:ln>
                  <a:noFill/>
                </a:ln>
                <a:solidFill>
                  <a:prstClr val="black"/>
                </a:solidFill>
                <a:latin typeface="FAUSans Office"/>
                <a:cs typeface="FAUSans Office"/>
              </a:rPr>
              <a:t>.							</a:t>
            </a:r>
            <a:endParaRPr dirty="0"/>
          </a:p>
        </p:txBody>
      </p:sp>
      <p:cxnSp>
        <p:nvCxnSpPr>
          <p:cNvPr id="248937115" name="Gerader Verbinder 42"/>
          <p:cNvCxnSpPr/>
          <p:nvPr/>
        </p:nvCxnSpPr>
        <p:spPr bwMode="auto">
          <a:xfrm>
            <a:off x="7690177" y="1987930"/>
            <a:ext cx="0" cy="1618108"/>
          </a:xfrm>
          <a:prstGeom prst="line">
            <a:avLst/>
          </a:prstGeom>
          <a:ln w="12700">
            <a:gradFill>
              <a:gsLst>
                <a:gs pos="0">
                  <a:schemeClr val="bg1"/>
                </a:gs>
                <a:gs pos="100000">
                  <a:schemeClr val="accent4"/>
                </a:gs>
              </a:gsLst>
              <a:lin ang="5400000" scaled="1"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5802119" name="Rechteck 44"/>
          <p:cNvSpPr/>
          <p:nvPr/>
        </p:nvSpPr>
        <p:spPr bwMode="auto">
          <a:xfrm>
            <a:off x="9168143" y="3606038"/>
            <a:ext cx="360000" cy="360000"/>
          </a:xfrm>
          <a:prstGeom prst="rect">
            <a:avLst/>
          </a:prstGeom>
          <a:solidFill>
            <a:schemeClr val="accent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indent="0" algn="ctr" defTabSz="9144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None/>
              <a:defRPr/>
            </a:pPr>
            <a:r>
              <a:rPr lang="de-DE" b="1">
                <a:solidFill>
                  <a:schemeClr val="bg1"/>
                </a:solidFill>
                <a:latin typeface="FAUSans Office"/>
                <a:cs typeface="FAUSans Office"/>
              </a:rPr>
              <a:t>06</a:t>
            </a:r>
            <a:endParaRPr lang="de-DE" b="1" u="none" strike="noStrike" cap="none" spc="0">
              <a:ln>
                <a:noFill/>
              </a:ln>
              <a:solidFill>
                <a:schemeClr val="bg1"/>
              </a:solidFill>
              <a:latin typeface="FAUSans Office"/>
              <a:cs typeface="FAUSans Office"/>
            </a:endParaRPr>
          </a:p>
        </p:txBody>
      </p:sp>
      <p:sp>
        <p:nvSpPr>
          <p:cNvPr id="802702208" name="Textfeld 45"/>
          <p:cNvSpPr txBox="1"/>
          <p:nvPr/>
        </p:nvSpPr>
        <p:spPr bwMode="auto">
          <a:xfrm>
            <a:off x="9528143" y="4500708"/>
            <a:ext cx="1785540" cy="108343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  <a:defRPr/>
            </a:pPr>
            <a:r>
              <a:rPr lang="de-DE" b="1" dirty="0">
                <a:solidFill>
                  <a:prstClr val="black"/>
                </a:solidFill>
                <a:latin typeface="FAUSans Office"/>
                <a:cs typeface="FAUSans Office"/>
              </a:rPr>
              <a:t>Writing Thesis</a:t>
            </a:r>
            <a:endParaRPr dirty="0"/>
          </a:p>
        </p:txBody>
      </p:sp>
      <p:cxnSp>
        <p:nvCxnSpPr>
          <p:cNvPr id="433184560" name="Gerader Verbinder 46"/>
          <p:cNvCxnSpPr/>
          <p:nvPr/>
        </p:nvCxnSpPr>
        <p:spPr bwMode="auto">
          <a:xfrm>
            <a:off x="9348143" y="3966038"/>
            <a:ext cx="0" cy="1618108"/>
          </a:xfrm>
          <a:prstGeom prst="line">
            <a:avLst/>
          </a:prstGeom>
          <a:ln w="12700">
            <a:gradFill>
              <a:gsLst>
                <a:gs pos="0">
                  <a:schemeClr val="accent4"/>
                </a:gs>
                <a:gs pos="100000">
                  <a:schemeClr val="bg1"/>
                </a:gs>
              </a:gsLst>
              <a:lin ang="5400000" scaled="1"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6320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95" imgH="394" progId="TCLayout.ActiveDocument.1">
                  <p:embed/>
                </p:oleObj>
              </mc:Choice>
              <mc:Fallback>
                <p:oleObj name="think-cell Folie" r:id="rId4" imgW="395" imgH="39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457199" y="1335627"/>
            <a:ext cx="6389649" cy="299930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de-DE" b="1" dirty="0"/>
              <a:t>Vielen Dank</a:t>
            </a:r>
            <a:br>
              <a:rPr lang="de-DE" b="1" dirty="0"/>
            </a:br>
            <a:r>
              <a:rPr lang="de-DE" b="1" dirty="0"/>
              <a:t>für Ihre </a:t>
            </a:r>
            <a:r>
              <a:rPr lang="de-DE" b="1" dirty="0" err="1"/>
              <a:t>Aufmerksamkei</a:t>
            </a:r>
            <a:r>
              <a:rPr lang="de-DE" b="1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376084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C2C41-BF20-A9C7-8B93-4434684E8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000" y="490220"/>
            <a:ext cx="11520000" cy="717250"/>
          </a:xfrm>
        </p:spPr>
        <p:txBody>
          <a:bodyPr anchor="t">
            <a:normAutofit/>
          </a:bodyPr>
          <a:lstStyle/>
          <a:p>
            <a:r>
              <a:rPr lang="de-DE"/>
              <a:t>Any Questions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02BE7D-EEF6-E221-9FC6-4B9D2B241B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8832" y="6321325"/>
            <a:ext cx="5417799" cy="20880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800"/>
              <a:t>03.06.2025 | Nuremberg | Morris Darren Babu | Master Thesis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5F8834-8E4C-F7D4-CA24-D5520652A4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7798" cy="20880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800"/>
              <a:t>INTERNAL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D53895-D234-E0F2-A78F-AD24EEFC06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</p:spPr>
        <p:txBody>
          <a:bodyPr anchor="ctr">
            <a:normAutofit/>
          </a:bodyPr>
          <a:lstStyle/>
          <a:p>
            <a:fld id="{1A672BC3-475D-4374-8EEC-4CFA9934D311}" type="slidenum">
              <a:rPr lang="en-US" smtClean="0"/>
              <a:pPr/>
              <a:t>47</a:t>
            </a:fld>
            <a:endParaRPr lang="en-US"/>
          </a:p>
        </p:txBody>
      </p:sp>
      <p:pic>
        <p:nvPicPr>
          <p:cNvPr id="9" name="Video 8" descr="Neon Pink Question Mark">
            <a:extLst>
              <a:ext uri="{FF2B5EF4-FFF2-40B4-BE49-F238E27FC236}">
                <a16:creationId xmlns:a16="http://schemas.microsoft.com/office/drawing/2014/main" id="{4961A237-D8DF-FB0E-ADE6-A5D6A7FDC32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t="11409" b="17286"/>
          <a:stretch>
            <a:fillRect/>
          </a:stretch>
        </p:blipFill>
        <p:spPr>
          <a:xfrm>
            <a:off x="334963" y="1212769"/>
            <a:ext cx="11520487" cy="462075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99629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133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5060&quot;&gt;&lt;version val=&quot;28278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bNumberIsYear val=&quot;0&quot;/&gt;&lt;m_strFormatTime&gt;%d. %1 %Y&lt;/m_strFormatTime&gt;&lt;m_yearfmt&gt;&lt;begin val=&quot;0&quot;/&gt;&lt;end val=&quot;0&quot;/&gt;&lt;/m_yearfmt&gt;&lt;/m_precDefaultDate&gt;&lt;m_precDefaultYear&gt;&lt;m_bNumberIsYear val=&quot;0&quot;/&gt;&lt;m_strFormatTime&gt;%Y&lt;/m_strFormatTime&gt;&lt;m_yearfmt&gt;&lt;begin val=&quot;0&quot;/&gt;&lt;end val=&quot;0&quot;/&gt;&lt;/m_yearfmt&gt;&lt;/m_precDefaultYear&gt;&lt;m_precDefaultQuarter&gt;&lt;m_bNumberIsYear val=&quot;0&quot;/&gt;&lt;m_strFormatTime&gt;Q%5&lt;/m_strFormatTime&gt;&lt;m_yearfmt&gt;&lt;begin val=&quot;0&quot;/&gt;&lt;end val=&quot;4&quot;/&gt;&lt;/m_yearfmt&gt;&lt;/m_precDefaultQuarter&gt;&lt;m_precDefaultMonth&gt;&lt;m_bNumberIsYear val=&quot;0&quot;/&gt;&lt;m_strFormatTime&gt;%1&lt;/m_strFormatTime&gt;&lt;m_yearfmt&gt;&lt;begin val=&quot;0&quot;/&gt;&lt;end val=&quot;4&quot;/&gt;&lt;/m_yearfmt&gt;&lt;/m_precDefaultMonth&gt;&lt;m_precDefaultWeek&gt;&lt;m_bNumberIsYear val=&quot;0&quot;/&gt;&lt;m_strFormatTime&gt;%4&lt;/m_strFormatTime&gt;&lt;m_yearfmt&gt;&lt;begin val=&quot;0&quot;/&gt;&lt;end val=&quot;4&quot;/&gt;&lt;/m_yearfmt&gt;&lt;/m_precDefaultWeek&gt;&lt;m_precDefaultDay&gt;&lt;m_bNumberIsYear val=&quot;0&quot;/&gt;&lt;m_strFormatTime&gt;%#d&lt;/m_strFormatTime&gt;&lt;m_yearfmt&gt;&lt;begin val=&quot;0&quot;/&gt;&lt;end val=&quot;4&quot;/&gt;&lt;/m_yearfmt&gt;&lt;/m_precDefaultDay&gt;&lt;m_mruColor&gt;&lt;m_vecMRU length=&quot;0&quot;/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zdxF4DHDBQDDFh01x.4h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pbmW9iJWilnYxKQFNKq7Q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gw9PTqqsEAjw1Q2OZx6a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C8650CEzvZDngRBUZubN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nQXrteg0zgFoHVik0h3h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FFL4w7zNfyyoI_sH61sQ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1xUjw9bsppmCW3gbj78l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75lCINg.hn6Z4y2PCtzuw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rm5gaHlu96yTy4EfXVDjg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Zr5AgunFEC4oXfqZbtHow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KbSYWE8fGNFvqc.jcnfyA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9s14BrPp2z0sxmZaG3LMA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rtETvFz4VkL8IncLe9yA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CARIAD">
  <a:themeElements>
    <a:clrScheme name="CARIAD Colors">
      <a:dk1>
        <a:srgbClr val="1D0638"/>
      </a:dk1>
      <a:lt1>
        <a:srgbClr val="FFFFFF"/>
      </a:lt1>
      <a:dk2>
        <a:srgbClr val="373741"/>
      </a:dk2>
      <a:lt2>
        <a:srgbClr val="CDCDD2"/>
      </a:lt2>
      <a:accent1>
        <a:srgbClr val="442EE0"/>
      </a:accent1>
      <a:accent2>
        <a:srgbClr val="1EEF97"/>
      </a:accent2>
      <a:accent3>
        <a:srgbClr val="FEF04A"/>
      </a:accent3>
      <a:accent4>
        <a:srgbClr val="1D0638"/>
      </a:accent4>
      <a:accent5>
        <a:srgbClr val="EE4C40"/>
      </a:accent5>
      <a:accent6>
        <a:srgbClr val="442EE0"/>
      </a:accent6>
      <a:hlink>
        <a:srgbClr val="1EEF97"/>
      </a:hlink>
      <a:folHlink>
        <a:srgbClr val="1EEF97"/>
      </a:folHlink>
    </a:clrScheme>
    <a:fontScheme name="CARIAD Fonts">
      <a:majorFont>
        <a:latin typeface="FK CARIAD Light"/>
        <a:ea typeface=""/>
        <a:cs typeface=""/>
      </a:majorFont>
      <a:minorFont>
        <a:latin typeface="FK CARIA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Aft>
            <a:spcPts val="600"/>
          </a:spcAft>
          <a:defRPr sz="1400" noProof="0" dirty="0" smtClean="0">
            <a:solidFill>
              <a:schemeClr val="bg1"/>
            </a:solidFill>
            <a:latin typeface="+mn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241004_CARIAD_PPT_Master_v1.9.pptx" id="{F7680082-A1B4-45AA-8B37-06AA5B76C1D5}" vid="{8E39B1B2-6C4D-4E7F-B3C7-A85B553EDC43}"/>
    </a:ext>
  </a:extLst>
</a:theme>
</file>

<file path=ppt/theme/theme2.xml><?xml version="1.0" encoding="utf-8"?>
<a:theme xmlns:a="http://schemas.openxmlformats.org/drawingml/2006/main" name="1_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41004_CARIAD_PPT_Master_v1.9.pptx" id="{F7680082-A1B4-45AA-8B37-06AA5B76C1D5}" vid="{7AB61BA7-22A8-4810-A8C5-61AD63824213}"/>
    </a:ext>
  </a:extLst>
</a:theme>
</file>

<file path=ppt/theme/theme3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41004_CARIAD_PPT_Master_v1.9.pptx" id="{F7680082-A1B4-45AA-8B37-06AA5B76C1D5}" vid="{7036ACB1-E469-43C9-8DE5-861C288E7334}"/>
    </a:ext>
  </a:extLst>
</a:theme>
</file>

<file path=ppt/theme/theme4.xml><?xml version="1.0" encoding="utf-8"?>
<a:theme xmlns:a="http://schemas.openxmlformats.org/drawingml/2006/main" name="Office">
  <a:themeElements>
    <a:clrScheme name="CARIAD Colors">
      <a:dk1>
        <a:srgbClr val="1D0638"/>
      </a:dk1>
      <a:lt1>
        <a:srgbClr val="FFFFFF"/>
      </a:lt1>
      <a:dk2>
        <a:srgbClr val="373741"/>
      </a:dk2>
      <a:lt2>
        <a:srgbClr val="CDCDD2"/>
      </a:lt2>
      <a:accent1>
        <a:srgbClr val="442EE0"/>
      </a:accent1>
      <a:accent2>
        <a:srgbClr val="1EEF97"/>
      </a:accent2>
      <a:accent3>
        <a:srgbClr val="FEF04A"/>
      </a:accent3>
      <a:accent4>
        <a:srgbClr val="1D0638"/>
      </a:accent4>
      <a:accent5>
        <a:srgbClr val="EE4C40"/>
      </a:accent5>
      <a:accent6>
        <a:srgbClr val="1EEF97"/>
      </a:accent6>
      <a:hlink>
        <a:srgbClr val="1D0638"/>
      </a:hlink>
      <a:folHlink>
        <a:srgbClr val="CDCDD2"/>
      </a:folHlink>
    </a:clrScheme>
    <a:fontScheme name="CARIAD Fonts">
      <a:majorFont>
        <a:latin typeface="FK CARIAD Light"/>
        <a:ea typeface=""/>
        <a:cs typeface=""/>
      </a:majorFont>
      <a:minorFont>
        <a:latin typeface="FK CARIA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">
  <a:themeElements>
    <a:clrScheme name="CARIAD Colors">
      <a:dk1>
        <a:srgbClr val="1D0638"/>
      </a:dk1>
      <a:lt1>
        <a:srgbClr val="FFFFFF"/>
      </a:lt1>
      <a:dk2>
        <a:srgbClr val="373741"/>
      </a:dk2>
      <a:lt2>
        <a:srgbClr val="CDCDD2"/>
      </a:lt2>
      <a:accent1>
        <a:srgbClr val="442EE0"/>
      </a:accent1>
      <a:accent2>
        <a:srgbClr val="1EEF97"/>
      </a:accent2>
      <a:accent3>
        <a:srgbClr val="FEF04A"/>
      </a:accent3>
      <a:accent4>
        <a:srgbClr val="1D0638"/>
      </a:accent4>
      <a:accent5>
        <a:srgbClr val="EE4C40"/>
      </a:accent5>
      <a:accent6>
        <a:srgbClr val="1EEF97"/>
      </a:accent6>
      <a:hlink>
        <a:srgbClr val="1D0638"/>
      </a:hlink>
      <a:folHlink>
        <a:srgbClr val="CDCDD2"/>
      </a:folHlink>
    </a:clrScheme>
    <a:fontScheme name="CARIAD Fonts">
      <a:majorFont>
        <a:latin typeface="FK CARIAD Light"/>
        <a:ea typeface=""/>
        <a:cs typeface=""/>
      </a:majorFont>
      <a:minorFont>
        <a:latin typeface="FK CARIA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4358999AC623042BF5E6863C1415B6E" ma:contentTypeVersion="24" ma:contentTypeDescription="Create a new document." ma:contentTypeScope="" ma:versionID="cc6db99a5dbcaed010dde6713ab69b64">
  <xsd:schema xmlns:xsd="http://www.w3.org/2001/XMLSchema" xmlns:xs="http://www.w3.org/2001/XMLSchema" xmlns:p="http://schemas.microsoft.com/office/2006/metadata/properties" xmlns:ns1="http://schemas.microsoft.com/sharepoint/v3" xmlns:ns2="1f1cc38e-be0d-43ee-a32e-3d3cdc14e891" xmlns:ns3="89ebfe51-ad52-4140-89e1-03df7c43bac0" xmlns:ns4="http://schemas.microsoft.com/sharepoint/v4" targetNamespace="http://schemas.microsoft.com/office/2006/metadata/properties" ma:root="true" ma:fieldsID="1d535cddb4ef94fe4ba8475e54c10eab" ns1:_="" ns2:_="" ns3:_="" ns4:_="">
    <xsd:import namespace="http://schemas.microsoft.com/sharepoint/v3"/>
    <xsd:import namespace="1f1cc38e-be0d-43ee-a32e-3d3cdc14e891"/>
    <xsd:import namespace="89ebfe51-ad52-4140-89e1-03df7c43bac0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2:a5ae8bea204d4eea91999db6470a4a8e" minOccurs="0"/>
                <xsd:element ref="ns2:TaxCatchAll" minOccurs="0"/>
                <xsd:element ref="ns2:TaxCatchAllLabel" minOccurs="0"/>
                <xsd:element ref="ns2:i0f84bba906045b4af568ee102a52dcb" minOccurs="0"/>
                <xsd:element ref="ns2:RevIMDeletionDate" minOccurs="0"/>
                <xsd:element ref="ns2:RevIMEventDate" minOccurs="0"/>
                <xsd:element ref="ns2:RevIMComments" minOccurs="0"/>
                <xsd:element ref="ns2:RevIMDocumentOwner" minOccurs="0"/>
                <xsd:element ref="ns2:RevIMExtend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SearchProperties" minOccurs="0"/>
                <xsd:element ref="ns3:lcf76f155ced4ddcb4097134ff3c332f" minOccurs="0"/>
                <xsd:element ref="ns3:MediaServiceOCR" minOccurs="0"/>
                <xsd:element ref="ns2:SharedWithUsers" minOccurs="0"/>
                <xsd:element ref="ns2:SharedWithDetails" minOccurs="0"/>
                <xsd:element ref="ns3:MediaServiceDateTaken" minOccurs="0"/>
                <xsd:element ref="ns3:MediaServiceLocation" minOccurs="0"/>
                <xsd:element ref="ns4:IconOverlay" minOccurs="0"/>
                <xsd:element ref="ns1:_vti_ItemDeclaredRecord" minOccurs="0"/>
                <xsd:element ref="ns1:_vti_ItemHoldRecord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vti_ItemDeclaredRecord" ma:index="34" nillable="true" ma:displayName="Declared Record" ma:hidden="true" ma:internalName="_vti_ItemDeclaredRecord" ma:readOnly="true">
      <xsd:simpleType>
        <xsd:restriction base="dms:DateTime"/>
      </xsd:simpleType>
    </xsd:element>
    <xsd:element name="_vti_ItemHoldRecordStatus" ma:index="35" nillable="true" ma:displayName="Hold and Record Status" ma:decimals="0" ma:hidden="true" ma:internalName="_vti_ItemHoldRecordStatu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1cc38e-be0d-43ee-a32e-3d3cdc14e891" elementFormDefault="qualified">
    <xsd:import namespace="http://schemas.microsoft.com/office/2006/documentManagement/types"/>
    <xsd:import namespace="http://schemas.microsoft.com/office/infopath/2007/PartnerControls"/>
    <xsd:element name="a5ae8bea204d4eea91999db6470a4a8e" ma:index="8" nillable="true" ma:taxonomy="true" ma:internalName="a5ae8bea204d4eea91999db6470a4a8e" ma:taxonomyFieldName="LegalHoldTag" ma:displayName="LegalHold" ma:fieldId="{a5ae8bea-204d-4eea-9199-9db6470a4a8e}" ma:taxonomyMulti="true" ma:sspId="d35d9ec1-ff0e-4daf-94ff-594c76aa1822" ma:termSetId="1d36a6df-4193-45ed-b3bc-3ba9643c5e0d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9" nillable="true" ma:displayName="Taxonomy Catch All Column" ma:hidden="true" ma:list="{ec4032a6-4001-4ff6-bc80-1b32d6b7246e}" ma:internalName="TaxCatchAll" ma:showField="CatchAllData" ma:web="1f1cc38e-be0d-43ee-a32e-3d3cdc14e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hidden="true" ma:list="{ec4032a6-4001-4ff6-bc80-1b32d6b7246e}" ma:internalName="TaxCatchAllLabel" ma:readOnly="true" ma:showField="CatchAllDataLabel" ma:web="1f1cc38e-be0d-43ee-a32e-3d3cdc14e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i0f84bba906045b4af568ee102a52dcb" ma:index="13" nillable="true" ma:taxonomy="true" ma:internalName="i0f84bba906045b4af568ee102a52dcb" ma:taxonomyFieldName="RevIMBCS" ma:displayName="CSD Class" ma:indexed="true" ma:readOnly="true" ma:default="7;#8.3 Vertrieb und Marketing|6aa1880a-1ef8-4bdd-ad71-d3cc4e13fcbd" ma:fieldId="{20f84bba-9060-45b4-af56-8ee102a52dcb}" ma:sspId="d35d9ec1-ff0e-4daf-94ff-594c76aa1822" ma:termSetId="83f400d6-6f53-40a3-8fd2-b80b61df545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RevIMDeletionDate" ma:index="14" nillable="true" ma:displayName="Deletion Date" ma:description="Deletion Date" ma:format="DateOnly" ma:internalName="RevIMDeletionDate" ma:readOnly="true">
      <xsd:simpleType>
        <xsd:restriction base="dms:DateTime"/>
      </xsd:simpleType>
    </xsd:element>
    <xsd:element name="RevIMEventDate" ma:index="15" nillable="true" ma:displayName="Event Date" ma:description="Event Date" ma:format="DateOnly" ma:internalName="RevIMEventDate" ma:readOnly="true">
      <xsd:simpleType>
        <xsd:restriction base="dms:DateTime"/>
      </xsd:simpleType>
    </xsd:element>
    <xsd:element name="RevIMComments" ma:index="16" nillable="true" ma:displayName="Event Comment" ma:internalName="RevIMComments" ma:readOnly="true">
      <xsd:simpleType>
        <xsd:restriction base="dms:Note">
          <xsd:maxLength value="255"/>
        </xsd:restriction>
      </xsd:simpleType>
    </xsd:element>
    <xsd:element name="RevIMDocumentOwner" ma:index="17" nillable="true" ma:displayName="Document Owner" ma:list="UserInfo" ma:internalName="RevIMDocumentOwn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RevIMExtends" ma:index="18" nillable="true" ma:displayName="RevIMExtends" ma:hidden="true" ma:internalName="RevIMExtends" ma:readOnly="true">
      <xsd:simpleType>
        <xsd:restriction base="dms:Note"/>
      </xsd:simpleType>
    </xsd:element>
    <xsd:element name="SharedWithUsers" ma:index="2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3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ebfe51-ad52-4140-89e1-03df7c43bac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27" nillable="true" ma:taxonomy="true" ma:internalName="lcf76f155ced4ddcb4097134ff3c332f" ma:taxonomyFieldName="MediaServiceImageTags" ma:displayName="Image Tags" ma:readOnly="false" ma:fieldId="{5cf76f15-5ced-4ddc-b409-7134ff3c332f}" ma:taxonomyMulti="true" ma:sspId="d35d9ec1-ff0e-4daf-94ff-594c76aa182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3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32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33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vIMDocumentOwner xmlns="1f1cc38e-be0d-43ee-a32e-3d3cdc14e891">
      <UserInfo>
        <DisplayName/>
        <AccountId xsi:nil="true"/>
        <AccountType/>
      </UserInfo>
    </RevIMDocumentOwner>
    <TaxCatchAll xmlns="1f1cc38e-be0d-43ee-a32e-3d3cdc14e891">
      <Value>3</Value>
    </TaxCatchAll>
    <i0f84bba906045b4af568ee102a52dcb xmlns="1f1cc38e-be0d-43ee-a32e-3d3cdc14e891">
      <Terms xmlns="http://schemas.microsoft.com/office/infopath/2007/PartnerControls">
        <TermInfo xmlns="http://schemas.microsoft.com/office/infopath/2007/PartnerControls">
          <TermName xmlns="http://schemas.microsoft.com/office/infopath/2007/PartnerControls">Master data</TermName>
          <TermId xmlns="http://schemas.microsoft.com/office/infopath/2007/PartnerControls">d23f4b91-a721-4ebc-9a5e-dfdab8ddb6c1</TermId>
        </TermInfo>
      </Terms>
    </i0f84bba906045b4af568ee102a52dcb>
    <RevIMDeletionDate xmlns="1f1cc38e-be0d-43ee-a32e-3d3cdc14e891" xsi:nil="true"/>
    <RevIMExtends xmlns="1f1cc38e-be0d-43ee-a32e-3d3cdc14e891">{"Classified":"2024-10-11T11:08:24.832Z","KSUClass":"0239cc7a-0c96-48a8-9e0e-a383e362571c"}</RevIMExtends>
    <lcf76f155ced4ddcb4097134ff3c332f xmlns="89ebfe51-ad52-4140-89e1-03df7c43bac0">
      <Terms xmlns="http://schemas.microsoft.com/office/infopath/2007/PartnerControls"/>
    </lcf76f155ced4ddcb4097134ff3c332f>
    <RevIMComments xmlns="1f1cc38e-be0d-43ee-a32e-3d3cdc14e891" xsi:nil="true"/>
    <RevIMEventDate xmlns="1f1cc38e-be0d-43ee-a32e-3d3cdc14e891" xsi:nil="true"/>
    <a5ae8bea204d4eea91999db6470a4a8e xmlns="1f1cc38e-be0d-43ee-a32e-3d3cdc14e891">
      <Terms xmlns="http://schemas.microsoft.com/office/infopath/2007/PartnerControls"/>
    </a5ae8bea204d4eea91999db6470a4a8e>
    <IconOverlay xmlns="http://schemas.microsoft.com/sharepoint/v4" xsi:nil="true"/>
  </documentManagement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4358999AC623042BF5E6863C1415B6E" ma:contentTypeVersion="24" ma:contentTypeDescription="Create a new document." ma:contentTypeScope="" ma:versionID="cc6db99a5dbcaed010dde6713ab69b64">
  <xsd:schema xmlns:xsd="http://www.w3.org/2001/XMLSchema" xmlns:xs="http://www.w3.org/2001/XMLSchema" xmlns:p="http://schemas.microsoft.com/office/2006/metadata/properties" xmlns:ns1="http://schemas.microsoft.com/sharepoint/v3" xmlns:ns2="1f1cc38e-be0d-43ee-a32e-3d3cdc14e891" xmlns:ns3="89ebfe51-ad52-4140-89e1-03df7c43bac0" xmlns:ns4="http://schemas.microsoft.com/sharepoint/v4" targetNamespace="http://schemas.microsoft.com/office/2006/metadata/properties" ma:root="true" ma:fieldsID="1d535cddb4ef94fe4ba8475e54c10eab" ns1:_="" ns2:_="" ns3:_="" ns4:_="">
    <xsd:import namespace="http://schemas.microsoft.com/sharepoint/v3"/>
    <xsd:import namespace="1f1cc38e-be0d-43ee-a32e-3d3cdc14e891"/>
    <xsd:import namespace="89ebfe51-ad52-4140-89e1-03df7c43bac0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2:a5ae8bea204d4eea91999db6470a4a8e" minOccurs="0"/>
                <xsd:element ref="ns2:TaxCatchAll" minOccurs="0"/>
                <xsd:element ref="ns2:TaxCatchAllLabel" minOccurs="0"/>
                <xsd:element ref="ns2:i0f84bba906045b4af568ee102a52dcb" minOccurs="0"/>
                <xsd:element ref="ns2:RevIMDeletionDate" minOccurs="0"/>
                <xsd:element ref="ns2:RevIMEventDate" minOccurs="0"/>
                <xsd:element ref="ns2:RevIMComments" minOccurs="0"/>
                <xsd:element ref="ns2:RevIMDocumentOwner" minOccurs="0"/>
                <xsd:element ref="ns2:RevIMExtend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SearchProperties" minOccurs="0"/>
                <xsd:element ref="ns3:lcf76f155ced4ddcb4097134ff3c332f" minOccurs="0"/>
                <xsd:element ref="ns3:MediaServiceOCR" minOccurs="0"/>
                <xsd:element ref="ns2:SharedWithUsers" minOccurs="0"/>
                <xsd:element ref="ns2:SharedWithDetails" minOccurs="0"/>
                <xsd:element ref="ns3:MediaServiceDateTaken" minOccurs="0"/>
                <xsd:element ref="ns3:MediaServiceLocation" minOccurs="0"/>
                <xsd:element ref="ns4:IconOverlay" minOccurs="0"/>
                <xsd:element ref="ns1:_vti_ItemDeclaredRecord" minOccurs="0"/>
                <xsd:element ref="ns1:_vti_ItemHoldRecord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vti_ItemDeclaredRecord" ma:index="34" nillable="true" ma:displayName="Declared Record" ma:hidden="true" ma:internalName="_vti_ItemDeclaredRecord" ma:readOnly="true">
      <xsd:simpleType>
        <xsd:restriction base="dms:DateTime"/>
      </xsd:simpleType>
    </xsd:element>
    <xsd:element name="_vti_ItemHoldRecordStatus" ma:index="35" nillable="true" ma:displayName="Hold and Record Status" ma:decimals="0" ma:hidden="true" ma:internalName="_vti_ItemHoldRecordStatu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1cc38e-be0d-43ee-a32e-3d3cdc14e891" elementFormDefault="qualified">
    <xsd:import namespace="http://schemas.microsoft.com/office/2006/documentManagement/types"/>
    <xsd:import namespace="http://schemas.microsoft.com/office/infopath/2007/PartnerControls"/>
    <xsd:element name="a5ae8bea204d4eea91999db6470a4a8e" ma:index="8" nillable="true" ma:taxonomy="true" ma:internalName="a5ae8bea204d4eea91999db6470a4a8e" ma:taxonomyFieldName="LegalHoldTag" ma:displayName="LegalHold" ma:fieldId="{a5ae8bea-204d-4eea-9199-9db6470a4a8e}" ma:taxonomyMulti="true" ma:sspId="d35d9ec1-ff0e-4daf-94ff-594c76aa1822" ma:termSetId="1d36a6df-4193-45ed-b3bc-3ba9643c5e0d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9" nillable="true" ma:displayName="Taxonomy Catch All Column" ma:hidden="true" ma:list="{ec4032a6-4001-4ff6-bc80-1b32d6b7246e}" ma:internalName="TaxCatchAll" ma:showField="CatchAllData" ma:web="1f1cc38e-be0d-43ee-a32e-3d3cdc14e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hidden="true" ma:list="{ec4032a6-4001-4ff6-bc80-1b32d6b7246e}" ma:internalName="TaxCatchAllLabel" ma:readOnly="true" ma:showField="CatchAllDataLabel" ma:web="1f1cc38e-be0d-43ee-a32e-3d3cdc14e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i0f84bba906045b4af568ee102a52dcb" ma:index="13" nillable="true" ma:taxonomy="true" ma:internalName="i0f84bba906045b4af568ee102a52dcb" ma:taxonomyFieldName="RevIMBCS" ma:displayName="CSD Class" ma:indexed="true" ma:readOnly="true" ma:default="7;#8.3 Vertrieb und Marketing|6aa1880a-1ef8-4bdd-ad71-d3cc4e13fcbd" ma:fieldId="{20f84bba-9060-45b4-af56-8ee102a52dcb}" ma:sspId="d35d9ec1-ff0e-4daf-94ff-594c76aa1822" ma:termSetId="83f400d6-6f53-40a3-8fd2-b80b61df545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RevIMDeletionDate" ma:index="14" nillable="true" ma:displayName="Deletion Date" ma:description="Deletion Date" ma:format="DateOnly" ma:internalName="RevIMDeletionDate" ma:readOnly="true">
      <xsd:simpleType>
        <xsd:restriction base="dms:DateTime"/>
      </xsd:simpleType>
    </xsd:element>
    <xsd:element name="RevIMEventDate" ma:index="15" nillable="true" ma:displayName="Event Date" ma:description="Event Date" ma:format="DateOnly" ma:internalName="RevIMEventDate" ma:readOnly="true">
      <xsd:simpleType>
        <xsd:restriction base="dms:DateTime"/>
      </xsd:simpleType>
    </xsd:element>
    <xsd:element name="RevIMComments" ma:index="16" nillable="true" ma:displayName="Event Comment" ma:internalName="RevIMComments" ma:readOnly="true">
      <xsd:simpleType>
        <xsd:restriction base="dms:Note">
          <xsd:maxLength value="255"/>
        </xsd:restriction>
      </xsd:simpleType>
    </xsd:element>
    <xsd:element name="RevIMDocumentOwner" ma:index="17" nillable="true" ma:displayName="Document Owner" ma:list="UserInfo" ma:internalName="RevIMDocumentOwn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RevIMExtends" ma:index="18" nillable="true" ma:displayName="RevIMExtends" ma:hidden="true" ma:internalName="RevIMExtends" ma:readOnly="true">
      <xsd:simpleType>
        <xsd:restriction base="dms:Note"/>
      </xsd:simpleType>
    </xsd:element>
    <xsd:element name="SharedWithUsers" ma:index="2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3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ebfe51-ad52-4140-89e1-03df7c43bac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27" nillable="true" ma:taxonomy="true" ma:internalName="lcf76f155ced4ddcb4097134ff3c332f" ma:taxonomyFieldName="MediaServiceImageTags" ma:displayName="Image Tags" ma:readOnly="false" ma:fieldId="{5cf76f15-5ced-4ddc-b409-7134ff3c332f}" ma:taxonomyMulti="true" ma:sspId="d35d9ec1-ff0e-4daf-94ff-594c76aa182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3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32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33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5E4E95C-E3F8-4FDC-93D7-1768367250C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301600B-3AB7-4E11-8D44-E355C2A37311}">
  <ds:schemaRefs>
    <ds:schemaRef ds:uri="1f1cc38e-be0d-43ee-a32e-3d3cdc14e891"/>
    <ds:schemaRef ds:uri="89ebfe51-ad52-4140-89e1-03df7c43bac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microsoft.com/sharepoint/v4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E90DD80-93F3-4B3D-BEB1-3113F905E8EA}">
  <ds:schemaRefs>
    <ds:schemaRef ds:uri="1f1cc38e-be0d-43ee-a32e-3d3cdc14e891"/>
    <ds:schemaRef ds:uri="89ebfe51-ad52-4140-89e1-03df7c43bac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microsoft.com/sharepoint/v4"/>
    <ds:schemaRef ds:uri="http://schemas.openxmlformats.org/package/2006/metadata/core-properties"/>
    <ds:schemaRef ds:uri="http://www.w3.org/XML/1998/namespace"/>
  </ds:schemaRefs>
</ds:datastoreItem>
</file>

<file path=customXml/itemProps4.xml><?xml version="1.0" encoding="utf-8"?>
<ds:datastoreItem xmlns:ds="http://schemas.openxmlformats.org/officeDocument/2006/customXml" ds:itemID="{6A61CFFD-CF24-436C-9AC7-455B70F7A50B}">
  <ds:schemaRefs>
    <ds:schemaRef ds:uri="1f1cc38e-be0d-43ee-a32e-3d3cdc14e891"/>
    <ds:schemaRef ds:uri="89ebfe51-ad52-4140-89e1-03df7c43bac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microsoft.com/sharepoint/v4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b1c9b508-7c6e-42bd-bedf-808292653d6c}" enabled="1" method="Privileged" siteId="{2882be50-2012-4d88-ac86-544124e120c8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20241004_CARIAD_PPT_Master_v1.9</Template>
  <TotalTime>0</TotalTime>
  <Words>2480</Words>
  <Application>Microsoft Macintosh PowerPoint</Application>
  <PresentationFormat>Widescreen</PresentationFormat>
  <Paragraphs>687</Paragraphs>
  <Slides>47</Slides>
  <Notes>18</Notes>
  <HiddenSlides>0</HiddenSlides>
  <MMClips>1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8" baseType="lpstr">
      <vt:lpstr>Symbol</vt:lpstr>
      <vt:lpstr>Calibri Light</vt:lpstr>
      <vt:lpstr>Arial</vt:lpstr>
      <vt:lpstr>FK CARIAD Light</vt:lpstr>
      <vt:lpstr>FAUSans Office</vt:lpstr>
      <vt:lpstr>Calibri</vt:lpstr>
      <vt:lpstr>Wingdings</vt:lpstr>
      <vt:lpstr>CARIAD</vt:lpstr>
      <vt:lpstr>1_Benutzerdefiniertes Design</vt:lpstr>
      <vt:lpstr>Benutzerdefiniertes Design</vt:lpstr>
      <vt:lpstr>think-cell Folie</vt:lpstr>
      <vt:lpstr>CARIAD</vt:lpstr>
      <vt:lpstr>Agenda</vt:lpstr>
      <vt:lpstr>Introduction</vt:lpstr>
      <vt:lpstr>Introduction</vt:lpstr>
      <vt:lpstr>Problem Statement</vt:lpstr>
      <vt:lpstr>Research Objectives</vt:lpstr>
      <vt:lpstr>Expected Outcomes</vt:lpstr>
      <vt:lpstr>Method</vt:lpstr>
      <vt:lpstr>Overview</vt:lpstr>
      <vt:lpstr>Approach</vt:lpstr>
      <vt:lpstr>Local LLMs</vt:lpstr>
      <vt:lpstr>Models</vt:lpstr>
      <vt:lpstr>PowerPoint Presentation</vt:lpstr>
      <vt:lpstr>Repositories</vt:lpstr>
      <vt:lpstr>Working</vt:lpstr>
      <vt:lpstr>Evaluation Framework</vt:lpstr>
      <vt:lpstr>Finetuning local llms</vt:lpstr>
      <vt:lpstr>Code examples for training</vt:lpstr>
      <vt:lpstr>Code examples for training</vt:lpstr>
      <vt:lpstr>Finetuning</vt:lpstr>
      <vt:lpstr>CI/CD Process flow</vt:lpstr>
      <vt:lpstr>CI/CD Github Actions</vt:lpstr>
      <vt:lpstr>Result</vt:lpstr>
      <vt:lpstr>Models - Successful llms</vt:lpstr>
      <vt:lpstr>Models - Successful llms </vt:lpstr>
      <vt:lpstr>Models - Unsuccessful llms </vt:lpstr>
      <vt:lpstr>Models - UnSuccessful llms</vt:lpstr>
      <vt:lpstr>Models - Successful llms</vt:lpstr>
      <vt:lpstr>Models - Successful llms</vt:lpstr>
      <vt:lpstr>Finetuning</vt:lpstr>
      <vt:lpstr>Finetuning - Successful llms </vt:lpstr>
      <vt:lpstr>Costs</vt:lpstr>
      <vt:lpstr>Literature review </vt:lpstr>
      <vt:lpstr>From Traditional AI to LLMs - The Technical Journey </vt:lpstr>
      <vt:lpstr>The TitanFuzz Revolution &amp; Beyond </vt:lpstr>
      <vt:lpstr> Automotive Domain Applications</vt:lpstr>
      <vt:lpstr> Research Gaps  &amp; Critical Findings</vt:lpstr>
      <vt:lpstr>Key Takeaways</vt:lpstr>
      <vt:lpstr>Costs</vt:lpstr>
      <vt:lpstr> Costs </vt:lpstr>
      <vt:lpstr>Costs</vt:lpstr>
      <vt:lpstr>Rapidjson example</vt:lpstr>
      <vt:lpstr>Conclusion</vt:lpstr>
      <vt:lpstr>This thesis focuses on integrating AI and LLMs into CI/CD/CT pipelines to improve the security testing of automotive software</vt:lpstr>
      <vt:lpstr>Timeline</vt:lpstr>
      <vt:lpstr>Vielen Dank für Ihre Aufmerksamkei!</vt:lpstr>
      <vt:lpstr>Any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Babu, Morris Darren (T5-SF)</dc:creator>
  <cp:lastModifiedBy>Babu, Morris Darren</cp:lastModifiedBy>
  <cp:revision>2</cp:revision>
  <dcterms:created xsi:type="dcterms:W3CDTF">2025-05-07T09:55:09Z</dcterms:created>
  <dcterms:modified xsi:type="dcterms:W3CDTF">2025-09-24T14:52:43Z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0x010100E4358999AC623042BF5E6863C1415B6E</vt:lpwstr>
  </property>
  <property fmtid="{D5CDD505-2E9C-101B-9397-08002B2CF9AE}" pid="3" name="RevIMBCS">
    <vt:lpwstr>3;#Master data|d23f4b91-a721-4ebc-9a5e-dfdab8ddb6c1</vt:lpwstr>
  </property>
  <property fmtid="{D5CDD505-2E9C-101B-9397-08002B2CF9AE}" pid="4" name="LegalHoldTag">
    <vt:lpwstr/>
  </property>
  <property fmtid="{D5CDD505-2E9C-101B-9397-08002B2CF9AE}" pid="5" name="MediaServiceImageTags">
    <vt:lpwstr/>
  </property>
  <property fmtid="{D5CDD505-2E9C-101B-9397-08002B2CF9AE}" pid="6" name="MSIP_Label_b1c9b508-7c6e-42bd-bedf-808292653d6c_Enabled">
    <vt:lpwstr>true</vt:lpwstr>
  </property>
  <property fmtid="{D5CDD505-2E9C-101B-9397-08002B2CF9AE}" pid="7" name="MSIP_Label_b1c9b508-7c6e-42bd-bedf-808292653d6c_SetDate">
    <vt:lpwstr>2022-10-04T13:53:31Z</vt:lpwstr>
  </property>
  <property fmtid="{D5CDD505-2E9C-101B-9397-08002B2CF9AE}" pid="8" name="MSIP_Label_b1c9b508-7c6e-42bd-bedf-808292653d6c_Method">
    <vt:lpwstr>Standard</vt:lpwstr>
  </property>
  <property fmtid="{D5CDD505-2E9C-101B-9397-08002B2CF9AE}" pid="9" name="MSIP_Label_b1c9b508-7c6e-42bd-bedf-808292653d6c_Name">
    <vt:lpwstr>b1c9b508-7c6e-42bd-bedf-808292653d6c</vt:lpwstr>
  </property>
  <property fmtid="{D5CDD505-2E9C-101B-9397-08002B2CF9AE}" pid="10" name="MSIP_Label_b1c9b508-7c6e-42bd-bedf-808292653d6c_SiteId">
    <vt:lpwstr>2882be50-2012-4d88-ac86-544124e120c8</vt:lpwstr>
  </property>
  <property fmtid="{D5CDD505-2E9C-101B-9397-08002B2CF9AE}" pid="11" name="MSIP_Label_b1c9b508-7c6e-42bd-bedf-808292653d6c_ActionId">
    <vt:lpwstr>793bd118-cc6e-48aa-a8b4-10b87d43e62f</vt:lpwstr>
  </property>
  <property fmtid="{D5CDD505-2E9C-101B-9397-08002B2CF9AE}" pid="12" name="MSIP_Label_b1c9b508-7c6e-42bd-bedf-808292653d6c_ContentBits">
    <vt:lpwstr>3</vt:lpwstr>
  </property>
  <property fmtid="{D5CDD505-2E9C-101B-9397-08002B2CF9AE}" pid="13" name="ClassificationContentMarkingFooterLocations">
    <vt:lpwstr>CARIAD:2\1_Benutzerdefiniertes Design:10\Benutzerdefiniertes Design:10</vt:lpwstr>
  </property>
  <property fmtid="{D5CDD505-2E9C-101B-9397-08002B2CF9AE}" pid="14" name="ClassificationContentMarkingFooterText">
    <vt:lpwstr>INTERNAL</vt:lpwstr>
  </property>
</Properties>
</file>