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Meilisearch Adoption Blueprint for Olam Agri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9E2"/>
                </a:solidFill>
              </a:defRPr>
            </a:pPr>
            <a:r>
              <a:t>Olam Agri | Research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C2C"/>
                </a:solidFill>
              </a:defRPr>
            </a:pPr>
            <a:r>
              <a:t>Architecture, performance behavior, self-hosting strategy, and implementation blockers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7315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E6558"/>
                </a:solidFill>
              </a:defRPr>
            </a:pPr>
            <a:r>
              <a:t>Technical Brief</a:t>
            </a:r>
          </a:p>
          <a:p>
            <a:pPr>
              <a:defRPr sz="1700">
                <a:solidFill>
                  <a:srgbClr val="4E6558"/>
                </a:solidFill>
              </a:defRPr>
            </a:pPr>
            <a:r>
              <a:t>30 March 2026</a:t>
            </a:r>
          </a:p>
          <a:p>
            <a:r>
              <a:t>Prepared for submission and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9E2"/>
                </a:solidFill>
              </a:defRPr>
            </a:pPr>
            <a:r>
              <a:t>Olam Agri | Research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86E61"/>
                </a:solidFill>
              </a:defRPr>
            </a:pPr>
            <a:r>
              <a:t>Meilisearch is viable for Olam Agri interactive retrieval if integrated as a governed search layer.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Use middleware-centric ingestion rather than direct source-to-search writes</a:t>
            </a:r>
          </a:p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Treat indexing controls as production safeguards, not optional tuning</a:t>
            </a:r>
          </a:p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Decide early whether HA/horizontal scale requires Enterprise Edition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9E2"/>
                </a:solidFill>
              </a:defRPr>
            </a:pPr>
            <a:r>
              <a:t>Olam Agri | Research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86E61"/>
                </a:solidFill>
              </a:defRPr>
            </a:pPr>
            <a:r>
              <a:t>Data should move through a transformation and orchestration layer before indexing.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Source systems (SAP and adjacent platforms) remain systems of record</a:t>
            </a:r>
          </a:p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Middleware performs denormalization, enrichment, and idempotent update handling</a:t>
            </a:r>
          </a:p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Applications query Meilisearch for low-latency retrieval paths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Performance and Resource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9E2"/>
                </a:solidFill>
              </a:defRPr>
            </a:pPr>
            <a:r>
              <a:t>Olam Agri | Research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406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188720"/>
            <a:ext cx="54406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5E42"/>
                </a:solidFill>
              </a:defRPr>
            </a:pPr>
            <a:r>
              <a:t>Observed behavior to design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5E42"/>
                </a:solidFill>
              </a:defRPr>
            </a:pPr>
            <a:r>
              <a:t>Operational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Indexing is memory-intensive and multi-threaded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Unbounded indexing can degrade query responsiveness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Large payload spikes increase OOM and latency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Set max-indexing-memory below host capacity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Constrain max-indexing-threads for query headroom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Ingest via bounded batches and monitored windows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Requirements for Production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9E2"/>
                </a:solidFill>
              </a:defRPr>
            </a:pPr>
            <a:r>
              <a:t>Olam Agri | Research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406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188720"/>
            <a:ext cx="54406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5E42"/>
                </a:solidFill>
              </a:defRPr>
            </a:pPr>
            <a:r>
              <a:t>Technical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5E42"/>
                </a:solidFill>
              </a:defRPr>
            </a:pPr>
            <a:r>
              <a:t>Operating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Production mode with strong master-key governance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Persistent storage, backups, and upgrade strategy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Explicit document contracts and primary-key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Runbooks for restore and reindex scenarios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SLO tracking for latency, freshness, and failures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Domain ownership for searchable attributes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Self-Hosting Decision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9E2"/>
                </a:solidFill>
              </a:defRPr>
            </a:pPr>
            <a:r>
              <a:t>Olam Agri | Research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406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188720"/>
            <a:ext cx="54406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5E42"/>
                </a:solidFill>
              </a:defRPr>
            </a:pPr>
            <a:r>
              <a:t>Community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5E42"/>
                </a:solidFill>
              </a:defRPr>
            </a:pPr>
            <a:r>
              <a:t>Enterprise Edition /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MIT-licensed and straightforward to deploy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Strong fit for single-instance, focused workloads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Not intended for distributed sharding/replication topologies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Enterprise enables sharding and replication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Cloud reduces ops burden and speeds rollout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Choose based on HA target, scale path, and control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Principal Blockers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9E2"/>
                </a:solidFill>
              </a:defRPr>
            </a:pPr>
            <a:r>
              <a:t>Olam Agri | Research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406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188720"/>
            <a:ext cx="544068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5E42"/>
                </a:solidFill>
              </a:defRPr>
            </a:pPr>
            <a:r>
              <a:t>Architecture and data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5E42"/>
                </a:solidFill>
              </a:defRPr>
            </a:pPr>
            <a:r>
              <a:t>Governance and operations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Relational-to-search modeling effort is substantial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Real-time sync reliability requires robust orchestration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Community Edition scaling limits must be acknowledged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Frontend key misuse can break data isolation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Weak backup/restore discipline elevates outage impact</a:t>
            </a:r>
          </a:p>
          <a:p>
            <a:pPr>
              <a:spcAft>
                <a:spcPts val="800"/>
              </a:spcAft>
              <a:defRPr sz="1650">
                <a:solidFill>
                  <a:srgbClr val="283E31"/>
                </a:solidFill>
              </a:defRPr>
            </a:pPr>
            <a:r>
              <a:t>• Late edition switching can cause avoidable rework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Implementation Roadmap (12 Weeks)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9E2"/>
                </a:solidFill>
              </a:defRPr>
            </a:pPr>
            <a:r>
              <a:t>Olam Agri | Research 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743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5E42"/>
                </a:solidFill>
              </a:defRPr>
            </a:pPr>
            <a:r>
              <a:t>Weeks 1–2</a:t>
            </a:r>
          </a:p>
          <a:p>
            <a:pPr>
              <a:spcAft>
                <a:spcPts val="800"/>
              </a:spcAft>
              <a:defRPr sz="1800" b="1">
                <a:solidFill>
                  <a:srgbClr val="203529"/>
                </a:solidFill>
              </a:defRPr>
            </a:pPr>
            <a:r>
              <a:t>Scope and Decision Gate</a:t>
            </a:r>
          </a:p>
          <a:p>
            <a:pPr>
              <a:defRPr sz="1450">
                <a:solidFill>
                  <a:srgbClr val="465A4E"/>
                </a:solidFill>
              </a:defRPr>
            </a:pPr>
            <a:r>
              <a:t>Select domain, define SLOs, choose CE/EE/Cloud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00200"/>
            <a:ext cx="2743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7830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5E42"/>
                </a:solidFill>
              </a:defRPr>
            </a:pPr>
            <a:r>
              <a:t>Weeks 3–4</a:t>
            </a:r>
          </a:p>
          <a:p>
            <a:pPr>
              <a:spcAft>
                <a:spcPts val="800"/>
              </a:spcAft>
              <a:defRPr sz="1800" b="1">
                <a:solidFill>
                  <a:srgbClr val="203529"/>
                </a:solidFill>
              </a:defRPr>
            </a:pPr>
            <a:r>
              <a:t>Pilot Build</a:t>
            </a:r>
          </a:p>
          <a:p>
            <a:pPr>
              <a:defRPr sz="1450">
                <a:solidFill>
                  <a:srgbClr val="465A4E"/>
                </a:solidFill>
              </a:defRPr>
            </a:pPr>
            <a:r>
              <a:t>Deliver first index, access model, and baseline tuning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00200"/>
            <a:ext cx="2743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7830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5E42"/>
                </a:solidFill>
              </a:defRPr>
            </a:pPr>
            <a:r>
              <a:t>Weeks 5–8</a:t>
            </a:r>
          </a:p>
          <a:p>
            <a:pPr>
              <a:spcAft>
                <a:spcPts val="800"/>
              </a:spcAft>
              <a:defRPr sz="1800" b="1">
                <a:solidFill>
                  <a:srgbClr val="203529"/>
                </a:solidFill>
              </a:defRPr>
            </a:pPr>
            <a:r>
              <a:t>Pipeline Hardening</a:t>
            </a:r>
          </a:p>
          <a:p>
            <a:pPr>
              <a:defRPr sz="1450">
                <a:solidFill>
                  <a:srgbClr val="465A4E"/>
                </a:solidFill>
              </a:defRPr>
            </a:pPr>
            <a:r>
              <a:t>CDC/incremental sync, retries, relevance refinement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600200"/>
            <a:ext cx="2743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783080"/>
            <a:ext cx="2377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5E42"/>
                </a:solidFill>
              </a:defRPr>
            </a:pPr>
            <a:r>
              <a:t>Weeks 9–12</a:t>
            </a:r>
          </a:p>
          <a:p>
            <a:pPr>
              <a:spcAft>
                <a:spcPts val="800"/>
              </a:spcAft>
              <a:defRPr sz="1800" b="1">
                <a:solidFill>
                  <a:srgbClr val="203529"/>
                </a:solidFill>
              </a:defRPr>
            </a:pPr>
            <a:r>
              <a:t>Production Readiness</a:t>
            </a:r>
          </a:p>
          <a:p>
            <a:pPr>
              <a:defRPr sz="1450">
                <a:solidFill>
                  <a:srgbClr val="465A4E"/>
                </a:solidFill>
              </a:defRPr>
            </a:pPr>
            <a:r>
              <a:t>Load tests, backup/restore drills, staged rollout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Recommended Path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9E2"/>
                </a:solidFill>
              </a:defRPr>
            </a:pPr>
            <a:r>
              <a:t>Olam Agri | Research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86E61"/>
                </a:solidFill>
              </a:defRPr>
            </a:pPr>
            <a:r>
              <a:t>Start narrow, harden early, and scale with explicit gates.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Begin with one high-value domain and measurable SLOs</a:t>
            </a:r>
          </a:p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Institutionalize ingestion controls before widening scope</a:t>
            </a:r>
          </a:p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Use edition decision gates tied to capacity and HA thresholds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23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828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CE9E2"/>
                </a:solidFill>
              </a:defRPr>
            </a:pPr>
            <a:r>
              <a:t>Olam Agri | Research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86E61"/>
                </a:solidFill>
              </a:defRPr>
            </a:pPr>
            <a:r>
              <a:t>Primary documentation used in this technical brief.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064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8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Meilisearch: FAQ, Known Limitations, Configuration Reference</a:t>
            </a:r>
          </a:p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Meilisearch: RAM/Threading performance guidance, Docker and local install guides</a:t>
            </a:r>
          </a:p>
          <a:p>
            <a:pPr>
              <a:spcAft>
                <a:spcPts val="1000"/>
              </a:spcAft>
              <a:defRPr sz="2200">
                <a:solidFill>
                  <a:srgbClr val="23372A"/>
                </a:solidFill>
              </a:defRPr>
            </a:pPr>
            <a:r>
              <a:t>Meilisearch: Security &amp; tenant tokens, Community vs Enterprise, sharding/replication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