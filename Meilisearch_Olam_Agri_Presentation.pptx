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Meilisearch for Olam Agri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Simple answers to your exact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Will performance go down?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How to integrate with Olam Agri?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What are the requirements?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What are self-host options?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What are the blockers?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1) Will performance go down?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Short answer: only if indexing is not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Search can stay fast with indexing limits.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Run indexing in smaller batches.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Track response time, CPU, and queue every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2) How to integrate with Olam Agri?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Use one clear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Source systems keep official data.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Middleware cleans and maps data.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Meilisearch stores search-ready documents.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Frontend calls search API and shows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3) What are the requirements?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Minimum requirements for a safe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Business owner for each index.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Middleware service for data mapping.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Backend-only API key handling.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Monitoring and alerting dashboard.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Backup and restore drill before go-live.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4) Self-host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Pick based on scale and ops capacity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Single VM/container: best for pilot.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HA cluster: best for strict uptime needs.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Managed cloud: best for less ops effort.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5) How to integrate (steps)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12-week simple rollout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Weeks 1-2: define use case and index fields.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Weeks 3-4: build mapping and first sync.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Weeks 5-6: connect frontend and secure access.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Weeks 7-8: load test and tune relevance.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Weeks 9-12: release in controlled stages.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6) What are the blockers?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Main blockers to solve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No clear data ownership.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Hard SAP-to-search field mapping.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No agreed performance SLA.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Missing monitoring and restore test.</a:t>
            </a:r>
          </a:p>
          <a:p>
            <a:pPr>
              <a:spcAft>
                <a:spcPts val="1000"/>
              </a:spcAft>
              <a:defRPr sz="2200">
                <a:solidFill>
                  <a:srgbClr val="1D3226"/>
                </a:solidFill>
              </a:defRPr>
            </a:pPr>
            <a:r>
              <a:t>• Security risk from exposed keys.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Final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109728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402C"/>
                </a:solidFill>
              </a:defRPr>
            </a:pPr>
            <a:r>
              <a:t>What to do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300">
                <a:solidFill>
                  <a:srgbClr val="1D3226"/>
                </a:solidFill>
              </a:defRPr>
            </a:pPr>
            <a:r>
              <a:t>• Start with one business domain.</a:t>
            </a:r>
          </a:p>
          <a:p>
            <a:pPr>
              <a:spcAft>
                <a:spcPts val="1000"/>
              </a:spcAft>
              <a:defRPr sz="2300">
                <a:solidFill>
                  <a:srgbClr val="1D3226"/>
                </a:solidFill>
              </a:defRPr>
            </a:pPr>
            <a:r>
              <a:t>• Keep architecture simple.</a:t>
            </a:r>
          </a:p>
          <a:p>
            <a:pPr>
              <a:spcAft>
                <a:spcPts val="1000"/>
              </a:spcAft>
              <a:defRPr sz="2300">
                <a:solidFill>
                  <a:srgbClr val="1D3226"/>
                </a:solidFill>
              </a:defRPr>
            </a:pPr>
            <a:r>
              <a:t>• Set performance and security controls from day one.</a:t>
            </a:r>
          </a:p>
          <a:p>
            <a:pPr>
              <a:spcAft>
                <a:spcPts val="1000"/>
              </a:spcAft>
              <a:defRPr sz="2300">
                <a:solidFill>
                  <a:srgbClr val="1D3226"/>
                </a:solidFill>
              </a:defRPr>
            </a:pPr>
            <a:r>
              <a:t>• Scale only after pilot metrics are stable.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