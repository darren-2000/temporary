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400"/>
            </a:pPr>
            <a:r>
              <a:t>Meilisearch for Olam Agri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/>
            </a:pPr>
            <a:r>
              <a:t>Verified integration brief | Cleaned for executive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1) What was validated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Reviewed both provided PDFs and extracted technical claims</a:t>
            </a:r>
          </a:p>
          <a:p>
            <a:pPr>
              <a:defRPr sz="2200"/>
            </a:pPr>
            <a:r>
              <a:t>Cross-checked critical claims against official Meilisearch documentation</a:t>
            </a:r>
          </a:p>
          <a:p>
            <a:pPr>
              <a:defRPr sz="2200"/>
            </a:pPr>
            <a:r>
              <a:t>Kept only verifiable points for decision-making</a:t>
            </a:r>
          </a:p>
          <a:p>
            <a:pPr>
              <a:defRPr sz="2200"/>
            </a:pPr>
            <a:r>
              <a:t>Flagged assumptions that need Olam internal confirmation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2) Will performance go down?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Possible during heavy indexing if unmanaged</a:t>
            </a:r>
          </a:p>
          <a:p>
            <a:pPr>
              <a:defRPr sz="2200"/>
            </a:pPr>
            <a:r>
              <a:t>Indexing is memory- and CPU-intensive by design</a:t>
            </a:r>
          </a:p>
          <a:p>
            <a:pPr>
              <a:defRPr sz="2200"/>
            </a:pPr>
            <a:r>
              <a:t>Search quality can degrade during large updates without controls</a:t>
            </a:r>
          </a:p>
          <a:p>
            <a:pPr>
              <a:defRPr sz="2200"/>
            </a:pPr>
            <a:r>
              <a:t>Mitigation: bound indexing memory/threads + use controlled batch ingestion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3) Integration pattern for Olam Agri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SAP/operational systems  →  Middleware  →  Meilisearch  →  Applications</a:t>
            </a:r>
          </a:p>
          <a:p>
            <a:pPr>
              <a:defRPr sz="2200"/>
            </a:pPr>
            <a:r>
              <a:t>Middleware responsibilities:</a:t>
            </a:r>
          </a:p>
          <a:p>
            <a:pPr>
              <a:defRPr sz="2200"/>
            </a:pPr>
            <a:r>
              <a:t>Denormalize SAP relational data into search documents</a:t>
            </a:r>
          </a:p>
          <a:p>
            <a:pPr>
              <a:defRPr sz="2200"/>
            </a:pPr>
            <a:r>
              <a:t>Run CDC/incremental sync and idempotent upserts</a:t>
            </a:r>
          </a:p>
          <a:p>
            <a:pPr>
              <a:defRPr sz="2200"/>
            </a:pPr>
            <a:r>
              <a:t>Generate tenant tokens and enforce access control in backend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4) Requirements (practical baseline)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Production mode + master key (&gt;=16 bytes)</a:t>
            </a:r>
          </a:p>
          <a:p>
            <a:pPr>
              <a:defRPr sz="2200"/>
            </a:pPr>
            <a:r>
              <a:t>Sizing headroom: plan disk generously; start with conservative RAM/CPU</a:t>
            </a:r>
          </a:p>
          <a:p>
            <a:pPr>
              <a:defRPr sz="2200"/>
            </a:pPr>
            <a:r>
              <a:t>Indexing controls: max-indexing-memory and max-indexing-threads</a:t>
            </a:r>
          </a:p>
          <a:p>
            <a:pPr>
              <a:defRPr sz="2200"/>
            </a:pPr>
            <a:r>
              <a:t>Operations: backups (dumps/snapshots), monitoring, restore drills</a:t>
            </a:r>
          </a:p>
          <a:p>
            <a:pPr>
              <a:defRPr sz="2200"/>
            </a:pPr>
            <a:r>
              <a:t>Security: API key lifecycle + short-lived tenant tokens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5) Self-hosting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Community Edition (MIT): single-instance deployments</a:t>
            </a:r>
          </a:p>
          <a:p>
            <a:pPr>
              <a:defRPr sz="2200"/>
            </a:pPr>
            <a:r>
              <a:t>Enterprise Edition (BUSL): sharding + replication (HA and scale)</a:t>
            </a:r>
          </a:p>
          <a:p>
            <a:pPr>
              <a:defRPr sz="2200"/>
            </a:pPr>
            <a:r>
              <a:t>Meilisearch Cloud: fastest rollout, managed operations</a:t>
            </a:r>
          </a:p>
          <a:p>
            <a:pPr>
              <a:defRPr sz="2200"/>
            </a:pPr>
            <a:r>
              <a:t>Choose based on control needs, scale target, and ops maturity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6) Blockers to plan for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Single-instance limits in Community Edition</a:t>
            </a:r>
          </a:p>
          <a:p>
            <a:pPr>
              <a:defRPr sz="2200"/>
            </a:pPr>
            <a:r>
              <a:t>High data-modeling effort from SAP to search-optimized JSON</a:t>
            </a:r>
          </a:p>
          <a:p>
            <a:pPr>
              <a:defRPr sz="2200"/>
            </a:pPr>
            <a:r>
              <a:t>Complexity of near-real-time synchronization pipelines</a:t>
            </a:r>
          </a:p>
          <a:p>
            <a:pPr>
              <a:defRPr sz="2200"/>
            </a:pPr>
            <a:r>
              <a:t>Security and multi-tenancy governance implementation</a:t>
            </a:r>
          </a:p>
          <a:p>
            <a:pPr>
              <a:defRPr sz="2200"/>
            </a:pPr>
            <a:r>
              <a:t>Need for production-grade runbooks and monitoring discipline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7) 90-day rollout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Phase 1 (Weeks 1-2): use-case scope, KPIs, edition choice</a:t>
            </a:r>
          </a:p>
          <a:p>
            <a:pPr>
              <a:defRPr sz="2200"/>
            </a:pPr>
            <a:r>
              <a:t>Phase 2 (Weeks 3-4): one-domain PoC + security baseline</a:t>
            </a:r>
          </a:p>
          <a:p>
            <a:pPr>
              <a:defRPr sz="2200"/>
            </a:pPr>
            <a:r>
              <a:t>Phase 3 (Weeks 5-8): CDC/middleware hardening + relevance tuning</a:t>
            </a:r>
          </a:p>
          <a:p>
            <a:pPr>
              <a:defRPr sz="2200"/>
            </a:pPr>
            <a:r>
              <a:t>Phase 4 (Weeks 9-12): performance tests + backup/restore drills + go-live gate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8) 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Proceed with a controlled pilot first</a:t>
            </a:r>
          </a:p>
          <a:p>
            <a:pPr>
              <a:defRPr sz="2200"/>
            </a:pPr>
            <a:r>
              <a:t>Use middleware-first architecture (not direct SAP→search writes)</a:t>
            </a:r>
          </a:p>
          <a:p>
            <a:pPr>
              <a:defRPr sz="2200"/>
            </a:pPr>
            <a:r>
              <a:t>Set explicit performance SLOs and tune indexing limits early</a:t>
            </a:r>
          </a:p>
          <a:p>
            <a:pPr>
              <a:defRPr sz="2200"/>
            </a:pPr>
            <a:r>
              <a:t>If HA/horizontal scale is mandatory, plan Enterprise edition from day one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9) Sources used for 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Official Meilisearch docs: FAQ, known limits, configuration, performance, security, deployment, editions, sharding/replication</a:t>
            </a:r>
          </a:p>
          <a:p>
            <a:pPr>
              <a:defRPr sz="2200"/>
            </a:pPr>
            <a:r>
              <a:t>Input references reviewed: two provided Meilisearch-Olam PDFs</a:t>
            </a:r>
          </a:p>
          <a:p>
            <a:pPr>
              <a:defRPr sz="2200"/>
            </a:pPr>
            <a:r>
              <a:t>Presentation content includes only validated or clearly marked assumptions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