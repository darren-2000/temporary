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Meilisearch Plan for Olam Agri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7899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D3226"/>
                </a:solidFill>
              </a:defRPr>
            </a:pPr>
            <a:r>
              <a:t>Simple rollout plan for fast and reliable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319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50685C"/>
                </a:solidFill>
              </a:defRPr>
            </a:pPr>
            <a:r>
              <a:t>Clear architecture | practical risks | 12-week roadmap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we are trying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0685C"/>
                </a:solidFill>
              </a:defRPr>
            </a:pPr>
            <a:r>
              <a:t>Goal: help users find the right data quickly.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1097280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Search across business data without slowing source systems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Keep SAP as source of truth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Give users fast and relevant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How the system should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0685C"/>
                </a:solidFill>
              </a:defRPr>
            </a:pPr>
            <a:r>
              <a:t>Use one simple data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1097280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Step 1: Source systems hold official data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Step 2: Middleware cleans and reshapes data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Step 3: Meilisearch stores search-ready documents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Step 4: Apps call Meilisearch for user 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Most important performance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What can go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Indexing uses high memory and CPU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Large update jobs can slow user search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No limits can cause unstable response 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Set memory and thread limits for indexing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Send smaller batches more often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Track indexing queue and search latency daily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Deployment options (easy view)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Community 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Enterprise /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Best for first rollout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Simple to run on one instance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Good when scope is focused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Use when high availability is required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Better for larger scale over time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Cloud is faster if you want less ops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Main risks and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143000"/>
            <a:ext cx="5440680" cy="544068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Risks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37160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8402C"/>
                </a:solidFill>
              </a:defRPr>
            </a:pPr>
            <a:r>
              <a:t>Fixes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Complex mapping from SAP tables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Indexing can affect search speed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Weak key handling can expose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48006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Start with one domain and stable schema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Use strict indexing limits and staged updates</a:t>
            </a:r>
          </a:p>
          <a:p>
            <a:pPr>
              <a:spcAft>
                <a:spcPts val="800"/>
              </a:spcAft>
              <a:defRPr sz="1700">
                <a:solidFill>
                  <a:srgbClr val="1D3226"/>
                </a:solidFill>
              </a:defRPr>
            </a:pPr>
            <a:r>
              <a:t>• Generate short-lived tokens in backend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12-week rollout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2860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402C"/>
                </a:solidFill>
              </a:defRPr>
            </a:pPr>
            <a:r>
              <a:t>Weeks 1-2</a:t>
            </a:r>
          </a:p>
          <a:p>
            <a:pPr>
              <a:defRPr sz="1500">
                <a:solidFill>
                  <a:srgbClr val="1D3226"/>
                </a:solidFill>
              </a:defRPr>
            </a:pPr>
            <a:r>
              <a:t>Choose use case and schema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73736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1965960"/>
            <a:ext cx="22860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402C"/>
                </a:solidFill>
              </a:defRPr>
            </a:pPr>
            <a:r>
              <a:t>Weeks 3-4</a:t>
            </a:r>
          </a:p>
          <a:p>
            <a:pPr>
              <a:defRPr sz="1500">
                <a:solidFill>
                  <a:srgbClr val="1D3226"/>
                </a:solidFill>
              </a:defRPr>
            </a:pPr>
            <a:r>
              <a:t>Build pilot index and secure access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73736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22860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402C"/>
                </a:solidFill>
              </a:defRPr>
            </a:pPr>
            <a:r>
              <a:t>Weeks 5-8</a:t>
            </a:r>
          </a:p>
          <a:p>
            <a:pPr>
              <a:defRPr sz="1500">
                <a:solidFill>
                  <a:srgbClr val="1D3226"/>
                </a:solidFill>
              </a:defRPr>
            </a:pPr>
            <a:r>
              <a:t>Automate updates and tune relevance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1737360"/>
            <a:ext cx="26974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965960"/>
            <a:ext cx="22860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8402C"/>
                </a:solidFill>
              </a:defRPr>
            </a:pPr>
            <a:r>
              <a:t>Weeks 9-12</a:t>
            </a:r>
          </a:p>
          <a:p>
            <a:pPr>
              <a:defRPr sz="1500">
                <a:solidFill>
                  <a:srgbClr val="1D3226"/>
                </a:solidFill>
              </a:defRPr>
            </a:pPr>
            <a:r>
              <a:t>Load test and release in stages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Final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0685C"/>
                </a:solidFill>
              </a:defRPr>
            </a:pPr>
            <a:r>
              <a:t>Start small, control performance, then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1097280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Go live with one high-value search use case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Keep architecture simple and measurable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Expand only after stability and quality are proven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84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182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D7E3DD"/>
                </a:solidFill>
              </a:defRPr>
            </a:pPr>
            <a:r>
              <a:t>Olam Agri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0685C"/>
                </a:solidFill>
              </a:defRPr>
            </a:pPr>
            <a:r>
              <a:t>Primary sources 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1097280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6DF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Meilisearch Documentation: FAQ and Configuration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Meilisearch Documentation: Security and tenant tokens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Meilisearch Documentation: Community vs Enterprise</a:t>
            </a:r>
          </a:p>
          <a:p>
            <a:pPr>
              <a:spcAft>
                <a:spcPts val="1000"/>
              </a:spcAft>
              <a:defRPr sz="2400">
                <a:solidFill>
                  <a:srgbClr val="1D3226"/>
                </a:solidFill>
              </a:defRPr>
            </a:pPr>
            <a:r>
              <a:t>• Meilisearch Documentation: Indexing performance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