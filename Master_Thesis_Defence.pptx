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258" r:id="rId3"/>
    <p:sldId id="259" r:id="rId4"/>
    <p:sldId id="315" r:id="rId5"/>
    <p:sldId id="323" r:id="rId6"/>
    <p:sldId id="312" r:id="rId7"/>
    <p:sldId id="282" r:id="rId8"/>
    <p:sldId id="851" r:id="rId9"/>
    <p:sldId id="852" r:id="rId10"/>
    <p:sldId id="849" r:id="rId11"/>
    <p:sldId id="317" r:id="rId12"/>
    <p:sldId id="318" r:id="rId13"/>
    <p:sldId id="319" r:id="rId14"/>
    <p:sldId id="324" r:id="rId15"/>
    <p:sldId id="824" r:id="rId16"/>
    <p:sldId id="828" r:id="rId17"/>
    <p:sldId id="840" r:id="rId18"/>
    <p:sldId id="322" r:id="rId19"/>
    <p:sldId id="832" r:id="rId20"/>
    <p:sldId id="835" r:id="rId21"/>
    <p:sldId id="837" r:id="rId22"/>
    <p:sldId id="853" r:id="rId23"/>
    <p:sldId id="834" r:id="rId24"/>
    <p:sldId id="836" r:id="rId25"/>
    <p:sldId id="838" r:id="rId26"/>
    <p:sldId id="825" r:id="rId27"/>
    <p:sldId id="809" r:id="rId28"/>
    <p:sldId id="827" r:id="rId29"/>
    <p:sldId id="831" r:id="rId30"/>
    <p:sldId id="843" r:id="rId31"/>
    <p:sldId id="826" r:id="rId32"/>
    <p:sldId id="296" r:id="rId33"/>
    <p:sldId id="846" r:id="rId34"/>
    <p:sldId id="847" r:id="rId35"/>
    <p:sldId id="848" r:id="rId36"/>
    <p:sldId id="830" r:id="rId37"/>
    <p:sldId id="818" r:id="rId38"/>
    <p:sldId id="819" r:id="rId39"/>
    <p:sldId id="839" r:id="rId40"/>
    <p:sldId id="820" r:id="rId41"/>
    <p:sldId id="821" r:id="rId42"/>
    <p:sldId id="822" r:id="rId43"/>
    <p:sldId id="823" r:id="rId44"/>
    <p:sldId id="302" r:id="rId45"/>
    <p:sldId id="841" r:id="rId46"/>
    <p:sldId id="845" r:id="rId47"/>
    <p:sldId id="280" r:id="rId48"/>
    <p:sldId id="279" r:id="rId49"/>
    <p:sldId id="281" r:id="rId50"/>
    <p:sldId id="833" r:id="rId51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20"/>
    <p:restoredTop sz="94316"/>
  </p:normalViewPr>
  <p:slideViewPr>
    <p:cSldViewPr snapToGrid="0" showGuides="1">
      <p:cViewPr varScale="1">
        <p:scale>
          <a:sx n="68" d="100"/>
          <a:sy n="68" d="100"/>
        </p:scale>
        <p:origin x="320" y="3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652A6B-99C1-4434-85DB-DB88C8DDAA3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C36C03-9F20-4503-AA84-8378F7DF3F90}">
      <dgm:prSet/>
      <dgm:spPr/>
      <dgm:t>
        <a:bodyPr/>
        <a:lstStyle/>
        <a:p>
          <a:r>
            <a:rPr lang="en-US"/>
            <a:t>• Current white-box fuzzing &amp; testing are manual or slow to scale  </a:t>
          </a:r>
        </a:p>
      </dgm:t>
    </dgm:pt>
    <dgm:pt modelId="{7D232484-E16C-4AA8-A558-066358657133}" type="parTrans" cxnId="{91A65E12-97AF-4CDA-B29C-36258D283B8A}">
      <dgm:prSet/>
      <dgm:spPr/>
      <dgm:t>
        <a:bodyPr/>
        <a:lstStyle/>
        <a:p>
          <a:endParaRPr lang="en-US"/>
        </a:p>
      </dgm:t>
    </dgm:pt>
    <dgm:pt modelId="{4353175F-5BB3-46E4-A736-E9A4628CC7BC}" type="sibTrans" cxnId="{91A65E12-97AF-4CDA-B29C-36258D283B8A}">
      <dgm:prSet/>
      <dgm:spPr/>
      <dgm:t>
        <a:bodyPr/>
        <a:lstStyle/>
        <a:p>
          <a:endParaRPr lang="en-US"/>
        </a:p>
      </dgm:t>
    </dgm:pt>
    <dgm:pt modelId="{3261E47C-52F6-4FE4-8C29-1B1FF83063F1}">
      <dgm:prSet/>
      <dgm:spPr/>
      <dgm:t>
        <a:bodyPr/>
        <a:lstStyle/>
        <a:p>
          <a:r>
            <a:rPr lang="en-US"/>
            <a:t>• Vulnerabilities may slip through nightly CI due to time limits  </a:t>
          </a:r>
        </a:p>
      </dgm:t>
    </dgm:pt>
    <dgm:pt modelId="{87A3C10D-A673-4326-8EBF-220498B8EF4C}" type="parTrans" cxnId="{E018395A-C076-4582-8076-74726B474E2A}">
      <dgm:prSet/>
      <dgm:spPr/>
      <dgm:t>
        <a:bodyPr/>
        <a:lstStyle/>
        <a:p>
          <a:endParaRPr lang="en-US"/>
        </a:p>
      </dgm:t>
    </dgm:pt>
    <dgm:pt modelId="{6EDD7692-1B15-4441-AE23-9EA583364D6F}" type="sibTrans" cxnId="{E018395A-C076-4582-8076-74726B474E2A}">
      <dgm:prSet/>
      <dgm:spPr/>
      <dgm:t>
        <a:bodyPr/>
        <a:lstStyle/>
        <a:p>
          <a:endParaRPr lang="en-US"/>
        </a:p>
      </dgm:t>
    </dgm:pt>
    <dgm:pt modelId="{B0CE6E54-2B07-4CD1-9B51-857DF98DAD4C}">
      <dgm:prSet/>
      <dgm:spPr/>
      <dgm:t>
        <a:bodyPr/>
        <a:lstStyle/>
        <a:p>
          <a:r>
            <a:rPr lang="en-US"/>
            <a:t>• Need an AI-guided approach integrated into CI/CD/CT to  </a:t>
          </a:r>
        </a:p>
      </dgm:t>
    </dgm:pt>
    <dgm:pt modelId="{BC162A77-EB49-4AE2-8040-E824BCBBF025}" type="parTrans" cxnId="{27BCE1AF-B6D5-4C8C-93E9-18F62E53EB77}">
      <dgm:prSet/>
      <dgm:spPr/>
      <dgm:t>
        <a:bodyPr/>
        <a:lstStyle/>
        <a:p>
          <a:endParaRPr lang="en-US"/>
        </a:p>
      </dgm:t>
    </dgm:pt>
    <dgm:pt modelId="{20B16731-4DD4-4335-AB81-E8E829A6102F}" type="sibTrans" cxnId="{27BCE1AF-B6D5-4C8C-93E9-18F62E53EB77}">
      <dgm:prSet/>
      <dgm:spPr/>
      <dgm:t>
        <a:bodyPr/>
        <a:lstStyle/>
        <a:p>
          <a:endParaRPr lang="en-US"/>
        </a:p>
      </dgm:t>
    </dgm:pt>
    <dgm:pt modelId="{A75244CE-4270-4B2F-A45B-AF1ED13BB56C}">
      <dgm:prSet/>
      <dgm:spPr/>
      <dgm:t>
        <a:bodyPr/>
        <a:lstStyle/>
        <a:p>
          <a:r>
            <a:rPr lang="en-US" dirty="0"/>
            <a:t>– boost path coverage</a:t>
          </a:r>
        </a:p>
      </dgm:t>
    </dgm:pt>
    <dgm:pt modelId="{38157164-18D2-4A93-97B7-165D7B675279}" type="parTrans" cxnId="{3227C5F2-5210-4E4C-B074-87A6F16996EE}">
      <dgm:prSet/>
      <dgm:spPr/>
      <dgm:t>
        <a:bodyPr/>
        <a:lstStyle/>
        <a:p>
          <a:endParaRPr lang="en-US"/>
        </a:p>
      </dgm:t>
    </dgm:pt>
    <dgm:pt modelId="{E166B312-E62B-4C80-AEF2-653B0790605B}" type="sibTrans" cxnId="{3227C5F2-5210-4E4C-B074-87A6F16996EE}">
      <dgm:prSet/>
      <dgm:spPr/>
      <dgm:t>
        <a:bodyPr/>
        <a:lstStyle/>
        <a:p>
          <a:endParaRPr lang="en-US"/>
        </a:p>
      </dgm:t>
    </dgm:pt>
    <dgm:pt modelId="{88004EEA-DB0B-41F5-920F-8C10B5C9BEE8}">
      <dgm:prSet/>
      <dgm:spPr/>
      <dgm:t>
        <a:bodyPr/>
        <a:lstStyle/>
        <a:p>
          <a:r>
            <a:rPr lang="en-US"/>
            <a:t>– reduce manual fuzz test case creation</a:t>
          </a:r>
        </a:p>
      </dgm:t>
    </dgm:pt>
    <dgm:pt modelId="{8D03F139-789E-4625-8B26-4CAB7165A99C}" type="parTrans" cxnId="{BA21ACE8-CC74-4768-8DA8-A89E746CBE00}">
      <dgm:prSet/>
      <dgm:spPr/>
      <dgm:t>
        <a:bodyPr/>
        <a:lstStyle/>
        <a:p>
          <a:endParaRPr lang="en-US"/>
        </a:p>
      </dgm:t>
    </dgm:pt>
    <dgm:pt modelId="{75DE1430-CCD4-41B8-B6B2-BBC55009FD5E}" type="sibTrans" cxnId="{BA21ACE8-CC74-4768-8DA8-A89E746CBE00}">
      <dgm:prSet/>
      <dgm:spPr/>
      <dgm:t>
        <a:bodyPr/>
        <a:lstStyle/>
        <a:p>
          <a:endParaRPr lang="en-US"/>
        </a:p>
      </dgm:t>
    </dgm:pt>
    <dgm:pt modelId="{7819C46C-D68D-47D5-B6C7-272EF031485F}">
      <dgm:prSet/>
      <dgm:spPr/>
      <dgm:t>
        <a:bodyPr/>
        <a:lstStyle/>
        <a:p>
          <a:r>
            <a:rPr lang="en-US"/>
            <a:t>– auto-generate actionable test artifacts</a:t>
          </a:r>
        </a:p>
      </dgm:t>
    </dgm:pt>
    <dgm:pt modelId="{90348113-F482-438A-8261-B1E849831BEA}" type="parTrans" cxnId="{88D38EC7-8A40-4DF4-973E-DBDE8539B547}">
      <dgm:prSet/>
      <dgm:spPr/>
      <dgm:t>
        <a:bodyPr/>
        <a:lstStyle/>
        <a:p>
          <a:endParaRPr lang="en-US"/>
        </a:p>
      </dgm:t>
    </dgm:pt>
    <dgm:pt modelId="{C6A1FD95-F5D8-4663-BAB4-EB95A38D98C1}" type="sibTrans" cxnId="{88D38EC7-8A40-4DF4-973E-DBDE8539B547}">
      <dgm:prSet/>
      <dgm:spPr/>
      <dgm:t>
        <a:bodyPr/>
        <a:lstStyle/>
        <a:p>
          <a:endParaRPr lang="en-US"/>
        </a:p>
      </dgm:t>
    </dgm:pt>
    <dgm:pt modelId="{40027D52-1CBD-4C0E-A319-F3BA267E012F}" type="pres">
      <dgm:prSet presAssocID="{C9652A6B-99C1-4434-85DB-DB88C8DDAA3B}" presName="root" presStyleCnt="0">
        <dgm:presLayoutVars>
          <dgm:dir/>
          <dgm:resizeHandles val="exact"/>
        </dgm:presLayoutVars>
      </dgm:prSet>
      <dgm:spPr/>
    </dgm:pt>
    <dgm:pt modelId="{E5C1288D-F5B6-47DE-B11F-5B8865275693}" type="pres">
      <dgm:prSet presAssocID="{41C36C03-9F20-4503-AA84-8378F7DF3F90}" presName="compNode" presStyleCnt="0"/>
      <dgm:spPr/>
    </dgm:pt>
    <dgm:pt modelId="{887277A3-1AF9-4787-90F5-646834ED4AEB}" type="pres">
      <dgm:prSet presAssocID="{41C36C03-9F20-4503-AA84-8378F7DF3F90}" presName="bgRect" presStyleLbl="bgShp" presStyleIdx="0" presStyleCnt="6"/>
      <dgm:spPr/>
    </dgm:pt>
    <dgm:pt modelId="{A0610640-5920-49A4-ADCC-24FE925EC238}" type="pres">
      <dgm:prSet presAssocID="{41C36C03-9F20-4503-AA84-8378F7DF3F9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A1A3BBD-02C0-4305-A075-9588F36F15C2}" type="pres">
      <dgm:prSet presAssocID="{41C36C03-9F20-4503-AA84-8378F7DF3F90}" presName="spaceRect" presStyleCnt="0"/>
      <dgm:spPr/>
    </dgm:pt>
    <dgm:pt modelId="{EF1257C4-E452-4E3B-9103-ED275E6185FD}" type="pres">
      <dgm:prSet presAssocID="{41C36C03-9F20-4503-AA84-8378F7DF3F90}" presName="parTx" presStyleLbl="revTx" presStyleIdx="0" presStyleCnt="6">
        <dgm:presLayoutVars>
          <dgm:chMax val="0"/>
          <dgm:chPref val="0"/>
        </dgm:presLayoutVars>
      </dgm:prSet>
      <dgm:spPr/>
    </dgm:pt>
    <dgm:pt modelId="{19875769-54EE-4470-9240-2CDFE26DFE53}" type="pres">
      <dgm:prSet presAssocID="{4353175F-5BB3-46E4-A736-E9A4628CC7BC}" presName="sibTrans" presStyleCnt="0"/>
      <dgm:spPr/>
    </dgm:pt>
    <dgm:pt modelId="{D2EDE79D-617B-493C-A9A0-C3FEF15F13B9}" type="pres">
      <dgm:prSet presAssocID="{3261E47C-52F6-4FE4-8C29-1B1FF83063F1}" presName="compNode" presStyleCnt="0"/>
      <dgm:spPr/>
    </dgm:pt>
    <dgm:pt modelId="{8988962A-4C35-4146-A525-1C62CB7A0B30}" type="pres">
      <dgm:prSet presAssocID="{3261E47C-52F6-4FE4-8C29-1B1FF83063F1}" presName="bgRect" presStyleLbl="bgShp" presStyleIdx="1" presStyleCnt="6"/>
      <dgm:spPr/>
    </dgm:pt>
    <dgm:pt modelId="{BB83449D-428A-4C44-8FEB-C751CB95861C}" type="pres">
      <dgm:prSet presAssocID="{3261E47C-52F6-4FE4-8C29-1B1FF83063F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2CF59AB-C267-463A-A3A6-FF0A4DFAEE8B}" type="pres">
      <dgm:prSet presAssocID="{3261E47C-52F6-4FE4-8C29-1B1FF83063F1}" presName="spaceRect" presStyleCnt="0"/>
      <dgm:spPr/>
    </dgm:pt>
    <dgm:pt modelId="{5B4A1AB6-560D-4012-87F6-83D776BB341C}" type="pres">
      <dgm:prSet presAssocID="{3261E47C-52F6-4FE4-8C29-1B1FF83063F1}" presName="parTx" presStyleLbl="revTx" presStyleIdx="1" presStyleCnt="6">
        <dgm:presLayoutVars>
          <dgm:chMax val="0"/>
          <dgm:chPref val="0"/>
        </dgm:presLayoutVars>
      </dgm:prSet>
      <dgm:spPr/>
    </dgm:pt>
    <dgm:pt modelId="{F606A3BE-7531-4C1A-9D54-0321964C345D}" type="pres">
      <dgm:prSet presAssocID="{6EDD7692-1B15-4441-AE23-9EA583364D6F}" presName="sibTrans" presStyleCnt="0"/>
      <dgm:spPr/>
    </dgm:pt>
    <dgm:pt modelId="{A2279B7D-769C-489D-8850-632693692D96}" type="pres">
      <dgm:prSet presAssocID="{B0CE6E54-2B07-4CD1-9B51-857DF98DAD4C}" presName="compNode" presStyleCnt="0"/>
      <dgm:spPr/>
    </dgm:pt>
    <dgm:pt modelId="{9101B34E-CE4C-46DC-B9C1-F69F21AF1CAB}" type="pres">
      <dgm:prSet presAssocID="{B0CE6E54-2B07-4CD1-9B51-857DF98DAD4C}" presName="bgRect" presStyleLbl="bgShp" presStyleIdx="2" presStyleCnt="6"/>
      <dgm:spPr/>
    </dgm:pt>
    <dgm:pt modelId="{71F844AF-52A3-436F-82A5-D08466AF30B4}" type="pres">
      <dgm:prSet presAssocID="{B0CE6E54-2B07-4CD1-9B51-857DF98DAD4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6B3319F-5A98-475E-8B27-4F7FEEEF3D90}" type="pres">
      <dgm:prSet presAssocID="{B0CE6E54-2B07-4CD1-9B51-857DF98DAD4C}" presName="spaceRect" presStyleCnt="0"/>
      <dgm:spPr/>
    </dgm:pt>
    <dgm:pt modelId="{8E52BCDF-5F8A-4C0F-8244-7505043F57E7}" type="pres">
      <dgm:prSet presAssocID="{B0CE6E54-2B07-4CD1-9B51-857DF98DAD4C}" presName="parTx" presStyleLbl="revTx" presStyleIdx="2" presStyleCnt="6">
        <dgm:presLayoutVars>
          <dgm:chMax val="0"/>
          <dgm:chPref val="0"/>
        </dgm:presLayoutVars>
      </dgm:prSet>
      <dgm:spPr/>
    </dgm:pt>
    <dgm:pt modelId="{24EEA6BF-8526-479D-A81B-8E37D2090B9E}" type="pres">
      <dgm:prSet presAssocID="{20B16731-4DD4-4335-AB81-E8E829A6102F}" presName="sibTrans" presStyleCnt="0"/>
      <dgm:spPr/>
    </dgm:pt>
    <dgm:pt modelId="{A34738C0-DB1F-4802-8323-266AE8FFE34B}" type="pres">
      <dgm:prSet presAssocID="{A75244CE-4270-4B2F-A45B-AF1ED13BB56C}" presName="compNode" presStyleCnt="0"/>
      <dgm:spPr/>
    </dgm:pt>
    <dgm:pt modelId="{8083AECC-8B03-4DDE-B8C9-DA16D24CA40E}" type="pres">
      <dgm:prSet presAssocID="{A75244CE-4270-4B2F-A45B-AF1ED13BB56C}" presName="bgRect" presStyleLbl="bgShp" presStyleIdx="3" presStyleCnt="6"/>
      <dgm:spPr/>
    </dgm:pt>
    <dgm:pt modelId="{452E0326-9120-47E4-8086-67687742E717}" type="pres">
      <dgm:prSet presAssocID="{A75244CE-4270-4B2F-A45B-AF1ED13BB56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"/>
        </a:ext>
      </dgm:extLst>
    </dgm:pt>
    <dgm:pt modelId="{34D4CD2E-6259-4546-BAE1-2BB06AE56EC3}" type="pres">
      <dgm:prSet presAssocID="{A75244CE-4270-4B2F-A45B-AF1ED13BB56C}" presName="spaceRect" presStyleCnt="0"/>
      <dgm:spPr/>
    </dgm:pt>
    <dgm:pt modelId="{07614FBA-CDDA-4273-A042-2FF8908CAF04}" type="pres">
      <dgm:prSet presAssocID="{A75244CE-4270-4B2F-A45B-AF1ED13BB56C}" presName="parTx" presStyleLbl="revTx" presStyleIdx="3" presStyleCnt="6">
        <dgm:presLayoutVars>
          <dgm:chMax val="0"/>
          <dgm:chPref val="0"/>
        </dgm:presLayoutVars>
      </dgm:prSet>
      <dgm:spPr/>
    </dgm:pt>
    <dgm:pt modelId="{E62ED244-BBBF-4AC1-B674-E159C59932DA}" type="pres">
      <dgm:prSet presAssocID="{E166B312-E62B-4C80-AEF2-653B0790605B}" presName="sibTrans" presStyleCnt="0"/>
      <dgm:spPr/>
    </dgm:pt>
    <dgm:pt modelId="{FACB547E-870B-4EC9-841D-0DDE6DC5F125}" type="pres">
      <dgm:prSet presAssocID="{88004EEA-DB0B-41F5-920F-8C10B5C9BEE8}" presName="compNode" presStyleCnt="0"/>
      <dgm:spPr/>
    </dgm:pt>
    <dgm:pt modelId="{A69D84FA-16AF-45E4-97C7-AEF5DF728102}" type="pres">
      <dgm:prSet presAssocID="{88004EEA-DB0B-41F5-920F-8C10B5C9BEE8}" presName="bgRect" presStyleLbl="bgShp" presStyleIdx="4" presStyleCnt="6"/>
      <dgm:spPr/>
    </dgm:pt>
    <dgm:pt modelId="{9E8685C9-15B5-4BD2-ABF5-3191819778C4}" type="pres">
      <dgm:prSet presAssocID="{88004EEA-DB0B-41F5-920F-8C10B5C9BEE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04D87A2-04F4-4B10-A740-CDA11A72139B}" type="pres">
      <dgm:prSet presAssocID="{88004EEA-DB0B-41F5-920F-8C10B5C9BEE8}" presName="spaceRect" presStyleCnt="0"/>
      <dgm:spPr/>
    </dgm:pt>
    <dgm:pt modelId="{642033B3-3EE7-48BE-89A5-F39FB2B7B365}" type="pres">
      <dgm:prSet presAssocID="{88004EEA-DB0B-41F5-920F-8C10B5C9BEE8}" presName="parTx" presStyleLbl="revTx" presStyleIdx="4" presStyleCnt="6">
        <dgm:presLayoutVars>
          <dgm:chMax val="0"/>
          <dgm:chPref val="0"/>
        </dgm:presLayoutVars>
      </dgm:prSet>
      <dgm:spPr/>
    </dgm:pt>
    <dgm:pt modelId="{1E2C7D2A-3289-4C61-861C-853F0738D49F}" type="pres">
      <dgm:prSet presAssocID="{75DE1430-CCD4-41B8-B6B2-BBC55009FD5E}" presName="sibTrans" presStyleCnt="0"/>
      <dgm:spPr/>
    </dgm:pt>
    <dgm:pt modelId="{6A97FB53-4865-491F-8C62-C516C1F473BA}" type="pres">
      <dgm:prSet presAssocID="{7819C46C-D68D-47D5-B6C7-272EF031485F}" presName="compNode" presStyleCnt="0"/>
      <dgm:spPr/>
    </dgm:pt>
    <dgm:pt modelId="{058937F9-8539-48E9-B3CC-70718BC0BB4C}" type="pres">
      <dgm:prSet presAssocID="{7819C46C-D68D-47D5-B6C7-272EF031485F}" presName="bgRect" presStyleLbl="bgShp" presStyleIdx="5" presStyleCnt="6"/>
      <dgm:spPr/>
    </dgm:pt>
    <dgm:pt modelId="{EF7ED5E7-99C8-40A9-BB18-C09079B1C03D}" type="pres">
      <dgm:prSet presAssocID="{7819C46C-D68D-47D5-B6C7-272EF031485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8577222-733D-49EC-8F3F-9A669EA74423}" type="pres">
      <dgm:prSet presAssocID="{7819C46C-D68D-47D5-B6C7-272EF031485F}" presName="spaceRect" presStyleCnt="0"/>
      <dgm:spPr/>
    </dgm:pt>
    <dgm:pt modelId="{C19119D9-DD7C-421E-B11E-62243F4B5FB0}" type="pres">
      <dgm:prSet presAssocID="{7819C46C-D68D-47D5-B6C7-272EF031485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98A0F09-237A-49D4-99EC-A5AEDED147A8}" type="presOf" srcId="{41C36C03-9F20-4503-AA84-8378F7DF3F90}" destId="{EF1257C4-E452-4E3B-9103-ED275E6185FD}" srcOrd="0" destOrd="0" presId="urn:microsoft.com/office/officeart/2018/2/layout/IconVerticalSolidList"/>
    <dgm:cxn modelId="{91A65E12-97AF-4CDA-B29C-36258D283B8A}" srcId="{C9652A6B-99C1-4434-85DB-DB88C8DDAA3B}" destId="{41C36C03-9F20-4503-AA84-8378F7DF3F90}" srcOrd="0" destOrd="0" parTransId="{7D232484-E16C-4AA8-A558-066358657133}" sibTransId="{4353175F-5BB3-46E4-A736-E9A4628CC7BC}"/>
    <dgm:cxn modelId="{23F4CB37-D21D-45B3-BBB7-E5089E6062FB}" type="presOf" srcId="{C9652A6B-99C1-4434-85DB-DB88C8DDAA3B}" destId="{40027D52-1CBD-4C0E-A319-F3BA267E012F}" srcOrd="0" destOrd="0" presId="urn:microsoft.com/office/officeart/2018/2/layout/IconVerticalSolidList"/>
    <dgm:cxn modelId="{E018395A-C076-4582-8076-74726B474E2A}" srcId="{C9652A6B-99C1-4434-85DB-DB88C8DDAA3B}" destId="{3261E47C-52F6-4FE4-8C29-1B1FF83063F1}" srcOrd="1" destOrd="0" parTransId="{87A3C10D-A673-4326-8EBF-220498B8EF4C}" sibTransId="{6EDD7692-1B15-4441-AE23-9EA583364D6F}"/>
    <dgm:cxn modelId="{899E7C5B-B43A-440B-AF3C-DA684FDAE9FB}" type="presOf" srcId="{A75244CE-4270-4B2F-A45B-AF1ED13BB56C}" destId="{07614FBA-CDDA-4273-A042-2FF8908CAF04}" srcOrd="0" destOrd="0" presId="urn:microsoft.com/office/officeart/2018/2/layout/IconVerticalSolidList"/>
    <dgm:cxn modelId="{93C4F869-6D27-444A-872C-00156515DC09}" type="presOf" srcId="{88004EEA-DB0B-41F5-920F-8C10B5C9BEE8}" destId="{642033B3-3EE7-48BE-89A5-F39FB2B7B365}" srcOrd="0" destOrd="0" presId="urn:microsoft.com/office/officeart/2018/2/layout/IconVerticalSolidList"/>
    <dgm:cxn modelId="{58E81F9B-FCA5-48CC-A8A0-6E6626969CAD}" type="presOf" srcId="{B0CE6E54-2B07-4CD1-9B51-857DF98DAD4C}" destId="{8E52BCDF-5F8A-4C0F-8244-7505043F57E7}" srcOrd="0" destOrd="0" presId="urn:microsoft.com/office/officeart/2018/2/layout/IconVerticalSolidList"/>
    <dgm:cxn modelId="{27BCE1AF-B6D5-4C8C-93E9-18F62E53EB77}" srcId="{C9652A6B-99C1-4434-85DB-DB88C8DDAA3B}" destId="{B0CE6E54-2B07-4CD1-9B51-857DF98DAD4C}" srcOrd="2" destOrd="0" parTransId="{BC162A77-EB49-4AE2-8040-E824BCBBF025}" sibTransId="{20B16731-4DD4-4335-AB81-E8E829A6102F}"/>
    <dgm:cxn modelId="{05CEF9C2-F9AD-45B3-857C-2F6E6A56D8C0}" type="presOf" srcId="{3261E47C-52F6-4FE4-8C29-1B1FF83063F1}" destId="{5B4A1AB6-560D-4012-87F6-83D776BB341C}" srcOrd="0" destOrd="0" presId="urn:microsoft.com/office/officeart/2018/2/layout/IconVerticalSolidList"/>
    <dgm:cxn modelId="{88D38EC7-8A40-4DF4-973E-DBDE8539B547}" srcId="{C9652A6B-99C1-4434-85DB-DB88C8DDAA3B}" destId="{7819C46C-D68D-47D5-B6C7-272EF031485F}" srcOrd="5" destOrd="0" parTransId="{90348113-F482-438A-8261-B1E849831BEA}" sibTransId="{C6A1FD95-F5D8-4663-BAB4-EB95A38D98C1}"/>
    <dgm:cxn modelId="{BA21ACE8-CC74-4768-8DA8-A89E746CBE00}" srcId="{C9652A6B-99C1-4434-85DB-DB88C8DDAA3B}" destId="{88004EEA-DB0B-41F5-920F-8C10B5C9BEE8}" srcOrd="4" destOrd="0" parTransId="{8D03F139-789E-4625-8B26-4CAB7165A99C}" sibTransId="{75DE1430-CCD4-41B8-B6B2-BBC55009FD5E}"/>
    <dgm:cxn modelId="{35E1EFED-DA37-4D4A-A675-AF39F93ED0C2}" type="presOf" srcId="{7819C46C-D68D-47D5-B6C7-272EF031485F}" destId="{C19119D9-DD7C-421E-B11E-62243F4B5FB0}" srcOrd="0" destOrd="0" presId="urn:microsoft.com/office/officeart/2018/2/layout/IconVerticalSolidList"/>
    <dgm:cxn modelId="{3227C5F2-5210-4E4C-B074-87A6F16996EE}" srcId="{C9652A6B-99C1-4434-85DB-DB88C8DDAA3B}" destId="{A75244CE-4270-4B2F-A45B-AF1ED13BB56C}" srcOrd="3" destOrd="0" parTransId="{38157164-18D2-4A93-97B7-165D7B675279}" sibTransId="{E166B312-E62B-4C80-AEF2-653B0790605B}"/>
    <dgm:cxn modelId="{E1693879-E04B-4E88-9E92-C0096E20D568}" type="presParOf" srcId="{40027D52-1CBD-4C0E-A319-F3BA267E012F}" destId="{E5C1288D-F5B6-47DE-B11F-5B8865275693}" srcOrd="0" destOrd="0" presId="urn:microsoft.com/office/officeart/2018/2/layout/IconVerticalSolidList"/>
    <dgm:cxn modelId="{2C192E1F-F2D1-457B-BBE4-76978CD83AD7}" type="presParOf" srcId="{E5C1288D-F5B6-47DE-B11F-5B8865275693}" destId="{887277A3-1AF9-4787-90F5-646834ED4AEB}" srcOrd="0" destOrd="0" presId="urn:microsoft.com/office/officeart/2018/2/layout/IconVerticalSolidList"/>
    <dgm:cxn modelId="{3CE69F79-6288-430C-A22B-05C7210D637B}" type="presParOf" srcId="{E5C1288D-F5B6-47DE-B11F-5B8865275693}" destId="{A0610640-5920-49A4-ADCC-24FE925EC238}" srcOrd="1" destOrd="0" presId="urn:microsoft.com/office/officeart/2018/2/layout/IconVerticalSolidList"/>
    <dgm:cxn modelId="{79D0ADE1-8B3A-4D01-B062-404FB8E043C1}" type="presParOf" srcId="{E5C1288D-F5B6-47DE-B11F-5B8865275693}" destId="{1A1A3BBD-02C0-4305-A075-9588F36F15C2}" srcOrd="2" destOrd="0" presId="urn:microsoft.com/office/officeart/2018/2/layout/IconVerticalSolidList"/>
    <dgm:cxn modelId="{4EB75B51-3425-4465-AF5E-280B9CEE1D79}" type="presParOf" srcId="{E5C1288D-F5B6-47DE-B11F-5B8865275693}" destId="{EF1257C4-E452-4E3B-9103-ED275E6185FD}" srcOrd="3" destOrd="0" presId="urn:microsoft.com/office/officeart/2018/2/layout/IconVerticalSolidList"/>
    <dgm:cxn modelId="{A9EF41D2-231C-4D59-95B4-F40556F9B6E7}" type="presParOf" srcId="{40027D52-1CBD-4C0E-A319-F3BA267E012F}" destId="{19875769-54EE-4470-9240-2CDFE26DFE53}" srcOrd="1" destOrd="0" presId="urn:microsoft.com/office/officeart/2018/2/layout/IconVerticalSolidList"/>
    <dgm:cxn modelId="{C8B7976A-DEF3-493F-AF1B-CF78D42515C3}" type="presParOf" srcId="{40027D52-1CBD-4C0E-A319-F3BA267E012F}" destId="{D2EDE79D-617B-493C-A9A0-C3FEF15F13B9}" srcOrd="2" destOrd="0" presId="urn:microsoft.com/office/officeart/2018/2/layout/IconVerticalSolidList"/>
    <dgm:cxn modelId="{573A0666-D3E4-4E1C-A78D-65FF3AEEB718}" type="presParOf" srcId="{D2EDE79D-617B-493C-A9A0-C3FEF15F13B9}" destId="{8988962A-4C35-4146-A525-1C62CB7A0B30}" srcOrd="0" destOrd="0" presId="urn:microsoft.com/office/officeart/2018/2/layout/IconVerticalSolidList"/>
    <dgm:cxn modelId="{A40702C7-4620-4B4A-A89A-A13505AD7919}" type="presParOf" srcId="{D2EDE79D-617B-493C-A9A0-C3FEF15F13B9}" destId="{BB83449D-428A-4C44-8FEB-C751CB95861C}" srcOrd="1" destOrd="0" presId="urn:microsoft.com/office/officeart/2018/2/layout/IconVerticalSolidList"/>
    <dgm:cxn modelId="{BEF1AE87-81CB-46DA-AAC6-59493950283E}" type="presParOf" srcId="{D2EDE79D-617B-493C-A9A0-C3FEF15F13B9}" destId="{72CF59AB-C267-463A-A3A6-FF0A4DFAEE8B}" srcOrd="2" destOrd="0" presId="urn:microsoft.com/office/officeart/2018/2/layout/IconVerticalSolidList"/>
    <dgm:cxn modelId="{88BC57FA-2579-4B10-8558-5CD9EB00DDB1}" type="presParOf" srcId="{D2EDE79D-617B-493C-A9A0-C3FEF15F13B9}" destId="{5B4A1AB6-560D-4012-87F6-83D776BB341C}" srcOrd="3" destOrd="0" presId="urn:microsoft.com/office/officeart/2018/2/layout/IconVerticalSolidList"/>
    <dgm:cxn modelId="{109849C4-44BA-4EC8-83C2-AAD683F4BCFC}" type="presParOf" srcId="{40027D52-1CBD-4C0E-A319-F3BA267E012F}" destId="{F606A3BE-7531-4C1A-9D54-0321964C345D}" srcOrd="3" destOrd="0" presId="urn:microsoft.com/office/officeart/2018/2/layout/IconVerticalSolidList"/>
    <dgm:cxn modelId="{005143D2-17BD-4C90-A44B-E9D93591F22A}" type="presParOf" srcId="{40027D52-1CBD-4C0E-A319-F3BA267E012F}" destId="{A2279B7D-769C-489D-8850-632693692D96}" srcOrd="4" destOrd="0" presId="urn:microsoft.com/office/officeart/2018/2/layout/IconVerticalSolidList"/>
    <dgm:cxn modelId="{ADB1122D-A2AD-42F2-91C9-02A3F6A28EC7}" type="presParOf" srcId="{A2279B7D-769C-489D-8850-632693692D96}" destId="{9101B34E-CE4C-46DC-B9C1-F69F21AF1CAB}" srcOrd="0" destOrd="0" presId="urn:microsoft.com/office/officeart/2018/2/layout/IconVerticalSolidList"/>
    <dgm:cxn modelId="{3D14FFAA-68BB-4CDE-A7AA-9C5F13ED2D50}" type="presParOf" srcId="{A2279B7D-769C-489D-8850-632693692D96}" destId="{71F844AF-52A3-436F-82A5-D08466AF30B4}" srcOrd="1" destOrd="0" presId="urn:microsoft.com/office/officeart/2018/2/layout/IconVerticalSolidList"/>
    <dgm:cxn modelId="{6C8193A5-7ADD-4E4A-A7ED-E009537BD5B4}" type="presParOf" srcId="{A2279B7D-769C-489D-8850-632693692D96}" destId="{76B3319F-5A98-475E-8B27-4F7FEEEF3D90}" srcOrd="2" destOrd="0" presId="urn:microsoft.com/office/officeart/2018/2/layout/IconVerticalSolidList"/>
    <dgm:cxn modelId="{850F91B8-403E-4403-9D37-EB6162E66C97}" type="presParOf" srcId="{A2279B7D-769C-489D-8850-632693692D96}" destId="{8E52BCDF-5F8A-4C0F-8244-7505043F57E7}" srcOrd="3" destOrd="0" presId="urn:microsoft.com/office/officeart/2018/2/layout/IconVerticalSolidList"/>
    <dgm:cxn modelId="{588B84E8-0175-4BA2-B481-C6D9A6D4E0A8}" type="presParOf" srcId="{40027D52-1CBD-4C0E-A319-F3BA267E012F}" destId="{24EEA6BF-8526-479D-A81B-8E37D2090B9E}" srcOrd="5" destOrd="0" presId="urn:microsoft.com/office/officeart/2018/2/layout/IconVerticalSolidList"/>
    <dgm:cxn modelId="{0CED9942-7DBE-43DD-AD64-4C260D280068}" type="presParOf" srcId="{40027D52-1CBD-4C0E-A319-F3BA267E012F}" destId="{A34738C0-DB1F-4802-8323-266AE8FFE34B}" srcOrd="6" destOrd="0" presId="urn:microsoft.com/office/officeart/2018/2/layout/IconVerticalSolidList"/>
    <dgm:cxn modelId="{20375830-D154-41D4-B2BC-4017CF2DA31D}" type="presParOf" srcId="{A34738C0-DB1F-4802-8323-266AE8FFE34B}" destId="{8083AECC-8B03-4DDE-B8C9-DA16D24CA40E}" srcOrd="0" destOrd="0" presId="urn:microsoft.com/office/officeart/2018/2/layout/IconVerticalSolidList"/>
    <dgm:cxn modelId="{6AF13A9D-11C9-4CF2-BD90-4A56EC08B674}" type="presParOf" srcId="{A34738C0-DB1F-4802-8323-266AE8FFE34B}" destId="{452E0326-9120-47E4-8086-67687742E717}" srcOrd="1" destOrd="0" presId="urn:microsoft.com/office/officeart/2018/2/layout/IconVerticalSolidList"/>
    <dgm:cxn modelId="{445F967D-D0EE-41F9-8D7E-179CD3916C03}" type="presParOf" srcId="{A34738C0-DB1F-4802-8323-266AE8FFE34B}" destId="{34D4CD2E-6259-4546-BAE1-2BB06AE56EC3}" srcOrd="2" destOrd="0" presId="urn:microsoft.com/office/officeart/2018/2/layout/IconVerticalSolidList"/>
    <dgm:cxn modelId="{BC29D45D-523D-4390-89E5-2EBD24A0242F}" type="presParOf" srcId="{A34738C0-DB1F-4802-8323-266AE8FFE34B}" destId="{07614FBA-CDDA-4273-A042-2FF8908CAF04}" srcOrd="3" destOrd="0" presId="urn:microsoft.com/office/officeart/2018/2/layout/IconVerticalSolidList"/>
    <dgm:cxn modelId="{23662884-3324-48A7-B737-58BD0C9A34F0}" type="presParOf" srcId="{40027D52-1CBD-4C0E-A319-F3BA267E012F}" destId="{E62ED244-BBBF-4AC1-B674-E159C59932DA}" srcOrd="7" destOrd="0" presId="urn:microsoft.com/office/officeart/2018/2/layout/IconVerticalSolidList"/>
    <dgm:cxn modelId="{59299FEF-E30F-4A6F-B299-B93A3AF57043}" type="presParOf" srcId="{40027D52-1CBD-4C0E-A319-F3BA267E012F}" destId="{FACB547E-870B-4EC9-841D-0DDE6DC5F125}" srcOrd="8" destOrd="0" presId="urn:microsoft.com/office/officeart/2018/2/layout/IconVerticalSolidList"/>
    <dgm:cxn modelId="{2AFCFABD-0455-4A08-870F-E5BBD321A090}" type="presParOf" srcId="{FACB547E-870B-4EC9-841D-0DDE6DC5F125}" destId="{A69D84FA-16AF-45E4-97C7-AEF5DF728102}" srcOrd="0" destOrd="0" presId="urn:microsoft.com/office/officeart/2018/2/layout/IconVerticalSolidList"/>
    <dgm:cxn modelId="{25702219-B022-445F-BA40-F2775240271E}" type="presParOf" srcId="{FACB547E-870B-4EC9-841D-0DDE6DC5F125}" destId="{9E8685C9-15B5-4BD2-ABF5-3191819778C4}" srcOrd="1" destOrd="0" presId="urn:microsoft.com/office/officeart/2018/2/layout/IconVerticalSolidList"/>
    <dgm:cxn modelId="{35D83F20-E98D-4226-B284-E909CA017B5B}" type="presParOf" srcId="{FACB547E-870B-4EC9-841D-0DDE6DC5F125}" destId="{C04D87A2-04F4-4B10-A740-CDA11A72139B}" srcOrd="2" destOrd="0" presId="urn:microsoft.com/office/officeart/2018/2/layout/IconVerticalSolidList"/>
    <dgm:cxn modelId="{87CE92AD-73D5-4613-A3A8-9C64B17C2552}" type="presParOf" srcId="{FACB547E-870B-4EC9-841D-0DDE6DC5F125}" destId="{642033B3-3EE7-48BE-89A5-F39FB2B7B365}" srcOrd="3" destOrd="0" presId="urn:microsoft.com/office/officeart/2018/2/layout/IconVerticalSolidList"/>
    <dgm:cxn modelId="{29E5EE11-78DA-4F6F-A6BA-BC9F23CD1FA8}" type="presParOf" srcId="{40027D52-1CBD-4C0E-A319-F3BA267E012F}" destId="{1E2C7D2A-3289-4C61-861C-853F0738D49F}" srcOrd="9" destOrd="0" presId="urn:microsoft.com/office/officeart/2018/2/layout/IconVerticalSolidList"/>
    <dgm:cxn modelId="{60B6D8A2-DE73-4DC7-BF8B-8BB3AA42F657}" type="presParOf" srcId="{40027D52-1CBD-4C0E-A319-F3BA267E012F}" destId="{6A97FB53-4865-491F-8C62-C516C1F473BA}" srcOrd="10" destOrd="0" presId="urn:microsoft.com/office/officeart/2018/2/layout/IconVerticalSolidList"/>
    <dgm:cxn modelId="{2EFFB58D-E41D-4DF7-B883-F67DC2ADD90C}" type="presParOf" srcId="{6A97FB53-4865-491F-8C62-C516C1F473BA}" destId="{058937F9-8539-48E9-B3CC-70718BC0BB4C}" srcOrd="0" destOrd="0" presId="urn:microsoft.com/office/officeart/2018/2/layout/IconVerticalSolidList"/>
    <dgm:cxn modelId="{76B6B44A-31BE-41ED-B0EB-02B0CBCE4117}" type="presParOf" srcId="{6A97FB53-4865-491F-8C62-C516C1F473BA}" destId="{EF7ED5E7-99C8-40A9-BB18-C09079B1C03D}" srcOrd="1" destOrd="0" presId="urn:microsoft.com/office/officeart/2018/2/layout/IconVerticalSolidList"/>
    <dgm:cxn modelId="{DEAE56E0-C62E-4E4E-B9CD-96EEBEE29D9E}" type="presParOf" srcId="{6A97FB53-4865-491F-8C62-C516C1F473BA}" destId="{68577222-733D-49EC-8F3F-9A669EA74423}" srcOrd="2" destOrd="0" presId="urn:microsoft.com/office/officeart/2018/2/layout/IconVerticalSolidList"/>
    <dgm:cxn modelId="{142B5C93-8F36-4DB1-B5A1-4BD7B14EBA91}" type="presParOf" srcId="{6A97FB53-4865-491F-8C62-C516C1F473BA}" destId="{C19119D9-DD7C-421E-B11E-62243F4B5F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472F3F-F824-47A3-A2DD-9B57EBCBE5EC}" type="doc">
      <dgm:prSet loTypeId="urn:microsoft.com/office/officeart/2005/8/layout/hProcess9" loCatId="process" qsTypeId="urn:microsoft.com/office/officeart/2005/8/quickstyle/simple1" qsCatId="simple" csTypeId="urn:microsoft.com/office/officeart/2005/8/colors/accent3_3" csCatId="accent3" phldr="1"/>
      <dgm:spPr/>
    </dgm:pt>
    <dgm:pt modelId="{525A8C01-F369-4E2D-98DF-BA22342159B7}">
      <dgm:prSet/>
      <dgm:spPr/>
      <dgm:t>
        <a:bodyPr/>
        <a:lstStyle/>
        <a:p>
          <a:r>
            <a:rPr lang="de-DE" dirty="0"/>
            <a:t>Integration </a:t>
          </a:r>
          <a:r>
            <a:rPr lang="de-DE" dirty="0" err="1"/>
            <a:t>into</a:t>
          </a:r>
          <a:r>
            <a:rPr lang="de-DE" dirty="0"/>
            <a:t> </a:t>
          </a:r>
          <a:r>
            <a:rPr lang="de-DE" dirty="0" err="1"/>
            <a:t>the</a:t>
          </a:r>
          <a:r>
            <a:rPr lang="de-DE" dirty="0"/>
            <a:t> </a:t>
          </a:r>
          <a:r>
            <a:rPr lang="de-DE" dirty="0" err="1"/>
            <a:t>existing</a:t>
          </a:r>
          <a:r>
            <a:rPr lang="de-DE" dirty="0"/>
            <a:t> CI/CD </a:t>
          </a:r>
          <a:r>
            <a:rPr lang="de-DE" dirty="0" err="1"/>
            <a:t>pipeline</a:t>
          </a:r>
          <a:endParaRPr lang="de-DE" dirty="0"/>
        </a:p>
      </dgm:t>
    </dgm:pt>
    <dgm:pt modelId="{59C20557-CA3F-4C9D-A22B-73B910C543D9}" type="parTrans" cxnId="{C1DA297A-3E94-45B5-A021-BEDA0D7A308B}">
      <dgm:prSet/>
      <dgm:spPr/>
      <dgm:t>
        <a:bodyPr/>
        <a:lstStyle/>
        <a:p>
          <a:endParaRPr lang="de-DE"/>
        </a:p>
      </dgm:t>
    </dgm:pt>
    <dgm:pt modelId="{D9FA1D45-2FBA-438B-8656-464F06F50AB3}" type="sibTrans" cxnId="{C1DA297A-3E94-45B5-A021-BEDA0D7A308B}">
      <dgm:prSet/>
      <dgm:spPr/>
      <dgm:t>
        <a:bodyPr/>
        <a:lstStyle/>
        <a:p>
          <a:endParaRPr lang="de-DE"/>
        </a:p>
      </dgm:t>
    </dgm:pt>
    <dgm:pt modelId="{C6241699-1AFE-40D9-B25C-7B6F7365DD20}">
      <dgm:prSet/>
      <dgm:spPr/>
      <dgm:t>
        <a:bodyPr/>
        <a:lstStyle/>
        <a:p>
          <a:r>
            <a:rPr lang="de-DE"/>
            <a:t>AI-Driven Security </a:t>
          </a:r>
          <a:r>
            <a:rPr lang="de-DE" err="1"/>
            <a:t>Testing</a:t>
          </a:r>
          <a:endParaRPr lang="de-DE"/>
        </a:p>
      </dgm:t>
    </dgm:pt>
    <dgm:pt modelId="{0A7F2FD5-221C-4500-B4AD-8F991FAF8D1A}" type="parTrans" cxnId="{F9C7E569-1287-4E9D-A19A-93AFE939FA45}">
      <dgm:prSet/>
      <dgm:spPr/>
      <dgm:t>
        <a:bodyPr/>
        <a:lstStyle/>
        <a:p>
          <a:endParaRPr lang="de-DE"/>
        </a:p>
      </dgm:t>
    </dgm:pt>
    <dgm:pt modelId="{E7E7F6D8-45D4-443E-95CF-4BA796ADF11B}" type="sibTrans" cxnId="{F9C7E569-1287-4E9D-A19A-93AFE939FA45}">
      <dgm:prSet/>
      <dgm:spPr/>
      <dgm:t>
        <a:bodyPr/>
        <a:lstStyle/>
        <a:p>
          <a:endParaRPr lang="de-DE"/>
        </a:p>
      </dgm:t>
    </dgm:pt>
    <dgm:pt modelId="{D1BA8AEA-6431-4E71-A3E1-13DB9CB2BE91}">
      <dgm:prSet/>
      <dgm:spPr/>
      <dgm:t>
        <a:bodyPr/>
        <a:lstStyle/>
        <a:p>
          <a:r>
            <a:rPr lang="en-US" dirty="0"/>
            <a:t>Automation of test artifact generation</a:t>
          </a:r>
          <a:endParaRPr lang="de-DE" b="1" dirty="0"/>
        </a:p>
      </dgm:t>
    </dgm:pt>
    <dgm:pt modelId="{B814BD71-9C1E-4E12-8AD4-B9D31B7147B3}" type="parTrans" cxnId="{6553CBB3-BB98-4554-A576-1AA112BED71D}">
      <dgm:prSet/>
      <dgm:spPr/>
      <dgm:t>
        <a:bodyPr/>
        <a:lstStyle/>
        <a:p>
          <a:endParaRPr lang="de-DE"/>
        </a:p>
      </dgm:t>
    </dgm:pt>
    <dgm:pt modelId="{7B955B55-CC7E-4992-ADCF-993D9EE4BE63}" type="sibTrans" cxnId="{6553CBB3-BB98-4554-A576-1AA112BED71D}">
      <dgm:prSet/>
      <dgm:spPr/>
      <dgm:t>
        <a:bodyPr/>
        <a:lstStyle/>
        <a:p>
          <a:endParaRPr lang="de-DE"/>
        </a:p>
      </dgm:t>
    </dgm:pt>
    <dgm:pt modelId="{0B571A53-91A3-8A4B-ADE1-D3CF16E23B0F}">
      <dgm:prSet/>
      <dgm:spPr/>
      <dgm:t>
        <a:bodyPr/>
        <a:lstStyle/>
        <a:p>
          <a:r>
            <a:rPr lang="en-US" dirty="0"/>
            <a:t>AI Generated fuzz test cases and intelligent  mutation</a:t>
          </a:r>
        </a:p>
      </dgm:t>
    </dgm:pt>
    <dgm:pt modelId="{725EFBA9-100F-9F44-A82A-4191DE4B28DF}" type="parTrans" cxnId="{90C24E90-562B-D84F-AF95-DA8081AB42B9}">
      <dgm:prSet/>
      <dgm:spPr/>
      <dgm:t>
        <a:bodyPr/>
        <a:lstStyle/>
        <a:p>
          <a:endParaRPr lang="en-US"/>
        </a:p>
      </dgm:t>
    </dgm:pt>
    <dgm:pt modelId="{554DA3D7-B828-9142-86F9-2F599A66CCFF}" type="sibTrans" cxnId="{90C24E90-562B-D84F-AF95-DA8081AB42B9}">
      <dgm:prSet/>
      <dgm:spPr/>
      <dgm:t>
        <a:bodyPr/>
        <a:lstStyle/>
        <a:p>
          <a:endParaRPr lang="en-US"/>
        </a:p>
      </dgm:t>
    </dgm:pt>
    <dgm:pt modelId="{B0531B96-671C-4ECB-9FB7-0C24AF3AE647}" type="pres">
      <dgm:prSet presAssocID="{87472F3F-F824-47A3-A2DD-9B57EBCBE5EC}" presName="CompostProcess" presStyleCnt="0">
        <dgm:presLayoutVars>
          <dgm:dir/>
          <dgm:resizeHandles val="exact"/>
        </dgm:presLayoutVars>
      </dgm:prSet>
      <dgm:spPr/>
    </dgm:pt>
    <dgm:pt modelId="{D27B59FE-EA82-4528-BFE1-8DD2310F9A4D}" type="pres">
      <dgm:prSet presAssocID="{87472F3F-F824-47A3-A2DD-9B57EBCBE5EC}" presName="arrow" presStyleLbl="bgShp" presStyleIdx="0" presStyleCnt="1"/>
      <dgm:spPr/>
    </dgm:pt>
    <dgm:pt modelId="{A3C4F375-7647-44A0-80D5-A22F0C47AE31}" type="pres">
      <dgm:prSet presAssocID="{87472F3F-F824-47A3-A2DD-9B57EBCBE5EC}" presName="linearProcess" presStyleCnt="0"/>
      <dgm:spPr/>
    </dgm:pt>
    <dgm:pt modelId="{6E667A3D-D402-EB4E-844C-8793BB6B4150}" type="pres">
      <dgm:prSet presAssocID="{0B571A53-91A3-8A4B-ADE1-D3CF16E23B0F}" presName="textNode" presStyleLbl="node1" presStyleIdx="0" presStyleCnt="4">
        <dgm:presLayoutVars>
          <dgm:bulletEnabled val="1"/>
        </dgm:presLayoutVars>
      </dgm:prSet>
      <dgm:spPr/>
    </dgm:pt>
    <dgm:pt modelId="{5E642987-7B31-3C4F-93B3-F4B6206BC5D7}" type="pres">
      <dgm:prSet presAssocID="{554DA3D7-B828-9142-86F9-2F599A66CCFF}" presName="sibTrans" presStyleCnt="0"/>
      <dgm:spPr/>
    </dgm:pt>
    <dgm:pt modelId="{76BF342E-5150-4955-9E5F-9C2D4F0C8091}" type="pres">
      <dgm:prSet presAssocID="{D1BA8AEA-6431-4E71-A3E1-13DB9CB2BE91}" presName="textNode" presStyleLbl="node1" presStyleIdx="1" presStyleCnt="4">
        <dgm:presLayoutVars>
          <dgm:bulletEnabled val="1"/>
        </dgm:presLayoutVars>
      </dgm:prSet>
      <dgm:spPr/>
    </dgm:pt>
    <dgm:pt modelId="{0C8B03B6-8990-4300-B4D8-F2206920B994}" type="pres">
      <dgm:prSet presAssocID="{7B955B55-CC7E-4992-ADCF-993D9EE4BE63}" presName="sibTrans" presStyleCnt="0"/>
      <dgm:spPr/>
    </dgm:pt>
    <dgm:pt modelId="{6872C086-D6F4-4F4A-BA49-D41B93D316BD}" type="pres">
      <dgm:prSet presAssocID="{525A8C01-F369-4E2D-98DF-BA22342159B7}" presName="textNode" presStyleLbl="node1" presStyleIdx="2" presStyleCnt="4">
        <dgm:presLayoutVars>
          <dgm:bulletEnabled val="1"/>
        </dgm:presLayoutVars>
      </dgm:prSet>
      <dgm:spPr/>
    </dgm:pt>
    <dgm:pt modelId="{4212E716-184F-426F-9387-3ED83C7E7C8C}" type="pres">
      <dgm:prSet presAssocID="{D9FA1D45-2FBA-438B-8656-464F06F50AB3}" presName="sibTrans" presStyleCnt="0"/>
      <dgm:spPr/>
    </dgm:pt>
    <dgm:pt modelId="{AC62DD2A-8107-4208-BF4D-082678A3639C}" type="pres">
      <dgm:prSet presAssocID="{C6241699-1AFE-40D9-B25C-7B6F7365DD20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C3D0D338-3F26-472A-9E88-949E1CA0F789}" type="presOf" srcId="{87472F3F-F824-47A3-A2DD-9B57EBCBE5EC}" destId="{B0531B96-671C-4ECB-9FB7-0C24AF3AE647}" srcOrd="0" destOrd="0" presId="urn:microsoft.com/office/officeart/2005/8/layout/hProcess9"/>
    <dgm:cxn modelId="{A62DB951-761E-9F47-9995-BE45C8B1651D}" type="presOf" srcId="{0B571A53-91A3-8A4B-ADE1-D3CF16E23B0F}" destId="{6E667A3D-D402-EB4E-844C-8793BB6B4150}" srcOrd="0" destOrd="0" presId="urn:microsoft.com/office/officeart/2005/8/layout/hProcess9"/>
    <dgm:cxn modelId="{F9C7E569-1287-4E9D-A19A-93AFE939FA45}" srcId="{87472F3F-F824-47A3-A2DD-9B57EBCBE5EC}" destId="{C6241699-1AFE-40D9-B25C-7B6F7365DD20}" srcOrd="3" destOrd="0" parTransId="{0A7F2FD5-221C-4500-B4AD-8F991FAF8D1A}" sibTransId="{E7E7F6D8-45D4-443E-95CF-4BA796ADF11B}"/>
    <dgm:cxn modelId="{658ACF71-01EB-8743-A604-E0EEE5555B36}" type="presOf" srcId="{D1BA8AEA-6431-4E71-A3E1-13DB9CB2BE91}" destId="{76BF342E-5150-4955-9E5F-9C2D4F0C8091}" srcOrd="0" destOrd="0" presId="urn:microsoft.com/office/officeart/2005/8/layout/hProcess9"/>
    <dgm:cxn modelId="{C1DA297A-3E94-45B5-A021-BEDA0D7A308B}" srcId="{87472F3F-F824-47A3-A2DD-9B57EBCBE5EC}" destId="{525A8C01-F369-4E2D-98DF-BA22342159B7}" srcOrd="2" destOrd="0" parTransId="{59C20557-CA3F-4C9D-A22B-73B910C543D9}" sibTransId="{D9FA1D45-2FBA-438B-8656-464F06F50AB3}"/>
    <dgm:cxn modelId="{AB5A2088-8436-8C4A-B2CF-5F806ACE6BAA}" type="presOf" srcId="{C6241699-1AFE-40D9-B25C-7B6F7365DD20}" destId="{AC62DD2A-8107-4208-BF4D-082678A3639C}" srcOrd="0" destOrd="0" presId="urn:microsoft.com/office/officeart/2005/8/layout/hProcess9"/>
    <dgm:cxn modelId="{8A85B68C-1226-B240-B3C2-B78AACED5760}" type="presOf" srcId="{525A8C01-F369-4E2D-98DF-BA22342159B7}" destId="{6872C086-D6F4-4F4A-BA49-D41B93D316BD}" srcOrd="0" destOrd="0" presId="urn:microsoft.com/office/officeart/2005/8/layout/hProcess9"/>
    <dgm:cxn modelId="{90C24E90-562B-D84F-AF95-DA8081AB42B9}" srcId="{87472F3F-F824-47A3-A2DD-9B57EBCBE5EC}" destId="{0B571A53-91A3-8A4B-ADE1-D3CF16E23B0F}" srcOrd="0" destOrd="0" parTransId="{725EFBA9-100F-9F44-A82A-4191DE4B28DF}" sibTransId="{554DA3D7-B828-9142-86F9-2F599A66CCFF}"/>
    <dgm:cxn modelId="{6553CBB3-BB98-4554-A576-1AA112BED71D}" srcId="{87472F3F-F824-47A3-A2DD-9B57EBCBE5EC}" destId="{D1BA8AEA-6431-4E71-A3E1-13DB9CB2BE91}" srcOrd="1" destOrd="0" parTransId="{B814BD71-9C1E-4E12-8AD4-B9D31B7147B3}" sibTransId="{7B955B55-CC7E-4992-ADCF-993D9EE4BE63}"/>
    <dgm:cxn modelId="{4CAED079-B234-7649-B7A1-2314EB7B483B}" type="presParOf" srcId="{B0531B96-671C-4ECB-9FB7-0C24AF3AE647}" destId="{D27B59FE-EA82-4528-BFE1-8DD2310F9A4D}" srcOrd="0" destOrd="0" presId="urn:microsoft.com/office/officeart/2005/8/layout/hProcess9"/>
    <dgm:cxn modelId="{F64A841C-32EF-3349-AC42-35C0EC7C05E2}" type="presParOf" srcId="{B0531B96-671C-4ECB-9FB7-0C24AF3AE647}" destId="{A3C4F375-7647-44A0-80D5-A22F0C47AE31}" srcOrd="1" destOrd="0" presId="urn:microsoft.com/office/officeart/2005/8/layout/hProcess9"/>
    <dgm:cxn modelId="{9706033A-20E4-A94E-AACE-24DBDBD041D8}" type="presParOf" srcId="{A3C4F375-7647-44A0-80D5-A22F0C47AE31}" destId="{6E667A3D-D402-EB4E-844C-8793BB6B4150}" srcOrd="0" destOrd="0" presId="urn:microsoft.com/office/officeart/2005/8/layout/hProcess9"/>
    <dgm:cxn modelId="{499C8BD7-464D-BC4F-91B2-9C5C7FE14B14}" type="presParOf" srcId="{A3C4F375-7647-44A0-80D5-A22F0C47AE31}" destId="{5E642987-7B31-3C4F-93B3-F4B6206BC5D7}" srcOrd="1" destOrd="0" presId="urn:microsoft.com/office/officeart/2005/8/layout/hProcess9"/>
    <dgm:cxn modelId="{97630489-590C-5D4B-A6EF-DD1D77AEFBFE}" type="presParOf" srcId="{A3C4F375-7647-44A0-80D5-A22F0C47AE31}" destId="{76BF342E-5150-4955-9E5F-9C2D4F0C8091}" srcOrd="2" destOrd="0" presId="urn:microsoft.com/office/officeart/2005/8/layout/hProcess9"/>
    <dgm:cxn modelId="{59DD2325-6EC5-314A-A496-C0DA1BD27D49}" type="presParOf" srcId="{A3C4F375-7647-44A0-80D5-A22F0C47AE31}" destId="{0C8B03B6-8990-4300-B4D8-F2206920B994}" srcOrd="3" destOrd="0" presId="urn:microsoft.com/office/officeart/2005/8/layout/hProcess9"/>
    <dgm:cxn modelId="{9C4F0AB4-4DE2-394A-945E-96CA86DD2983}" type="presParOf" srcId="{A3C4F375-7647-44A0-80D5-A22F0C47AE31}" destId="{6872C086-D6F4-4F4A-BA49-D41B93D316BD}" srcOrd="4" destOrd="0" presId="urn:microsoft.com/office/officeart/2005/8/layout/hProcess9"/>
    <dgm:cxn modelId="{38B89C5E-0D74-104E-B5C5-886801305DAA}" type="presParOf" srcId="{A3C4F375-7647-44A0-80D5-A22F0C47AE31}" destId="{4212E716-184F-426F-9387-3ED83C7E7C8C}" srcOrd="5" destOrd="0" presId="urn:microsoft.com/office/officeart/2005/8/layout/hProcess9"/>
    <dgm:cxn modelId="{D66771EC-48FE-1849-84D0-BFA88C8FBD66}" type="presParOf" srcId="{A3C4F375-7647-44A0-80D5-A22F0C47AE31}" destId="{AC62DD2A-8107-4208-BF4D-082678A3639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E329E9-4F49-4B13-BED4-3C8D3E99564F}" type="doc">
      <dgm:prSet loTypeId="urn:microsoft.com/office/officeart/2005/8/layout/process1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de-DE"/>
        </a:p>
      </dgm:t>
    </dgm:pt>
    <dgm:pt modelId="{7261B936-7F25-4C58-919F-F8872D7CAA2B}">
      <dgm:prSet/>
      <dgm:spPr/>
      <dgm:t>
        <a:bodyPr/>
        <a:lstStyle/>
        <a:p>
          <a:r>
            <a:rPr lang="de-DE"/>
            <a:t>AI-Integration</a:t>
          </a:r>
        </a:p>
      </dgm:t>
    </dgm:pt>
    <dgm:pt modelId="{9D087509-20C6-4E90-8796-A2802EF0E2D7}" type="parTrans" cxnId="{7C5AB2D7-8CB7-4A6A-B236-2018719FE86F}">
      <dgm:prSet/>
      <dgm:spPr/>
      <dgm:t>
        <a:bodyPr/>
        <a:lstStyle/>
        <a:p>
          <a:endParaRPr lang="de-DE"/>
        </a:p>
      </dgm:t>
    </dgm:pt>
    <dgm:pt modelId="{3B78ED60-BCD3-492C-9EF8-BF48573D6235}" type="sibTrans" cxnId="{7C5AB2D7-8CB7-4A6A-B236-2018719FE86F}">
      <dgm:prSet/>
      <dgm:spPr/>
      <dgm:t>
        <a:bodyPr/>
        <a:lstStyle/>
        <a:p>
          <a:endParaRPr lang="de-DE"/>
        </a:p>
      </dgm:t>
    </dgm:pt>
    <dgm:pt modelId="{5CD4ADCE-9908-49E3-8961-5481D8552D60}">
      <dgm:prSet/>
      <dgm:spPr/>
      <dgm:t>
        <a:bodyPr/>
        <a:lstStyle/>
        <a:p>
          <a:r>
            <a:rPr lang="de-DE"/>
            <a:t>CI/CD Integration</a:t>
          </a:r>
        </a:p>
      </dgm:t>
    </dgm:pt>
    <dgm:pt modelId="{FC66D5F7-05CE-44CB-AFFD-E68E55044407}" type="parTrans" cxnId="{56E44786-29C5-45C7-ACAE-2B66598B6A5A}">
      <dgm:prSet/>
      <dgm:spPr/>
      <dgm:t>
        <a:bodyPr/>
        <a:lstStyle/>
        <a:p>
          <a:endParaRPr lang="de-DE"/>
        </a:p>
      </dgm:t>
    </dgm:pt>
    <dgm:pt modelId="{1F180511-ACC5-42BD-AA7F-FEE6FEF1B395}" type="sibTrans" cxnId="{56E44786-29C5-45C7-ACAE-2B66598B6A5A}">
      <dgm:prSet/>
      <dgm:spPr/>
      <dgm:t>
        <a:bodyPr/>
        <a:lstStyle/>
        <a:p>
          <a:endParaRPr lang="de-DE"/>
        </a:p>
      </dgm:t>
    </dgm:pt>
    <dgm:pt modelId="{635A713C-4583-4523-9249-06653BCA41D8}">
      <dgm:prSet/>
      <dgm:spPr/>
      <dgm:t>
        <a:bodyPr/>
        <a:lstStyle/>
        <a:p>
          <a:r>
            <a:rPr lang="de-DE"/>
            <a:t>Artifact Generation</a:t>
          </a:r>
        </a:p>
      </dgm:t>
    </dgm:pt>
    <dgm:pt modelId="{973F930B-846A-433B-8929-D25CF8299EC7}" type="parTrans" cxnId="{37959496-04BD-4A99-8FF6-329CF8DC11DE}">
      <dgm:prSet/>
      <dgm:spPr/>
      <dgm:t>
        <a:bodyPr/>
        <a:lstStyle/>
        <a:p>
          <a:endParaRPr lang="de-DE"/>
        </a:p>
      </dgm:t>
    </dgm:pt>
    <dgm:pt modelId="{76204969-66A0-4FC9-87BB-5E02BF05883A}" type="sibTrans" cxnId="{37959496-04BD-4A99-8FF6-329CF8DC11DE}">
      <dgm:prSet/>
      <dgm:spPr/>
      <dgm:t>
        <a:bodyPr/>
        <a:lstStyle/>
        <a:p>
          <a:endParaRPr lang="de-DE"/>
        </a:p>
      </dgm:t>
    </dgm:pt>
    <dgm:pt modelId="{52EE39C9-7AAA-460C-A2AC-AD285616AC45}">
      <dgm:prSet/>
      <dgm:spPr/>
      <dgm:t>
        <a:bodyPr/>
        <a:lstStyle/>
        <a:p>
          <a:r>
            <a:rPr lang="de-DE"/>
            <a:t>Documentation</a:t>
          </a:r>
        </a:p>
      </dgm:t>
    </dgm:pt>
    <dgm:pt modelId="{905F13FB-0F84-4F00-9D69-217C66C02F97}" type="parTrans" cxnId="{21FF97A6-9993-46AD-9632-39E34D601DD2}">
      <dgm:prSet/>
      <dgm:spPr/>
      <dgm:t>
        <a:bodyPr/>
        <a:lstStyle/>
        <a:p>
          <a:endParaRPr lang="de-DE"/>
        </a:p>
      </dgm:t>
    </dgm:pt>
    <dgm:pt modelId="{7C1E574A-77A1-43D4-AF73-F04445C00966}" type="sibTrans" cxnId="{21FF97A6-9993-46AD-9632-39E34D601DD2}">
      <dgm:prSet/>
      <dgm:spPr/>
      <dgm:t>
        <a:bodyPr/>
        <a:lstStyle/>
        <a:p>
          <a:endParaRPr lang="de-DE"/>
        </a:p>
      </dgm:t>
    </dgm:pt>
    <dgm:pt modelId="{BC262C48-DC54-4AF3-B365-79830BEA02AB}">
      <dgm:prSet/>
      <dgm:spPr/>
      <dgm:t>
        <a:bodyPr/>
        <a:lstStyle/>
        <a:p>
          <a:r>
            <a:rPr lang="de-DE"/>
            <a:t>White box Fuzzing</a:t>
          </a:r>
        </a:p>
      </dgm:t>
    </dgm:pt>
    <dgm:pt modelId="{F52D1140-DCB9-46E6-BF6E-A9FBA3DAFE8E}" type="parTrans" cxnId="{C341FC88-9238-45B8-9C70-6CF6DAF9039C}">
      <dgm:prSet/>
      <dgm:spPr/>
      <dgm:t>
        <a:bodyPr/>
        <a:lstStyle/>
        <a:p>
          <a:endParaRPr lang="de-DE"/>
        </a:p>
      </dgm:t>
    </dgm:pt>
    <dgm:pt modelId="{3FAF87E0-074A-4A69-8B49-656B4E1C9CB2}" type="sibTrans" cxnId="{C341FC88-9238-45B8-9C70-6CF6DAF9039C}">
      <dgm:prSet/>
      <dgm:spPr/>
      <dgm:t>
        <a:bodyPr/>
        <a:lstStyle/>
        <a:p>
          <a:endParaRPr lang="de-DE"/>
        </a:p>
      </dgm:t>
    </dgm:pt>
    <dgm:pt modelId="{24D93D33-185A-4FCD-9D20-448145D77B05}">
      <dgm:prSet/>
      <dgm:spPr/>
      <dgm:t>
        <a:bodyPr/>
        <a:lstStyle/>
        <a:p>
          <a:r>
            <a:rPr lang="de-DE" dirty="0"/>
            <a:t>Analysis and Evaluation</a:t>
          </a:r>
        </a:p>
      </dgm:t>
    </dgm:pt>
    <dgm:pt modelId="{5599CBC8-6025-46AC-8039-E7172302183E}" type="parTrans" cxnId="{CF66EE69-9ABC-4C81-BFCB-4145039B375C}">
      <dgm:prSet/>
      <dgm:spPr/>
      <dgm:t>
        <a:bodyPr/>
        <a:lstStyle/>
        <a:p>
          <a:endParaRPr lang="de-DE"/>
        </a:p>
      </dgm:t>
    </dgm:pt>
    <dgm:pt modelId="{4B10FE27-3E8B-4AF2-9C1F-9CC72EDEF4E6}" type="sibTrans" cxnId="{CF66EE69-9ABC-4C81-BFCB-4145039B375C}">
      <dgm:prSet/>
      <dgm:spPr/>
      <dgm:t>
        <a:bodyPr/>
        <a:lstStyle/>
        <a:p>
          <a:endParaRPr lang="de-DE"/>
        </a:p>
      </dgm:t>
    </dgm:pt>
    <dgm:pt modelId="{1559ECEE-7BFA-452F-8CBB-2C5BE1965A1E}" type="pres">
      <dgm:prSet presAssocID="{0DE329E9-4F49-4B13-BED4-3C8D3E99564F}" presName="Name0" presStyleCnt="0">
        <dgm:presLayoutVars>
          <dgm:dir/>
          <dgm:resizeHandles val="exact"/>
        </dgm:presLayoutVars>
      </dgm:prSet>
      <dgm:spPr/>
    </dgm:pt>
    <dgm:pt modelId="{C10DD8CB-A3F0-49CA-928C-6E0E0742D899}" type="pres">
      <dgm:prSet presAssocID="{BC262C48-DC54-4AF3-B365-79830BEA02AB}" presName="node" presStyleLbl="node1" presStyleIdx="0" presStyleCnt="6">
        <dgm:presLayoutVars>
          <dgm:bulletEnabled val="1"/>
        </dgm:presLayoutVars>
      </dgm:prSet>
      <dgm:spPr/>
    </dgm:pt>
    <dgm:pt modelId="{E064BF05-B52B-43E5-8FC1-DB28672790DF}" type="pres">
      <dgm:prSet presAssocID="{3FAF87E0-074A-4A69-8B49-656B4E1C9CB2}" presName="sibTrans" presStyleLbl="sibTrans2D1" presStyleIdx="0" presStyleCnt="5"/>
      <dgm:spPr/>
    </dgm:pt>
    <dgm:pt modelId="{B93691E7-21FC-48FA-8B9C-C3EE644ACCAB}" type="pres">
      <dgm:prSet presAssocID="{3FAF87E0-074A-4A69-8B49-656B4E1C9CB2}" presName="connectorText" presStyleLbl="sibTrans2D1" presStyleIdx="0" presStyleCnt="5"/>
      <dgm:spPr/>
    </dgm:pt>
    <dgm:pt modelId="{B6DEEDF3-8E93-4FE9-8949-12AC4A7C6599}" type="pres">
      <dgm:prSet presAssocID="{7261B936-7F25-4C58-919F-F8872D7CAA2B}" presName="node" presStyleLbl="node1" presStyleIdx="1" presStyleCnt="6">
        <dgm:presLayoutVars>
          <dgm:bulletEnabled val="1"/>
        </dgm:presLayoutVars>
      </dgm:prSet>
      <dgm:spPr/>
    </dgm:pt>
    <dgm:pt modelId="{C58C9B2C-B5BF-4B6C-8F9F-54681B42EE46}" type="pres">
      <dgm:prSet presAssocID="{3B78ED60-BCD3-492C-9EF8-BF48573D6235}" presName="sibTrans" presStyleLbl="sibTrans2D1" presStyleIdx="1" presStyleCnt="5"/>
      <dgm:spPr/>
    </dgm:pt>
    <dgm:pt modelId="{607A532C-CEC6-4A20-847C-5E04F7AF1CC9}" type="pres">
      <dgm:prSet presAssocID="{3B78ED60-BCD3-492C-9EF8-BF48573D6235}" presName="connectorText" presStyleLbl="sibTrans2D1" presStyleIdx="1" presStyleCnt="5"/>
      <dgm:spPr/>
    </dgm:pt>
    <dgm:pt modelId="{6BEE1703-9782-4962-909B-DC37CA99CE82}" type="pres">
      <dgm:prSet presAssocID="{24D93D33-185A-4FCD-9D20-448145D77B05}" presName="node" presStyleLbl="node1" presStyleIdx="2" presStyleCnt="6">
        <dgm:presLayoutVars>
          <dgm:bulletEnabled val="1"/>
        </dgm:presLayoutVars>
      </dgm:prSet>
      <dgm:spPr/>
    </dgm:pt>
    <dgm:pt modelId="{6B78D792-C287-4DC7-B463-86A19DAD3E78}" type="pres">
      <dgm:prSet presAssocID="{4B10FE27-3E8B-4AF2-9C1F-9CC72EDEF4E6}" presName="sibTrans" presStyleLbl="sibTrans2D1" presStyleIdx="2" presStyleCnt="5"/>
      <dgm:spPr/>
    </dgm:pt>
    <dgm:pt modelId="{FA999015-9D0E-4A19-93E8-4C3222C242F5}" type="pres">
      <dgm:prSet presAssocID="{4B10FE27-3E8B-4AF2-9C1F-9CC72EDEF4E6}" presName="connectorText" presStyleLbl="sibTrans2D1" presStyleIdx="2" presStyleCnt="5"/>
      <dgm:spPr/>
    </dgm:pt>
    <dgm:pt modelId="{ED470518-6134-477D-92DE-CF1DFE14D9CF}" type="pres">
      <dgm:prSet presAssocID="{5CD4ADCE-9908-49E3-8961-5481D8552D60}" presName="node" presStyleLbl="node1" presStyleIdx="3" presStyleCnt="6">
        <dgm:presLayoutVars>
          <dgm:bulletEnabled val="1"/>
        </dgm:presLayoutVars>
      </dgm:prSet>
      <dgm:spPr/>
    </dgm:pt>
    <dgm:pt modelId="{D45DE0BE-41A3-41A0-9BF6-CE1EC0ACFCC2}" type="pres">
      <dgm:prSet presAssocID="{1F180511-ACC5-42BD-AA7F-FEE6FEF1B395}" presName="sibTrans" presStyleLbl="sibTrans2D1" presStyleIdx="3" presStyleCnt="5"/>
      <dgm:spPr/>
    </dgm:pt>
    <dgm:pt modelId="{9426B0F6-8085-4D2C-96A1-622666A381FE}" type="pres">
      <dgm:prSet presAssocID="{1F180511-ACC5-42BD-AA7F-FEE6FEF1B395}" presName="connectorText" presStyleLbl="sibTrans2D1" presStyleIdx="3" presStyleCnt="5"/>
      <dgm:spPr/>
    </dgm:pt>
    <dgm:pt modelId="{E0068A07-AAE5-4DB2-A24C-16F76B7BE00C}" type="pres">
      <dgm:prSet presAssocID="{635A713C-4583-4523-9249-06653BCA41D8}" presName="node" presStyleLbl="node1" presStyleIdx="4" presStyleCnt="6">
        <dgm:presLayoutVars>
          <dgm:bulletEnabled val="1"/>
        </dgm:presLayoutVars>
      </dgm:prSet>
      <dgm:spPr/>
    </dgm:pt>
    <dgm:pt modelId="{E5F55175-7A8A-4F99-B240-792025252389}" type="pres">
      <dgm:prSet presAssocID="{76204969-66A0-4FC9-87BB-5E02BF05883A}" presName="sibTrans" presStyleLbl="sibTrans2D1" presStyleIdx="4" presStyleCnt="5"/>
      <dgm:spPr/>
    </dgm:pt>
    <dgm:pt modelId="{C54F31CE-CB07-4552-977C-533562A8B9D6}" type="pres">
      <dgm:prSet presAssocID="{76204969-66A0-4FC9-87BB-5E02BF05883A}" presName="connectorText" presStyleLbl="sibTrans2D1" presStyleIdx="4" presStyleCnt="5"/>
      <dgm:spPr/>
    </dgm:pt>
    <dgm:pt modelId="{E71EA13A-DDD5-4C8A-A537-1854410439FA}" type="pres">
      <dgm:prSet presAssocID="{52EE39C9-7AAA-460C-A2AC-AD285616AC45}" presName="node" presStyleLbl="node1" presStyleIdx="5" presStyleCnt="6">
        <dgm:presLayoutVars>
          <dgm:bulletEnabled val="1"/>
        </dgm:presLayoutVars>
      </dgm:prSet>
      <dgm:spPr/>
    </dgm:pt>
  </dgm:ptLst>
  <dgm:cxnLst>
    <dgm:cxn modelId="{6B3EC909-7F8B-4E21-A80A-24A28180B668}" type="presOf" srcId="{1F180511-ACC5-42BD-AA7F-FEE6FEF1B395}" destId="{D45DE0BE-41A3-41A0-9BF6-CE1EC0ACFCC2}" srcOrd="0" destOrd="0" presId="urn:microsoft.com/office/officeart/2005/8/layout/process1"/>
    <dgm:cxn modelId="{4B31E209-6736-4F3C-BA5A-6FE82A3A64B0}" type="presOf" srcId="{5CD4ADCE-9908-49E3-8961-5481D8552D60}" destId="{ED470518-6134-477D-92DE-CF1DFE14D9CF}" srcOrd="0" destOrd="0" presId="urn:microsoft.com/office/officeart/2005/8/layout/process1"/>
    <dgm:cxn modelId="{2A45B00B-A052-45A7-ACD6-2131D4DB191E}" type="presOf" srcId="{52EE39C9-7AAA-460C-A2AC-AD285616AC45}" destId="{E71EA13A-DDD5-4C8A-A537-1854410439FA}" srcOrd="0" destOrd="0" presId="urn:microsoft.com/office/officeart/2005/8/layout/process1"/>
    <dgm:cxn modelId="{BB1CA91F-F4DC-458B-B820-60368E02C5E3}" type="presOf" srcId="{3B78ED60-BCD3-492C-9EF8-BF48573D6235}" destId="{C58C9B2C-B5BF-4B6C-8F9F-54681B42EE46}" srcOrd="0" destOrd="0" presId="urn:microsoft.com/office/officeart/2005/8/layout/process1"/>
    <dgm:cxn modelId="{A1D5CD21-01A2-4398-80D0-2C74C1F5A920}" type="presOf" srcId="{4B10FE27-3E8B-4AF2-9C1F-9CC72EDEF4E6}" destId="{6B78D792-C287-4DC7-B463-86A19DAD3E78}" srcOrd="0" destOrd="0" presId="urn:microsoft.com/office/officeart/2005/8/layout/process1"/>
    <dgm:cxn modelId="{06E07D52-441E-473C-A33B-EE9B5C76991D}" type="presOf" srcId="{76204969-66A0-4FC9-87BB-5E02BF05883A}" destId="{C54F31CE-CB07-4552-977C-533562A8B9D6}" srcOrd="1" destOrd="0" presId="urn:microsoft.com/office/officeart/2005/8/layout/process1"/>
    <dgm:cxn modelId="{60AA7A54-8506-47A4-B115-A4FF812176E5}" type="presOf" srcId="{0DE329E9-4F49-4B13-BED4-3C8D3E99564F}" destId="{1559ECEE-7BFA-452F-8CBB-2C5BE1965A1E}" srcOrd="0" destOrd="0" presId="urn:microsoft.com/office/officeart/2005/8/layout/process1"/>
    <dgm:cxn modelId="{E8C91F65-1ED0-4BFF-9D1D-E0ADA8FE6E6E}" type="presOf" srcId="{3FAF87E0-074A-4A69-8B49-656B4E1C9CB2}" destId="{E064BF05-B52B-43E5-8FC1-DB28672790DF}" srcOrd="0" destOrd="0" presId="urn:microsoft.com/office/officeart/2005/8/layout/process1"/>
    <dgm:cxn modelId="{CF66EE69-9ABC-4C81-BFCB-4145039B375C}" srcId="{0DE329E9-4F49-4B13-BED4-3C8D3E99564F}" destId="{24D93D33-185A-4FCD-9D20-448145D77B05}" srcOrd="2" destOrd="0" parTransId="{5599CBC8-6025-46AC-8039-E7172302183E}" sibTransId="{4B10FE27-3E8B-4AF2-9C1F-9CC72EDEF4E6}"/>
    <dgm:cxn modelId="{9E4A9079-CB0E-4736-B5DB-AA3698B88DD1}" type="presOf" srcId="{76204969-66A0-4FC9-87BB-5E02BF05883A}" destId="{E5F55175-7A8A-4F99-B240-792025252389}" srcOrd="0" destOrd="0" presId="urn:microsoft.com/office/officeart/2005/8/layout/process1"/>
    <dgm:cxn modelId="{670CA984-5795-4636-9CF9-D41F03337D76}" type="presOf" srcId="{635A713C-4583-4523-9249-06653BCA41D8}" destId="{E0068A07-AAE5-4DB2-A24C-16F76B7BE00C}" srcOrd="0" destOrd="0" presId="urn:microsoft.com/office/officeart/2005/8/layout/process1"/>
    <dgm:cxn modelId="{56E44786-29C5-45C7-ACAE-2B66598B6A5A}" srcId="{0DE329E9-4F49-4B13-BED4-3C8D3E99564F}" destId="{5CD4ADCE-9908-49E3-8961-5481D8552D60}" srcOrd="3" destOrd="0" parTransId="{FC66D5F7-05CE-44CB-AFFD-E68E55044407}" sibTransId="{1F180511-ACC5-42BD-AA7F-FEE6FEF1B395}"/>
    <dgm:cxn modelId="{C341FC88-9238-45B8-9C70-6CF6DAF9039C}" srcId="{0DE329E9-4F49-4B13-BED4-3C8D3E99564F}" destId="{BC262C48-DC54-4AF3-B365-79830BEA02AB}" srcOrd="0" destOrd="0" parTransId="{F52D1140-DCB9-46E6-BF6E-A9FBA3DAFE8E}" sibTransId="{3FAF87E0-074A-4A69-8B49-656B4E1C9CB2}"/>
    <dgm:cxn modelId="{FFB2D490-2EF8-41C7-B6C6-AAA9F99876DB}" type="presOf" srcId="{24D93D33-185A-4FCD-9D20-448145D77B05}" destId="{6BEE1703-9782-4962-909B-DC37CA99CE82}" srcOrd="0" destOrd="0" presId="urn:microsoft.com/office/officeart/2005/8/layout/process1"/>
    <dgm:cxn modelId="{37959496-04BD-4A99-8FF6-329CF8DC11DE}" srcId="{0DE329E9-4F49-4B13-BED4-3C8D3E99564F}" destId="{635A713C-4583-4523-9249-06653BCA41D8}" srcOrd="4" destOrd="0" parTransId="{973F930B-846A-433B-8929-D25CF8299EC7}" sibTransId="{76204969-66A0-4FC9-87BB-5E02BF05883A}"/>
    <dgm:cxn modelId="{21FF97A6-9993-46AD-9632-39E34D601DD2}" srcId="{0DE329E9-4F49-4B13-BED4-3C8D3E99564F}" destId="{52EE39C9-7AAA-460C-A2AC-AD285616AC45}" srcOrd="5" destOrd="0" parTransId="{905F13FB-0F84-4F00-9D69-217C66C02F97}" sibTransId="{7C1E574A-77A1-43D4-AF73-F04445C00966}"/>
    <dgm:cxn modelId="{865C29C1-22D1-4A7A-90F2-FFBF045A2216}" type="presOf" srcId="{3B78ED60-BCD3-492C-9EF8-BF48573D6235}" destId="{607A532C-CEC6-4A20-847C-5E04F7AF1CC9}" srcOrd="1" destOrd="0" presId="urn:microsoft.com/office/officeart/2005/8/layout/process1"/>
    <dgm:cxn modelId="{5C5343C7-1331-431A-A4BC-598AAA146962}" type="presOf" srcId="{3FAF87E0-074A-4A69-8B49-656B4E1C9CB2}" destId="{B93691E7-21FC-48FA-8B9C-C3EE644ACCAB}" srcOrd="1" destOrd="0" presId="urn:microsoft.com/office/officeart/2005/8/layout/process1"/>
    <dgm:cxn modelId="{282112D7-48CB-4D86-B443-5B50C0DC3FBD}" type="presOf" srcId="{BC262C48-DC54-4AF3-B365-79830BEA02AB}" destId="{C10DD8CB-A3F0-49CA-928C-6E0E0742D899}" srcOrd="0" destOrd="0" presId="urn:microsoft.com/office/officeart/2005/8/layout/process1"/>
    <dgm:cxn modelId="{7C5AB2D7-8CB7-4A6A-B236-2018719FE86F}" srcId="{0DE329E9-4F49-4B13-BED4-3C8D3E99564F}" destId="{7261B936-7F25-4C58-919F-F8872D7CAA2B}" srcOrd="1" destOrd="0" parTransId="{9D087509-20C6-4E90-8796-A2802EF0E2D7}" sibTransId="{3B78ED60-BCD3-492C-9EF8-BF48573D6235}"/>
    <dgm:cxn modelId="{038F15E7-F73E-4094-A69F-640EC30FA5A4}" type="presOf" srcId="{4B10FE27-3E8B-4AF2-9C1F-9CC72EDEF4E6}" destId="{FA999015-9D0E-4A19-93E8-4C3222C242F5}" srcOrd="1" destOrd="0" presId="urn:microsoft.com/office/officeart/2005/8/layout/process1"/>
    <dgm:cxn modelId="{53E3A0EB-BFD2-4049-80AD-E160701A9F87}" type="presOf" srcId="{7261B936-7F25-4C58-919F-F8872D7CAA2B}" destId="{B6DEEDF3-8E93-4FE9-8949-12AC4A7C6599}" srcOrd="0" destOrd="0" presId="urn:microsoft.com/office/officeart/2005/8/layout/process1"/>
    <dgm:cxn modelId="{C28B91FC-9459-437D-B012-D68C393C7C83}" type="presOf" srcId="{1F180511-ACC5-42BD-AA7F-FEE6FEF1B395}" destId="{9426B0F6-8085-4D2C-96A1-622666A381FE}" srcOrd="1" destOrd="0" presId="urn:microsoft.com/office/officeart/2005/8/layout/process1"/>
    <dgm:cxn modelId="{3AD01C91-5B6E-462E-A30C-3360F62867E3}" type="presParOf" srcId="{1559ECEE-7BFA-452F-8CBB-2C5BE1965A1E}" destId="{C10DD8CB-A3F0-49CA-928C-6E0E0742D899}" srcOrd="0" destOrd="0" presId="urn:microsoft.com/office/officeart/2005/8/layout/process1"/>
    <dgm:cxn modelId="{81BF7FB0-7B5C-4DE5-8CF2-395CA147B986}" type="presParOf" srcId="{1559ECEE-7BFA-452F-8CBB-2C5BE1965A1E}" destId="{E064BF05-B52B-43E5-8FC1-DB28672790DF}" srcOrd="1" destOrd="0" presId="urn:microsoft.com/office/officeart/2005/8/layout/process1"/>
    <dgm:cxn modelId="{2384F783-067C-4EED-B648-39E3DA8D8A98}" type="presParOf" srcId="{E064BF05-B52B-43E5-8FC1-DB28672790DF}" destId="{B93691E7-21FC-48FA-8B9C-C3EE644ACCAB}" srcOrd="0" destOrd="0" presId="urn:microsoft.com/office/officeart/2005/8/layout/process1"/>
    <dgm:cxn modelId="{BACA6ACC-B3B0-45FE-870E-4D13653BE221}" type="presParOf" srcId="{1559ECEE-7BFA-452F-8CBB-2C5BE1965A1E}" destId="{B6DEEDF3-8E93-4FE9-8949-12AC4A7C6599}" srcOrd="2" destOrd="0" presId="urn:microsoft.com/office/officeart/2005/8/layout/process1"/>
    <dgm:cxn modelId="{B952BA21-4D25-4B75-9EA7-E7473A1DC161}" type="presParOf" srcId="{1559ECEE-7BFA-452F-8CBB-2C5BE1965A1E}" destId="{C58C9B2C-B5BF-4B6C-8F9F-54681B42EE46}" srcOrd="3" destOrd="0" presId="urn:microsoft.com/office/officeart/2005/8/layout/process1"/>
    <dgm:cxn modelId="{E21B03B8-CE93-4CEE-9B6C-36236BEFA254}" type="presParOf" srcId="{C58C9B2C-B5BF-4B6C-8F9F-54681B42EE46}" destId="{607A532C-CEC6-4A20-847C-5E04F7AF1CC9}" srcOrd="0" destOrd="0" presId="urn:microsoft.com/office/officeart/2005/8/layout/process1"/>
    <dgm:cxn modelId="{1BCBA9E5-26F0-4DBB-BED8-D4ADA85F96F8}" type="presParOf" srcId="{1559ECEE-7BFA-452F-8CBB-2C5BE1965A1E}" destId="{6BEE1703-9782-4962-909B-DC37CA99CE82}" srcOrd="4" destOrd="0" presId="urn:microsoft.com/office/officeart/2005/8/layout/process1"/>
    <dgm:cxn modelId="{65B23231-CE01-4225-905B-DA0E6B257FC5}" type="presParOf" srcId="{1559ECEE-7BFA-452F-8CBB-2C5BE1965A1E}" destId="{6B78D792-C287-4DC7-B463-86A19DAD3E78}" srcOrd="5" destOrd="0" presId="urn:microsoft.com/office/officeart/2005/8/layout/process1"/>
    <dgm:cxn modelId="{7D799482-0AB0-4EDE-8F41-7EC2978A472F}" type="presParOf" srcId="{6B78D792-C287-4DC7-B463-86A19DAD3E78}" destId="{FA999015-9D0E-4A19-93E8-4C3222C242F5}" srcOrd="0" destOrd="0" presId="urn:microsoft.com/office/officeart/2005/8/layout/process1"/>
    <dgm:cxn modelId="{B9928D55-592B-4A6B-8A3C-674B52BE1288}" type="presParOf" srcId="{1559ECEE-7BFA-452F-8CBB-2C5BE1965A1E}" destId="{ED470518-6134-477D-92DE-CF1DFE14D9CF}" srcOrd="6" destOrd="0" presId="urn:microsoft.com/office/officeart/2005/8/layout/process1"/>
    <dgm:cxn modelId="{0079AADD-1E1B-40C5-9E7C-F3F9E5B71106}" type="presParOf" srcId="{1559ECEE-7BFA-452F-8CBB-2C5BE1965A1E}" destId="{D45DE0BE-41A3-41A0-9BF6-CE1EC0ACFCC2}" srcOrd="7" destOrd="0" presId="urn:microsoft.com/office/officeart/2005/8/layout/process1"/>
    <dgm:cxn modelId="{32B51C42-8FF5-4DBE-85B2-B5201DEEC8E1}" type="presParOf" srcId="{D45DE0BE-41A3-41A0-9BF6-CE1EC0ACFCC2}" destId="{9426B0F6-8085-4D2C-96A1-622666A381FE}" srcOrd="0" destOrd="0" presId="urn:microsoft.com/office/officeart/2005/8/layout/process1"/>
    <dgm:cxn modelId="{20D5D39B-A235-4183-B745-46E9DDA6F3C2}" type="presParOf" srcId="{1559ECEE-7BFA-452F-8CBB-2C5BE1965A1E}" destId="{E0068A07-AAE5-4DB2-A24C-16F76B7BE00C}" srcOrd="8" destOrd="0" presId="urn:microsoft.com/office/officeart/2005/8/layout/process1"/>
    <dgm:cxn modelId="{D9AFBC61-52D0-4415-935C-8C8F2329B980}" type="presParOf" srcId="{1559ECEE-7BFA-452F-8CBB-2C5BE1965A1E}" destId="{E5F55175-7A8A-4F99-B240-792025252389}" srcOrd="9" destOrd="0" presId="urn:microsoft.com/office/officeart/2005/8/layout/process1"/>
    <dgm:cxn modelId="{C578D011-779A-451B-9094-9269FBAFC411}" type="presParOf" srcId="{E5F55175-7A8A-4F99-B240-792025252389}" destId="{C54F31CE-CB07-4552-977C-533562A8B9D6}" srcOrd="0" destOrd="0" presId="urn:microsoft.com/office/officeart/2005/8/layout/process1"/>
    <dgm:cxn modelId="{052044F9-7A5C-4357-AB53-83F3901ABF79}" type="presParOf" srcId="{1559ECEE-7BFA-452F-8CBB-2C5BE1965A1E}" destId="{E71EA13A-DDD5-4C8A-A537-1854410439F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 dirty="0" err="1"/>
            <a:t>api</a:t>
          </a:r>
          <a:endParaRPr lang="en-US" dirty="0"/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A9CC8A88-F5AB-604B-8065-C899EA839303}" type="asst">
      <dgm:prSet phldrT="[Text]"/>
      <dgm:spPr/>
      <dgm:t>
        <a:bodyPr/>
        <a:lstStyle/>
        <a:p>
          <a:r>
            <a:rPr lang="en-US" dirty="0"/>
            <a:t>local</a:t>
          </a:r>
        </a:p>
      </dgm:t>
    </dgm:pt>
    <dgm:pt modelId="{D765F274-D749-3A46-B22F-EE789B73ED21}" type="sibTrans" cxnId="{61B10ABC-2C28-4A4E-B04C-24E5EA8B90EC}">
      <dgm:prSet/>
      <dgm:spPr/>
      <dgm:t>
        <a:bodyPr/>
        <a:lstStyle/>
        <a:p>
          <a:endParaRPr lang="en-US"/>
        </a:p>
      </dgm:t>
    </dgm:pt>
    <dgm:pt modelId="{00C13D02-9486-2B40-B1D8-61C3F420AF25}" type="parTrans" cxnId="{61B10ABC-2C28-4A4E-B04C-24E5EA8B90EC}">
      <dgm:prSet/>
      <dgm:spPr/>
      <dgm:t>
        <a:bodyPr/>
        <a:lstStyle/>
        <a:p>
          <a:endParaRPr lang="en-US"/>
        </a:p>
      </dgm:t>
    </dgm:pt>
    <dgm:pt modelId="{EED6B620-F621-4D48-8196-39B6107039D5}">
      <dgm:prSet phldrT="[Text]"/>
      <dgm:spPr/>
      <dgm:t>
        <a:bodyPr/>
        <a:lstStyle/>
        <a:p>
          <a:r>
            <a:rPr lang="en-US" dirty="0"/>
            <a:t>LLMs</a:t>
          </a:r>
        </a:p>
      </dgm:t>
    </dgm:pt>
    <dgm:pt modelId="{08BFBB52-97C9-384C-BE94-56C78C118A7B}" type="sibTrans" cxnId="{5055D7C3-F86A-9548-8ADE-58A223ABD0B4}">
      <dgm:prSet/>
      <dgm:spPr/>
      <dgm:t>
        <a:bodyPr/>
        <a:lstStyle/>
        <a:p>
          <a:endParaRPr lang="en-US"/>
        </a:p>
      </dgm:t>
    </dgm:pt>
    <dgm:pt modelId="{C58CC79E-3EB6-A84D-A6F4-FE7FBFC108CC}" type="parTrans" cxnId="{5055D7C3-F86A-9548-8ADE-58A223ABD0B4}">
      <dgm:prSet/>
      <dgm:spPr/>
      <dgm:t>
        <a:bodyPr/>
        <a:lstStyle/>
        <a:p>
          <a:endParaRPr lang="en-US"/>
        </a:p>
      </dgm:t>
    </dgm:pt>
    <dgm:pt modelId="{44B7352D-A0B5-9244-8069-5A17624B2334}" type="asst">
      <dgm:prSet/>
      <dgm:spPr/>
      <dgm:t>
        <a:bodyPr/>
        <a:lstStyle/>
        <a:p>
          <a:r>
            <a:rPr lang="en-US" dirty="0" err="1"/>
            <a:t>llama.cpp</a:t>
          </a:r>
          <a:endParaRPr lang="en-US" dirty="0"/>
        </a:p>
      </dgm:t>
    </dgm:pt>
    <dgm:pt modelId="{41F88030-639D-2C4B-B5AB-D953D297FB79}" type="parTrans" cxnId="{F0A5E2F6-5939-994B-A6D8-56239D73EFC6}">
      <dgm:prSet/>
      <dgm:spPr/>
      <dgm:t>
        <a:bodyPr/>
        <a:lstStyle/>
        <a:p>
          <a:endParaRPr lang="en-US"/>
        </a:p>
      </dgm:t>
    </dgm:pt>
    <dgm:pt modelId="{551698B0-E2FC-734F-A56D-B4A3C0DF4C66}" type="sibTrans" cxnId="{F0A5E2F6-5939-994B-A6D8-56239D73EFC6}">
      <dgm:prSet/>
      <dgm:spPr/>
      <dgm:t>
        <a:bodyPr/>
        <a:lstStyle/>
        <a:p>
          <a:endParaRPr lang="en-US"/>
        </a:p>
      </dgm:t>
    </dgm:pt>
    <dgm:pt modelId="{149EE9D6-88A7-5F44-BF07-C5E5B98A18C1}" type="asst">
      <dgm:prSet/>
      <dgm:spPr/>
      <dgm:t>
        <a:bodyPr/>
        <a:lstStyle/>
        <a:p>
          <a:r>
            <a:rPr lang="en-US" dirty="0" err="1"/>
            <a:t>ollama</a:t>
          </a:r>
          <a:endParaRPr lang="en-US" dirty="0"/>
        </a:p>
      </dgm:t>
    </dgm:pt>
    <dgm:pt modelId="{182AE657-673F-E448-A57A-F4AB02C3A719}" type="parTrans" cxnId="{DFC8D8A7-6FC7-A94B-8A68-EFC64116E4F0}">
      <dgm:prSet/>
      <dgm:spPr/>
      <dgm:t>
        <a:bodyPr/>
        <a:lstStyle/>
        <a:p>
          <a:endParaRPr lang="en-US"/>
        </a:p>
      </dgm:t>
    </dgm:pt>
    <dgm:pt modelId="{194DF54A-8E9E-EF48-96FD-EA8DCD93A2E3}" type="sibTrans" cxnId="{DFC8D8A7-6FC7-A94B-8A68-EFC64116E4F0}">
      <dgm:prSet/>
      <dgm:spPr/>
      <dgm:t>
        <a:bodyPr/>
        <a:lstStyle/>
        <a:p>
          <a:endParaRPr lang="en-US"/>
        </a:p>
      </dgm:t>
    </dgm:pt>
    <dgm:pt modelId="{41A444D4-8C82-2E44-AE60-7CDB2B82FCB9}" type="asst">
      <dgm:prSet phldrT="[Text]"/>
      <dgm:spPr/>
      <dgm:t>
        <a:bodyPr/>
        <a:lstStyle/>
        <a:p>
          <a:r>
            <a:rPr lang="en-US" dirty="0" err="1"/>
            <a:t>openai</a:t>
          </a:r>
          <a:endParaRPr lang="en-US" dirty="0"/>
        </a:p>
      </dgm:t>
    </dgm:pt>
    <dgm:pt modelId="{D22A4094-E3B8-7F43-82B9-128F95D2E1BC}" type="parTrans" cxnId="{484B01A1-9E03-494B-A2B6-9C249D6DED3D}">
      <dgm:prSet/>
      <dgm:spPr/>
      <dgm:t>
        <a:bodyPr/>
        <a:lstStyle/>
        <a:p>
          <a:endParaRPr lang="en-US"/>
        </a:p>
      </dgm:t>
    </dgm:pt>
    <dgm:pt modelId="{44171222-52E6-5847-8621-75FB0362FA44}" type="sibTrans" cxnId="{484B01A1-9E03-494B-A2B6-9C249D6DED3D}">
      <dgm:prSet/>
      <dgm:spPr/>
      <dgm:t>
        <a:bodyPr/>
        <a:lstStyle/>
        <a:p>
          <a:endParaRPr lang="en-US"/>
        </a:p>
      </dgm:t>
    </dgm:pt>
    <dgm:pt modelId="{B65BE66F-7654-AE41-90A1-CBC5842B1D32}" type="asst">
      <dgm:prSet/>
      <dgm:spPr/>
      <dgm:t>
        <a:bodyPr/>
        <a:lstStyle/>
        <a:p>
          <a:r>
            <a:rPr lang="en-US" dirty="0" err="1"/>
            <a:t>lm</a:t>
          </a:r>
          <a:r>
            <a:rPr lang="en-US" dirty="0"/>
            <a:t> studio</a:t>
          </a:r>
        </a:p>
      </dgm:t>
    </dgm:pt>
    <dgm:pt modelId="{399C84AF-5E73-6946-B509-F17AADF71819}" type="parTrans" cxnId="{F21B978F-BEBE-C542-9498-6F976F6E687F}">
      <dgm:prSet/>
      <dgm:spPr/>
      <dgm:t>
        <a:bodyPr/>
        <a:lstStyle/>
        <a:p>
          <a:endParaRPr lang="en-US"/>
        </a:p>
      </dgm:t>
    </dgm:pt>
    <dgm:pt modelId="{067F5C9B-E9B5-BA4F-B0DD-B8210CE6C655}" type="sibTrans" cxnId="{F21B978F-BEBE-C542-9498-6F976F6E687F}">
      <dgm:prSet/>
      <dgm:spPr/>
      <dgm:t>
        <a:bodyPr/>
        <a:lstStyle/>
        <a:p>
          <a:endParaRPr lang="en-US"/>
        </a:p>
      </dgm:t>
    </dgm:pt>
    <dgm:pt modelId="{7A4B3E37-EDF6-DE49-AC8D-6312E549DE3D}" type="asst">
      <dgm:prSet/>
      <dgm:spPr/>
      <dgm:t>
        <a:bodyPr/>
        <a:lstStyle/>
        <a:p>
          <a:r>
            <a:rPr lang="en-US" dirty="0"/>
            <a:t>custom </a:t>
          </a:r>
          <a:r>
            <a:rPr lang="en-US" dirty="0" err="1"/>
            <a:t>api</a:t>
          </a:r>
          <a:endParaRPr lang="en-US" dirty="0"/>
        </a:p>
      </dgm:t>
    </dgm:pt>
    <dgm:pt modelId="{9DDEFC82-798C-F74F-A42A-EB56290225C5}" type="parTrans" cxnId="{29F81852-6A27-0842-8F24-AEA3A7051A18}">
      <dgm:prSet/>
      <dgm:spPr/>
      <dgm:t>
        <a:bodyPr/>
        <a:lstStyle/>
        <a:p>
          <a:endParaRPr lang="en-US"/>
        </a:p>
      </dgm:t>
    </dgm:pt>
    <dgm:pt modelId="{0739F9F1-1944-3E46-B5F2-FE5B10078AEB}" type="sibTrans" cxnId="{29F81852-6A27-0842-8F24-AEA3A7051A18}">
      <dgm:prSet/>
      <dgm:spPr/>
      <dgm:t>
        <a:bodyPr/>
        <a:lstStyle/>
        <a:p>
          <a:endParaRPr lang="en-US"/>
        </a:p>
      </dgm:t>
    </dgm:pt>
    <dgm:pt modelId="{2AEDB853-1A58-2C40-BDBA-7E811A536CED}" type="asst">
      <dgm:prSet phldrT="[Text]"/>
      <dgm:spPr/>
      <dgm:t>
        <a:bodyPr/>
        <a:lstStyle/>
        <a:p>
          <a:r>
            <a:rPr lang="en-US" dirty="0" err="1"/>
            <a:t>Gpt</a:t>
          </a:r>
          <a:r>
            <a:rPr lang="en-US" dirty="0"/>
            <a:t> - 4o</a:t>
          </a:r>
        </a:p>
      </dgm:t>
    </dgm:pt>
    <dgm:pt modelId="{81ACDF42-0D64-E447-9C71-13238C18C32A}" type="parTrans" cxnId="{70AD9DC9-047C-334A-B41B-AA1C67AFAC49}">
      <dgm:prSet/>
      <dgm:spPr/>
      <dgm:t>
        <a:bodyPr/>
        <a:lstStyle/>
        <a:p>
          <a:endParaRPr lang="en-US"/>
        </a:p>
      </dgm:t>
    </dgm:pt>
    <dgm:pt modelId="{F54779A5-0722-4746-A24F-2477BF18310A}" type="sibTrans" cxnId="{70AD9DC9-047C-334A-B41B-AA1C67AFAC49}">
      <dgm:prSet/>
      <dgm:spPr/>
      <dgm:t>
        <a:bodyPr/>
        <a:lstStyle/>
        <a:p>
          <a:endParaRPr lang="en-US"/>
        </a:p>
      </dgm:t>
    </dgm:pt>
    <dgm:pt modelId="{3E308E82-B52E-1149-A690-CA1A3E0D8A64}" type="asst">
      <dgm:prSet phldrT="[Text]"/>
      <dgm:spPr/>
      <dgm:t>
        <a:bodyPr/>
        <a:lstStyle/>
        <a:p>
          <a:r>
            <a:rPr lang="en-US" dirty="0" err="1"/>
            <a:t>Gpt</a:t>
          </a:r>
          <a:r>
            <a:rPr lang="en-US" dirty="0"/>
            <a:t>  5</a:t>
          </a:r>
        </a:p>
      </dgm:t>
    </dgm:pt>
    <dgm:pt modelId="{8B4EF4B3-A0AC-2D4A-8C9F-EA93572AD7E6}" type="parTrans" cxnId="{3A854716-2809-A247-B294-7E1B0C57C429}">
      <dgm:prSet/>
      <dgm:spPr/>
      <dgm:t>
        <a:bodyPr/>
        <a:lstStyle/>
        <a:p>
          <a:endParaRPr lang="en-US"/>
        </a:p>
      </dgm:t>
    </dgm:pt>
    <dgm:pt modelId="{FF7623AA-EB81-2449-8EBD-85CE41DE147B}" type="sibTrans" cxnId="{3A854716-2809-A247-B294-7E1B0C57C429}">
      <dgm:prSet/>
      <dgm:spPr/>
      <dgm:t>
        <a:bodyPr/>
        <a:lstStyle/>
        <a:p>
          <a:endParaRPr lang="en-US"/>
        </a:p>
      </dgm:t>
    </dgm:pt>
    <dgm:pt modelId="{CA956E28-FB1E-5D44-991F-7450B5774C43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5C1D3D8-049B-0743-BC80-5ADB88158855}" type="pres">
      <dgm:prSet presAssocID="{EED6B620-F621-4D48-8196-39B6107039D5}" presName="hierRoot1" presStyleCnt="0">
        <dgm:presLayoutVars>
          <dgm:hierBranch val="init"/>
        </dgm:presLayoutVars>
      </dgm:prSet>
      <dgm:spPr/>
    </dgm:pt>
    <dgm:pt modelId="{1EDCF5AD-4EC0-2E45-B36E-85D344512D9E}" type="pres">
      <dgm:prSet presAssocID="{EED6B620-F621-4D48-8196-39B6107039D5}" presName="rootComposite1" presStyleCnt="0"/>
      <dgm:spPr/>
    </dgm:pt>
    <dgm:pt modelId="{C7E13034-D3B6-9248-862E-0ED6AEA8400C}" type="pres">
      <dgm:prSet presAssocID="{EED6B620-F621-4D48-8196-39B6107039D5}" presName="rootText1" presStyleLbl="node0" presStyleIdx="0" presStyleCnt="1">
        <dgm:presLayoutVars>
          <dgm:chPref val="3"/>
        </dgm:presLayoutVars>
      </dgm:prSet>
      <dgm:spPr/>
    </dgm:pt>
    <dgm:pt modelId="{69CAF0FC-8BF0-D04C-BBCA-E179F9D1C4B6}" type="pres">
      <dgm:prSet presAssocID="{EED6B620-F621-4D48-8196-39B6107039D5}" presName="rootConnector1" presStyleLbl="node1" presStyleIdx="0" presStyleCnt="0"/>
      <dgm:spPr/>
    </dgm:pt>
    <dgm:pt modelId="{0DED750E-249D-5545-AAD8-478BAEB3ACA6}" type="pres">
      <dgm:prSet presAssocID="{EED6B620-F621-4D48-8196-39B6107039D5}" presName="hierChild2" presStyleCnt="0"/>
      <dgm:spPr/>
    </dgm:pt>
    <dgm:pt modelId="{922C33AA-1E50-0447-AA1D-2190DE391BAA}" type="pres">
      <dgm:prSet presAssocID="{EED6B620-F621-4D48-8196-39B6107039D5}" presName="hierChild3" presStyleCnt="0"/>
      <dgm:spPr/>
    </dgm:pt>
    <dgm:pt modelId="{05060E33-77E4-774F-814B-1BE6D7E9C6BE}" type="pres">
      <dgm:prSet presAssocID="{00C13D02-9486-2B40-B1D8-61C3F420AF25}" presName="Name111" presStyleLbl="parChTrans1D2" presStyleIdx="0" presStyleCnt="2"/>
      <dgm:spPr/>
    </dgm:pt>
    <dgm:pt modelId="{07F34B6F-0A16-B54A-A346-C54236C571C8}" type="pres">
      <dgm:prSet presAssocID="{A9CC8A88-F5AB-604B-8065-C899EA839303}" presName="hierRoot3" presStyleCnt="0">
        <dgm:presLayoutVars>
          <dgm:hierBranch val="init"/>
        </dgm:presLayoutVars>
      </dgm:prSet>
      <dgm:spPr/>
    </dgm:pt>
    <dgm:pt modelId="{A1E3889C-9B21-7C4F-B5A1-5D4A5365E7E3}" type="pres">
      <dgm:prSet presAssocID="{A9CC8A88-F5AB-604B-8065-C899EA839303}" presName="rootComposite3" presStyleCnt="0"/>
      <dgm:spPr/>
    </dgm:pt>
    <dgm:pt modelId="{D1B9B552-2189-0C49-B7E6-0A23FF353FA2}" type="pres">
      <dgm:prSet presAssocID="{A9CC8A88-F5AB-604B-8065-C899EA839303}" presName="rootText3" presStyleLbl="asst1" presStyleIdx="0" presStyleCnt="9">
        <dgm:presLayoutVars>
          <dgm:chPref val="3"/>
        </dgm:presLayoutVars>
      </dgm:prSet>
      <dgm:spPr/>
    </dgm:pt>
    <dgm:pt modelId="{C7CA45AD-939D-3944-8FA5-064D66A4F851}" type="pres">
      <dgm:prSet presAssocID="{A9CC8A88-F5AB-604B-8065-C899EA839303}" presName="rootConnector3" presStyleLbl="asst1" presStyleIdx="0" presStyleCnt="9"/>
      <dgm:spPr/>
    </dgm:pt>
    <dgm:pt modelId="{13366B92-5CF1-2A4E-B699-435D7806306B}" type="pres">
      <dgm:prSet presAssocID="{A9CC8A88-F5AB-604B-8065-C899EA839303}" presName="hierChild6" presStyleCnt="0"/>
      <dgm:spPr/>
    </dgm:pt>
    <dgm:pt modelId="{09571FDB-8DDF-FA49-8CFC-4CFB819045EB}" type="pres">
      <dgm:prSet presAssocID="{A9CC8A88-F5AB-604B-8065-C899EA839303}" presName="hierChild7" presStyleCnt="0"/>
      <dgm:spPr/>
    </dgm:pt>
    <dgm:pt modelId="{A9F82D54-FE45-CA4C-93EC-84E372C4A135}" type="pres">
      <dgm:prSet presAssocID="{41F88030-639D-2C4B-B5AB-D953D297FB79}" presName="Name111" presStyleLbl="parChTrans1D3" presStyleIdx="0" presStyleCnt="5"/>
      <dgm:spPr/>
    </dgm:pt>
    <dgm:pt modelId="{4927A2D5-2CF4-B945-BD8B-5B7090AF7FFB}" type="pres">
      <dgm:prSet presAssocID="{44B7352D-A0B5-9244-8069-5A17624B2334}" presName="hierRoot3" presStyleCnt="0">
        <dgm:presLayoutVars>
          <dgm:hierBranch val="init"/>
        </dgm:presLayoutVars>
      </dgm:prSet>
      <dgm:spPr/>
    </dgm:pt>
    <dgm:pt modelId="{0C7B98BC-3AD7-4F44-ABF1-17955503EE5C}" type="pres">
      <dgm:prSet presAssocID="{44B7352D-A0B5-9244-8069-5A17624B2334}" presName="rootComposite3" presStyleCnt="0"/>
      <dgm:spPr/>
    </dgm:pt>
    <dgm:pt modelId="{3A1CEB19-D4E8-C047-B844-ACC04D53E37E}" type="pres">
      <dgm:prSet presAssocID="{44B7352D-A0B5-9244-8069-5A17624B2334}" presName="rootText3" presStyleLbl="asst1" presStyleIdx="1" presStyleCnt="9">
        <dgm:presLayoutVars>
          <dgm:chPref val="3"/>
        </dgm:presLayoutVars>
      </dgm:prSet>
      <dgm:spPr/>
    </dgm:pt>
    <dgm:pt modelId="{B57409BA-BBE3-5F48-87B3-05F835E66F2F}" type="pres">
      <dgm:prSet presAssocID="{44B7352D-A0B5-9244-8069-5A17624B2334}" presName="rootConnector3" presStyleLbl="asst1" presStyleIdx="1" presStyleCnt="9"/>
      <dgm:spPr/>
    </dgm:pt>
    <dgm:pt modelId="{3C591BC1-A941-5E42-8A18-2F941EC6ED27}" type="pres">
      <dgm:prSet presAssocID="{44B7352D-A0B5-9244-8069-5A17624B2334}" presName="hierChild6" presStyleCnt="0"/>
      <dgm:spPr/>
    </dgm:pt>
    <dgm:pt modelId="{631901BA-F3DE-8A4D-B657-A909FCBD68EB}" type="pres">
      <dgm:prSet presAssocID="{44B7352D-A0B5-9244-8069-5A17624B2334}" presName="hierChild7" presStyleCnt="0"/>
      <dgm:spPr/>
    </dgm:pt>
    <dgm:pt modelId="{21B48359-7A3A-534A-98B0-79B26797E16A}" type="pres">
      <dgm:prSet presAssocID="{182AE657-673F-E448-A57A-F4AB02C3A719}" presName="Name111" presStyleLbl="parChTrans1D3" presStyleIdx="1" presStyleCnt="5"/>
      <dgm:spPr/>
    </dgm:pt>
    <dgm:pt modelId="{492C0229-6A04-AC43-B683-B50AD4CB547F}" type="pres">
      <dgm:prSet presAssocID="{149EE9D6-88A7-5F44-BF07-C5E5B98A18C1}" presName="hierRoot3" presStyleCnt="0">
        <dgm:presLayoutVars>
          <dgm:hierBranch val="init"/>
        </dgm:presLayoutVars>
      </dgm:prSet>
      <dgm:spPr/>
    </dgm:pt>
    <dgm:pt modelId="{144A2C1B-3BE3-B041-9400-1FE141AB139F}" type="pres">
      <dgm:prSet presAssocID="{149EE9D6-88A7-5F44-BF07-C5E5B98A18C1}" presName="rootComposite3" presStyleCnt="0"/>
      <dgm:spPr/>
    </dgm:pt>
    <dgm:pt modelId="{75704561-FA98-5C46-8112-60923B4CA383}" type="pres">
      <dgm:prSet presAssocID="{149EE9D6-88A7-5F44-BF07-C5E5B98A18C1}" presName="rootText3" presStyleLbl="asst1" presStyleIdx="2" presStyleCnt="9">
        <dgm:presLayoutVars>
          <dgm:chPref val="3"/>
        </dgm:presLayoutVars>
      </dgm:prSet>
      <dgm:spPr/>
    </dgm:pt>
    <dgm:pt modelId="{E189B871-A2A9-714B-9312-2B74F5606E81}" type="pres">
      <dgm:prSet presAssocID="{149EE9D6-88A7-5F44-BF07-C5E5B98A18C1}" presName="rootConnector3" presStyleLbl="asst1" presStyleIdx="2" presStyleCnt="9"/>
      <dgm:spPr/>
    </dgm:pt>
    <dgm:pt modelId="{51655744-629C-3F41-9FDC-96B90FFEDC55}" type="pres">
      <dgm:prSet presAssocID="{149EE9D6-88A7-5F44-BF07-C5E5B98A18C1}" presName="hierChild6" presStyleCnt="0"/>
      <dgm:spPr/>
    </dgm:pt>
    <dgm:pt modelId="{55207379-9742-A246-9644-2A115869A921}" type="pres">
      <dgm:prSet presAssocID="{149EE9D6-88A7-5F44-BF07-C5E5B98A18C1}" presName="hierChild7" presStyleCnt="0"/>
      <dgm:spPr/>
    </dgm:pt>
    <dgm:pt modelId="{58869E44-06D1-9B43-8B88-C4BE30DFBA96}" type="pres">
      <dgm:prSet presAssocID="{399C84AF-5E73-6946-B509-F17AADF71819}" presName="Name111" presStyleLbl="parChTrans1D3" presStyleIdx="2" presStyleCnt="5"/>
      <dgm:spPr/>
    </dgm:pt>
    <dgm:pt modelId="{F155EC72-3AC2-0F4D-8128-429C2234875B}" type="pres">
      <dgm:prSet presAssocID="{B65BE66F-7654-AE41-90A1-CBC5842B1D32}" presName="hierRoot3" presStyleCnt="0">
        <dgm:presLayoutVars>
          <dgm:hierBranch val="init"/>
        </dgm:presLayoutVars>
      </dgm:prSet>
      <dgm:spPr/>
    </dgm:pt>
    <dgm:pt modelId="{463864BF-F55D-3148-A137-FAB96BD7DB51}" type="pres">
      <dgm:prSet presAssocID="{B65BE66F-7654-AE41-90A1-CBC5842B1D32}" presName="rootComposite3" presStyleCnt="0"/>
      <dgm:spPr/>
    </dgm:pt>
    <dgm:pt modelId="{FBD94E77-07EB-BB4A-8842-09B66B80E78A}" type="pres">
      <dgm:prSet presAssocID="{B65BE66F-7654-AE41-90A1-CBC5842B1D32}" presName="rootText3" presStyleLbl="asst1" presStyleIdx="3" presStyleCnt="9">
        <dgm:presLayoutVars>
          <dgm:chPref val="3"/>
        </dgm:presLayoutVars>
      </dgm:prSet>
      <dgm:spPr/>
    </dgm:pt>
    <dgm:pt modelId="{84A3D0BC-F16B-5241-8785-6F363769492F}" type="pres">
      <dgm:prSet presAssocID="{B65BE66F-7654-AE41-90A1-CBC5842B1D32}" presName="rootConnector3" presStyleLbl="asst1" presStyleIdx="3" presStyleCnt="9"/>
      <dgm:spPr/>
    </dgm:pt>
    <dgm:pt modelId="{F0EBCCDB-B1A9-CB4F-989C-2DA5B4B52D5B}" type="pres">
      <dgm:prSet presAssocID="{B65BE66F-7654-AE41-90A1-CBC5842B1D32}" presName="hierChild6" presStyleCnt="0"/>
      <dgm:spPr/>
    </dgm:pt>
    <dgm:pt modelId="{0778CC06-0CCB-2748-94FA-E1E0646BEFF4}" type="pres">
      <dgm:prSet presAssocID="{B65BE66F-7654-AE41-90A1-CBC5842B1D32}" presName="hierChild7" presStyleCnt="0"/>
      <dgm:spPr/>
    </dgm:pt>
    <dgm:pt modelId="{E6813901-FA45-8E40-9932-06678BD757AA}" type="pres">
      <dgm:prSet presAssocID="{9DDEFC82-798C-F74F-A42A-EB56290225C5}" presName="Name111" presStyleLbl="parChTrans1D3" presStyleIdx="3" presStyleCnt="5"/>
      <dgm:spPr/>
    </dgm:pt>
    <dgm:pt modelId="{5BAFBE53-32F4-8348-ABCE-68591823B73F}" type="pres">
      <dgm:prSet presAssocID="{7A4B3E37-EDF6-DE49-AC8D-6312E549DE3D}" presName="hierRoot3" presStyleCnt="0">
        <dgm:presLayoutVars>
          <dgm:hierBranch val="init"/>
        </dgm:presLayoutVars>
      </dgm:prSet>
      <dgm:spPr/>
    </dgm:pt>
    <dgm:pt modelId="{687BFF71-55C9-A74D-BA69-1CAC48EA816B}" type="pres">
      <dgm:prSet presAssocID="{7A4B3E37-EDF6-DE49-AC8D-6312E549DE3D}" presName="rootComposite3" presStyleCnt="0"/>
      <dgm:spPr/>
    </dgm:pt>
    <dgm:pt modelId="{4EF20237-F5B9-2341-BF05-058C8BF7E0EB}" type="pres">
      <dgm:prSet presAssocID="{7A4B3E37-EDF6-DE49-AC8D-6312E549DE3D}" presName="rootText3" presStyleLbl="asst1" presStyleIdx="4" presStyleCnt="9">
        <dgm:presLayoutVars>
          <dgm:chPref val="3"/>
        </dgm:presLayoutVars>
      </dgm:prSet>
      <dgm:spPr/>
    </dgm:pt>
    <dgm:pt modelId="{37DAB638-3EE8-1E40-A5F2-7AB4E078D6B5}" type="pres">
      <dgm:prSet presAssocID="{7A4B3E37-EDF6-DE49-AC8D-6312E549DE3D}" presName="rootConnector3" presStyleLbl="asst1" presStyleIdx="4" presStyleCnt="9"/>
      <dgm:spPr/>
    </dgm:pt>
    <dgm:pt modelId="{387B7476-A96A-8348-A22B-662761A20A66}" type="pres">
      <dgm:prSet presAssocID="{7A4B3E37-EDF6-DE49-AC8D-6312E549DE3D}" presName="hierChild6" presStyleCnt="0"/>
      <dgm:spPr/>
    </dgm:pt>
    <dgm:pt modelId="{3B8B7C3C-554A-BF47-9E7C-2A5044F524EA}" type="pres">
      <dgm:prSet presAssocID="{7A4B3E37-EDF6-DE49-AC8D-6312E549DE3D}" presName="hierChild7" presStyleCnt="0"/>
      <dgm:spPr/>
    </dgm:pt>
    <dgm:pt modelId="{A14BDCAB-D016-0E4D-B8D3-63A3C890D210}" type="pres">
      <dgm:prSet presAssocID="{F4F84EAB-B204-C64C-AB08-E15216797A89}" presName="Name111" presStyleLbl="parChTrans1D2" presStyleIdx="1" presStyleCnt="2"/>
      <dgm:spPr/>
    </dgm:pt>
    <dgm:pt modelId="{AF6C5AE2-FA9B-BC40-BB72-9F24A55C51C0}" type="pres">
      <dgm:prSet presAssocID="{934B928C-2585-E841-BF7B-ED007AEFEE98}" presName="hierRoot3" presStyleCnt="0">
        <dgm:presLayoutVars>
          <dgm:hierBranch val="init"/>
        </dgm:presLayoutVars>
      </dgm:prSet>
      <dgm:spPr/>
    </dgm:pt>
    <dgm:pt modelId="{3C7F9785-93F9-7F44-B023-324831CDAC5E}" type="pres">
      <dgm:prSet presAssocID="{934B928C-2585-E841-BF7B-ED007AEFEE98}" presName="rootComposite3" presStyleCnt="0"/>
      <dgm:spPr/>
    </dgm:pt>
    <dgm:pt modelId="{AC6FAD4D-7054-D545-BC9E-82C73AD4FB40}" type="pres">
      <dgm:prSet presAssocID="{934B928C-2585-E841-BF7B-ED007AEFEE98}" presName="rootText3" presStyleLbl="asst1" presStyleIdx="5" presStyleCnt="9">
        <dgm:presLayoutVars>
          <dgm:chPref val="3"/>
        </dgm:presLayoutVars>
      </dgm:prSet>
      <dgm:spPr/>
    </dgm:pt>
    <dgm:pt modelId="{58C35663-92F2-9B4C-953F-B34B8B0C083A}" type="pres">
      <dgm:prSet presAssocID="{934B928C-2585-E841-BF7B-ED007AEFEE98}" presName="rootConnector3" presStyleLbl="asst1" presStyleIdx="5" presStyleCnt="9"/>
      <dgm:spPr/>
    </dgm:pt>
    <dgm:pt modelId="{A479BD1D-793D-8B45-AF6B-00BB75D1C6D9}" type="pres">
      <dgm:prSet presAssocID="{934B928C-2585-E841-BF7B-ED007AEFEE98}" presName="hierChild6" presStyleCnt="0"/>
      <dgm:spPr/>
    </dgm:pt>
    <dgm:pt modelId="{5774D8CB-2553-C540-918E-C752159E291D}" type="pres">
      <dgm:prSet presAssocID="{934B928C-2585-E841-BF7B-ED007AEFEE98}" presName="hierChild7" presStyleCnt="0"/>
      <dgm:spPr/>
    </dgm:pt>
    <dgm:pt modelId="{CD8F44C0-198D-6F48-800A-EFA1FD8ADBD1}" type="pres">
      <dgm:prSet presAssocID="{D22A4094-E3B8-7F43-82B9-128F95D2E1BC}" presName="Name111" presStyleLbl="parChTrans1D3" presStyleIdx="4" presStyleCnt="5"/>
      <dgm:spPr/>
    </dgm:pt>
    <dgm:pt modelId="{B33BD3E7-26C2-0443-9884-DBCCD4DAF9D9}" type="pres">
      <dgm:prSet presAssocID="{41A444D4-8C82-2E44-AE60-7CDB2B82FCB9}" presName="hierRoot3" presStyleCnt="0">
        <dgm:presLayoutVars>
          <dgm:hierBranch val="init"/>
        </dgm:presLayoutVars>
      </dgm:prSet>
      <dgm:spPr/>
    </dgm:pt>
    <dgm:pt modelId="{B7500E4B-ED3B-0640-9417-8DC48D0337CB}" type="pres">
      <dgm:prSet presAssocID="{41A444D4-8C82-2E44-AE60-7CDB2B82FCB9}" presName="rootComposite3" presStyleCnt="0"/>
      <dgm:spPr/>
    </dgm:pt>
    <dgm:pt modelId="{7CE7F9B8-E497-2847-AE2F-E6A0E6FCE62F}" type="pres">
      <dgm:prSet presAssocID="{41A444D4-8C82-2E44-AE60-7CDB2B82FCB9}" presName="rootText3" presStyleLbl="asst1" presStyleIdx="6" presStyleCnt="9">
        <dgm:presLayoutVars>
          <dgm:chPref val="3"/>
        </dgm:presLayoutVars>
      </dgm:prSet>
      <dgm:spPr/>
    </dgm:pt>
    <dgm:pt modelId="{05CA7910-24C2-5145-9790-07EBBB36BE29}" type="pres">
      <dgm:prSet presAssocID="{41A444D4-8C82-2E44-AE60-7CDB2B82FCB9}" presName="rootConnector3" presStyleLbl="asst1" presStyleIdx="6" presStyleCnt="9"/>
      <dgm:spPr/>
    </dgm:pt>
    <dgm:pt modelId="{F1B8B6ED-B0AB-3E48-AFE2-DCB3869A0543}" type="pres">
      <dgm:prSet presAssocID="{41A444D4-8C82-2E44-AE60-7CDB2B82FCB9}" presName="hierChild6" presStyleCnt="0"/>
      <dgm:spPr/>
    </dgm:pt>
    <dgm:pt modelId="{7E59CC84-F428-AC4D-9E99-0547771E6FEB}" type="pres">
      <dgm:prSet presAssocID="{41A444D4-8C82-2E44-AE60-7CDB2B82FCB9}" presName="hierChild7" presStyleCnt="0"/>
      <dgm:spPr/>
    </dgm:pt>
    <dgm:pt modelId="{C2B332BF-0EBA-A14E-A3CD-8D6B84AD23D9}" type="pres">
      <dgm:prSet presAssocID="{81ACDF42-0D64-E447-9C71-13238C18C32A}" presName="Name111" presStyleLbl="parChTrans1D4" presStyleIdx="0" presStyleCnt="2"/>
      <dgm:spPr/>
    </dgm:pt>
    <dgm:pt modelId="{547F2551-560C-8C4B-89BC-A5E2D21801D7}" type="pres">
      <dgm:prSet presAssocID="{2AEDB853-1A58-2C40-BDBA-7E811A536CED}" presName="hierRoot3" presStyleCnt="0">
        <dgm:presLayoutVars>
          <dgm:hierBranch val="init"/>
        </dgm:presLayoutVars>
      </dgm:prSet>
      <dgm:spPr/>
    </dgm:pt>
    <dgm:pt modelId="{06F89244-03E2-764A-8DE2-306932429B3E}" type="pres">
      <dgm:prSet presAssocID="{2AEDB853-1A58-2C40-BDBA-7E811A536CED}" presName="rootComposite3" presStyleCnt="0"/>
      <dgm:spPr/>
    </dgm:pt>
    <dgm:pt modelId="{89C92F9B-E4A6-0345-9094-629204EE2560}" type="pres">
      <dgm:prSet presAssocID="{2AEDB853-1A58-2C40-BDBA-7E811A536CED}" presName="rootText3" presStyleLbl="asst1" presStyleIdx="7" presStyleCnt="9">
        <dgm:presLayoutVars>
          <dgm:chPref val="3"/>
        </dgm:presLayoutVars>
      </dgm:prSet>
      <dgm:spPr/>
    </dgm:pt>
    <dgm:pt modelId="{2DA93454-60E1-2146-B46D-AD5159BCE321}" type="pres">
      <dgm:prSet presAssocID="{2AEDB853-1A58-2C40-BDBA-7E811A536CED}" presName="rootConnector3" presStyleLbl="asst1" presStyleIdx="7" presStyleCnt="9"/>
      <dgm:spPr/>
    </dgm:pt>
    <dgm:pt modelId="{2ECA8F5B-5FB3-E24F-89C9-FF58DF6754C7}" type="pres">
      <dgm:prSet presAssocID="{2AEDB853-1A58-2C40-BDBA-7E811A536CED}" presName="hierChild6" presStyleCnt="0"/>
      <dgm:spPr/>
    </dgm:pt>
    <dgm:pt modelId="{8C89E89D-F2DA-AE4F-BBE7-18ADA1841837}" type="pres">
      <dgm:prSet presAssocID="{2AEDB853-1A58-2C40-BDBA-7E811A536CED}" presName="hierChild7" presStyleCnt="0"/>
      <dgm:spPr/>
    </dgm:pt>
    <dgm:pt modelId="{97EA8320-897F-754A-AED7-1E301A326361}" type="pres">
      <dgm:prSet presAssocID="{8B4EF4B3-A0AC-2D4A-8C9F-EA93572AD7E6}" presName="Name111" presStyleLbl="parChTrans1D4" presStyleIdx="1" presStyleCnt="2"/>
      <dgm:spPr/>
    </dgm:pt>
    <dgm:pt modelId="{4D55D0B6-8471-1F4E-A98A-4F85F44D1864}" type="pres">
      <dgm:prSet presAssocID="{3E308E82-B52E-1149-A690-CA1A3E0D8A64}" presName="hierRoot3" presStyleCnt="0">
        <dgm:presLayoutVars>
          <dgm:hierBranch val="init"/>
        </dgm:presLayoutVars>
      </dgm:prSet>
      <dgm:spPr/>
    </dgm:pt>
    <dgm:pt modelId="{01D5EAB7-EDED-AD49-8DA5-51A289FE5FD2}" type="pres">
      <dgm:prSet presAssocID="{3E308E82-B52E-1149-A690-CA1A3E0D8A64}" presName="rootComposite3" presStyleCnt="0"/>
      <dgm:spPr/>
    </dgm:pt>
    <dgm:pt modelId="{581F2BF0-E61D-D441-AC26-C75192AFCCA9}" type="pres">
      <dgm:prSet presAssocID="{3E308E82-B52E-1149-A690-CA1A3E0D8A64}" presName="rootText3" presStyleLbl="asst1" presStyleIdx="8" presStyleCnt="9">
        <dgm:presLayoutVars>
          <dgm:chPref val="3"/>
        </dgm:presLayoutVars>
      </dgm:prSet>
      <dgm:spPr/>
    </dgm:pt>
    <dgm:pt modelId="{DC10CF20-34CC-1E4E-8728-8BEEC4A5D16D}" type="pres">
      <dgm:prSet presAssocID="{3E308E82-B52E-1149-A690-CA1A3E0D8A64}" presName="rootConnector3" presStyleLbl="asst1" presStyleIdx="8" presStyleCnt="9"/>
      <dgm:spPr/>
    </dgm:pt>
    <dgm:pt modelId="{32F46C83-0936-9C49-85AD-E19E0DB005BE}" type="pres">
      <dgm:prSet presAssocID="{3E308E82-B52E-1149-A690-CA1A3E0D8A64}" presName="hierChild6" presStyleCnt="0"/>
      <dgm:spPr/>
    </dgm:pt>
    <dgm:pt modelId="{E7083CB5-733F-DF47-BEF6-6A0371D0AE5E}" type="pres">
      <dgm:prSet presAssocID="{3E308E82-B52E-1149-A690-CA1A3E0D8A64}" presName="hierChild7" presStyleCnt="0"/>
      <dgm:spPr/>
    </dgm:pt>
  </dgm:ptLst>
  <dgm:cxnLst>
    <dgm:cxn modelId="{410B0B03-9C07-8F44-8EF3-B44C47C0A4B5}" type="presOf" srcId="{934B928C-2585-E841-BF7B-ED007AEFEE98}" destId="{58C35663-92F2-9B4C-953F-B34B8B0C083A}" srcOrd="1" destOrd="0" presId="urn:microsoft.com/office/officeart/2005/8/layout/orgChart1"/>
    <dgm:cxn modelId="{9FB96614-67CC-7B42-A792-AB99D5ECCD18}" type="presOf" srcId="{399C84AF-5E73-6946-B509-F17AADF71819}" destId="{58869E44-06D1-9B43-8B88-C4BE30DFBA96}" srcOrd="0" destOrd="0" presId="urn:microsoft.com/office/officeart/2005/8/layout/orgChart1"/>
    <dgm:cxn modelId="{A0E09014-DFD5-B446-A930-20763F6477DD}" type="presOf" srcId="{44B7352D-A0B5-9244-8069-5A17624B2334}" destId="{B57409BA-BBE3-5F48-87B3-05F835E66F2F}" srcOrd="1" destOrd="0" presId="urn:microsoft.com/office/officeart/2005/8/layout/orgChart1"/>
    <dgm:cxn modelId="{6E8E0115-7F92-4C47-96DB-AEE2C1299597}" type="presOf" srcId="{81ACDF42-0D64-E447-9C71-13238C18C32A}" destId="{C2B332BF-0EBA-A14E-A3CD-8D6B84AD23D9}" srcOrd="0" destOrd="0" presId="urn:microsoft.com/office/officeart/2005/8/layout/orgChart1"/>
    <dgm:cxn modelId="{3A854716-2809-A247-B294-7E1B0C57C429}" srcId="{41A444D4-8C82-2E44-AE60-7CDB2B82FCB9}" destId="{3E308E82-B52E-1149-A690-CA1A3E0D8A64}" srcOrd="1" destOrd="0" parTransId="{8B4EF4B3-A0AC-2D4A-8C9F-EA93572AD7E6}" sibTransId="{FF7623AA-EB81-2449-8EBD-85CE41DE147B}"/>
    <dgm:cxn modelId="{0A711B18-51AF-5748-9A6A-7C980D6AC76B}" type="presOf" srcId="{B65BE66F-7654-AE41-90A1-CBC5842B1D32}" destId="{FBD94E77-07EB-BB4A-8842-09B66B80E78A}" srcOrd="0" destOrd="0" presId="urn:microsoft.com/office/officeart/2005/8/layout/orgChart1"/>
    <dgm:cxn modelId="{6682D020-55B9-CC4F-BC38-6AD6DE43913F}" type="presOf" srcId="{40E2DF06-0D06-7F4C-9978-848B53946EE1}" destId="{CA956E28-FB1E-5D44-991F-7450B5774C43}" srcOrd="0" destOrd="0" presId="urn:microsoft.com/office/officeart/2005/8/layout/orgChart1"/>
    <dgm:cxn modelId="{A746E121-44A7-E04D-BAE4-8F8F8623A21F}" type="presOf" srcId="{7A4B3E37-EDF6-DE49-AC8D-6312E549DE3D}" destId="{37DAB638-3EE8-1E40-A5F2-7AB4E078D6B5}" srcOrd="1" destOrd="0" presId="urn:microsoft.com/office/officeart/2005/8/layout/orgChart1"/>
    <dgm:cxn modelId="{77BA9832-4790-9141-9CBA-EFCC7C639963}" type="presOf" srcId="{3E308E82-B52E-1149-A690-CA1A3E0D8A64}" destId="{DC10CF20-34CC-1E4E-8728-8BEEC4A5D16D}" srcOrd="1" destOrd="0" presId="urn:microsoft.com/office/officeart/2005/8/layout/orgChart1"/>
    <dgm:cxn modelId="{EA4B123D-7F49-5746-90A0-0279593D8435}" type="presOf" srcId="{934B928C-2585-E841-BF7B-ED007AEFEE98}" destId="{AC6FAD4D-7054-D545-BC9E-82C73AD4FB40}" srcOrd="0" destOrd="0" presId="urn:microsoft.com/office/officeart/2005/8/layout/orgChart1"/>
    <dgm:cxn modelId="{7774084E-7ABF-5246-BF6E-B06762A62E61}" type="presOf" srcId="{149EE9D6-88A7-5F44-BF07-C5E5B98A18C1}" destId="{E189B871-A2A9-714B-9312-2B74F5606E81}" srcOrd="1" destOrd="0" presId="urn:microsoft.com/office/officeart/2005/8/layout/orgChart1"/>
    <dgm:cxn modelId="{F97C6E50-97BA-6742-843A-21D112CF0078}" type="presOf" srcId="{182AE657-673F-E448-A57A-F4AB02C3A719}" destId="{21B48359-7A3A-534A-98B0-79B26797E16A}" srcOrd="0" destOrd="0" presId="urn:microsoft.com/office/officeart/2005/8/layout/orgChart1"/>
    <dgm:cxn modelId="{29F81852-6A27-0842-8F24-AEA3A7051A18}" srcId="{A9CC8A88-F5AB-604B-8065-C899EA839303}" destId="{7A4B3E37-EDF6-DE49-AC8D-6312E549DE3D}" srcOrd="3" destOrd="0" parTransId="{9DDEFC82-798C-F74F-A42A-EB56290225C5}" sibTransId="{0739F9F1-1944-3E46-B5F2-FE5B10078AEB}"/>
    <dgm:cxn modelId="{DD167567-BA62-8C46-95A1-DD3A9C74F6A5}" type="presOf" srcId="{41A444D4-8C82-2E44-AE60-7CDB2B82FCB9}" destId="{05CA7910-24C2-5145-9790-07EBBB36BE29}" srcOrd="1" destOrd="0" presId="urn:microsoft.com/office/officeart/2005/8/layout/orgChart1"/>
    <dgm:cxn modelId="{50598277-8D82-B84F-A2CC-305AB1CFBFFC}" type="presOf" srcId="{A9CC8A88-F5AB-604B-8065-C899EA839303}" destId="{D1B9B552-2189-0C49-B7E6-0A23FF353FA2}" srcOrd="0" destOrd="0" presId="urn:microsoft.com/office/officeart/2005/8/layout/orgChart1"/>
    <dgm:cxn modelId="{A4201579-C43A-3A40-A60A-DB847D28572B}" type="presOf" srcId="{2AEDB853-1A58-2C40-BDBA-7E811A536CED}" destId="{2DA93454-60E1-2146-B46D-AD5159BCE321}" srcOrd="1" destOrd="0" presId="urn:microsoft.com/office/officeart/2005/8/layout/orgChart1"/>
    <dgm:cxn modelId="{9ED8147A-5F07-C94E-8C0A-E7FC663FED08}" type="presOf" srcId="{3E308E82-B52E-1149-A690-CA1A3E0D8A64}" destId="{581F2BF0-E61D-D441-AC26-C75192AFCCA9}" srcOrd="0" destOrd="0" presId="urn:microsoft.com/office/officeart/2005/8/layout/orgChart1"/>
    <dgm:cxn modelId="{9148337B-A828-0440-B9F8-B2218D336D06}" type="presOf" srcId="{44B7352D-A0B5-9244-8069-5A17624B2334}" destId="{3A1CEB19-D4E8-C047-B844-ACC04D53E37E}" srcOrd="0" destOrd="0" presId="urn:microsoft.com/office/officeart/2005/8/layout/orgChart1"/>
    <dgm:cxn modelId="{69D50D7D-1AC8-D64E-8D2E-176CC501826F}" type="presOf" srcId="{41A444D4-8C82-2E44-AE60-7CDB2B82FCB9}" destId="{7CE7F9B8-E497-2847-AE2F-E6A0E6FCE62F}" srcOrd="0" destOrd="0" presId="urn:microsoft.com/office/officeart/2005/8/layout/orgChart1"/>
    <dgm:cxn modelId="{5A08CB7F-BE0F-084C-83A3-55FDAE4CF05C}" type="presOf" srcId="{A9CC8A88-F5AB-604B-8065-C899EA839303}" destId="{C7CA45AD-939D-3944-8FA5-064D66A4F851}" srcOrd="1" destOrd="0" presId="urn:microsoft.com/office/officeart/2005/8/layout/orgChart1"/>
    <dgm:cxn modelId="{5C404E80-2715-B444-B375-75E05E71D2FC}" type="presOf" srcId="{9DDEFC82-798C-F74F-A42A-EB56290225C5}" destId="{E6813901-FA45-8E40-9932-06678BD757AA}" srcOrd="0" destOrd="0" presId="urn:microsoft.com/office/officeart/2005/8/layout/orgChart1"/>
    <dgm:cxn modelId="{F21B978F-BEBE-C542-9498-6F976F6E687F}" srcId="{A9CC8A88-F5AB-604B-8065-C899EA839303}" destId="{B65BE66F-7654-AE41-90A1-CBC5842B1D32}" srcOrd="2" destOrd="0" parTransId="{399C84AF-5E73-6946-B509-F17AADF71819}" sibTransId="{067F5C9B-E9B5-BA4F-B0DD-B8210CE6C655}"/>
    <dgm:cxn modelId="{484B01A1-9E03-494B-A2B6-9C249D6DED3D}" srcId="{934B928C-2585-E841-BF7B-ED007AEFEE98}" destId="{41A444D4-8C82-2E44-AE60-7CDB2B82FCB9}" srcOrd="0" destOrd="0" parTransId="{D22A4094-E3B8-7F43-82B9-128F95D2E1BC}" sibTransId="{44171222-52E6-5847-8621-75FB0362FA44}"/>
    <dgm:cxn modelId="{DFC8D8A7-6FC7-A94B-8A68-EFC64116E4F0}" srcId="{A9CC8A88-F5AB-604B-8065-C899EA839303}" destId="{149EE9D6-88A7-5F44-BF07-C5E5B98A18C1}" srcOrd="1" destOrd="0" parTransId="{182AE657-673F-E448-A57A-F4AB02C3A719}" sibTransId="{194DF54A-8E9E-EF48-96FD-EA8DCD93A2E3}"/>
    <dgm:cxn modelId="{199922B7-6A3C-2E4D-BA6F-36880841F6F3}" type="presOf" srcId="{2AEDB853-1A58-2C40-BDBA-7E811A536CED}" destId="{89C92F9B-E4A6-0345-9094-629204EE2560}" srcOrd="0" destOrd="0" presId="urn:microsoft.com/office/officeart/2005/8/layout/orgChart1"/>
    <dgm:cxn modelId="{61B10ABC-2C28-4A4E-B04C-24E5EA8B90EC}" srcId="{EED6B620-F621-4D48-8196-39B6107039D5}" destId="{A9CC8A88-F5AB-604B-8065-C899EA839303}" srcOrd="0" destOrd="0" parTransId="{00C13D02-9486-2B40-B1D8-61C3F420AF25}" sibTransId="{D765F274-D749-3A46-B22F-EE789B73ED21}"/>
    <dgm:cxn modelId="{9E2611BF-30D9-1047-B733-BCBF1570CF46}" type="presOf" srcId="{EED6B620-F621-4D48-8196-39B6107039D5}" destId="{C7E13034-D3B6-9248-862E-0ED6AEA8400C}" srcOrd="0" destOrd="0" presId="urn:microsoft.com/office/officeart/2005/8/layout/orgChart1"/>
    <dgm:cxn modelId="{E5F5ADBF-B910-BA48-AC86-24B04E41C4AD}" type="presOf" srcId="{7A4B3E37-EDF6-DE49-AC8D-6312E549DE3D}" destId="{4EF20237-F5B9-2341-BF05-058C8BF7E0EB}" srcOrd="0" destOrd="0" presId="urn:microsoft.com/office/officeart/2005/8/layout/orgChart1"/>
    <dgm:cxn modelId="{B63F9DC0-C05E-5848-85E2-C41BF125CE7B}" type="presOf" srcId="{D22A4094-E3B8-7F43-82B9-128F95D2E1BC}" destId="{CD8F44C0-198D-6F48-800A-EFA1FD8ADBD1}" srcOrd="0" destOrd="0" presId="urn:microsoft.com/office/officeart/2005/8/layout/orgChart1"/>
    <dgm:cxn modelId="{5055D7C3-F86A-9548-8ADE-58A223ABD0B4}" srcId="{40E2DF06-0D06-7F4C-9978-848B53946EE1}" destId="{EED6B620-F621-4D48-8196-39B6107039D5}" srcOrd="0" destOrd="0" parTransId="{C58CC79E-3EB6-A84D-A6F4-FE7FBFC108CC}" sibTransId="{08BFBB52-97C9-384C-BE94-56C78C118A7B}"/>
    <dgm:cxn modelId="{D65F32C5-410C-3A42-9ED0-57983999CC52}" srcId="{EED6B620-F621-4D48-8196-39B6107039D5}" destId="{934B928C-2585-E841-BF7B-ED007AEFEE98}" srcOrd="1" destOrd="0" parTransId="{F4F84EAB-B204-C64C-AB08-E15216797A89}" sibTransId="{392800E6-7742-5542-A663-7B35C04322D6}"/>
    <dgm:cxn modelId="{70AD9DC9-047C-334A-B41B-AA1C67AFAC49}" srcId="{41A444D4-8C82-2E44-AE60-7CDB2B82FCB9}" destId="{2AEDB853-1A58-2C40-BDBA-7E811A536CED}" srcOrd="0" destOrd="0" parTransId="{81ACDF42-0D64-E447-9C71-13238C18C32A}" sibTransId="{F54779A5-0722-4746-A24F-2477BF18310A}"/>
    <dgm:cxn modelId="{AF565ACA-047E-D242-B23D-339201095C89}" type="presOf" srcId="{EED6B620-F621-4D48-8196-39B6107039D5}" destId="{69CAF0FC-8BF0-D04C-BBCA-E179F9D1C4B6}" srcOrd="1" destOrd="0" presId="urn:microsoft.com/office/officeart/2005/8/layout/orgChart1"/>
    <dgm:cxn modelId="{CCF625D7-D51F-5C48-B5C6-9147B2D5D309}" type="presOf" srcId="{F4F84EAB-B204-C64C-AB08-E15216797A89}" destId="{A14BDCAB-D016-0E4D-B8D3-63A3C890D210}" srcOrd="0" destOrd="0" presId="urn:microsoft.com/office/officeart/2005/8/layout/orgChart1"/>
    <dgm:cxn modelId="{B8E72EE7-83B0-B34B-B83A-114D7D7A2B53}" type="presOf" srcId="{8B4EF4B3-A0AC-2D4A-8C9F-EA93572AD7E6}" destId="{97EA8320-897F-754A-AED7-1E301A326361}" srcOrd="0" destOrd="0" presId="urn:microsoft.com/office/officeart/2005/8/layout/orgChart1"/>
    <dgm:cxn modelId="{7CDD39E7-23ED-2244-BB55-899CC8D7BF39}" type="presOf" srcId="{B65BE66F-7654-AE41-90A1-CBC5842B1D32}" destId="{84A3D0BC-F16B-5241-8785-6F363769492F}" srcOrd="1" destOrd="0" presId="urn:microsoft.com/office/officeart/2005/8/layout/orgChart1"/>
    <dgm:cxn modelId="{C44DD9EC-6C81-3A47-A9B7-00C22E82D75A}" type="presOf" srcId="{41F88030-639D-2C4B-B5AB-D953D297FB79}" destId="{A9F82D54-FE45-CA4C-93EC-84E372C4A135}" srcOrd="0" destOrd="0" presId="urn:microsoft.com/office/officeart/2005/8/layout/orgChart1"/>
    <dgm:cxn modelId="{71227AED-8E8B-804B-98CF-2F265265D8E7}" type="presOf" srcId="{00C13D02-9486-2B40-B1D8-61C3F420AF25}" destId="{05060E33-77E4-774F-814B-1BE6D7E9C6BE}" srcOrd="0" destOrd="0" presId="urn:microsoft.com/office/officeart/2005/8/layout/orgChart1"/>
    <dgm:cxn modelId="{F0A5E2F6-5939-994B-A6D8-56239D73EFC6}" srcId="{A9CC8A88-F5AB-604B-8065-C899EA839303}" destId="{44B7352D-A0B5-9244-8069-5A17624B2334}" srcOrd="0" destOrd="0" parTransId="{41F88030-639D-2C4B-B5AB-D953D297FB79}" sibTransId="{551698B0-E2FC-734F-A56D-B4A3C0DF4C66}"/>
    <dgm:cxn modelId="{745075F9-73F9-F146-AF2C-584DE1808A01}" type="presOf" srcId="{149EE9D6-88A7-5F44-BF07-C5E5B98A18C1}" destId="{75704561-FA98-5C46-8112-60923B4CA383}" srcOrd="0" destOrd="0" presId="urn:microsoft.com/office/officeart/2005/8/layout/orgChart1"/>
    <dgm:cxn modelId="{42B0A818-1A9E-EB48-B805-AC5B1AE56309}" type="presParOf" srcId="{CA956E28-FB1E-5D44-991F-7450B5774C43}" destId="{35C1D3D8-049B-0743-BC80-5ADB88158855}" srcOrd="0" destOrd="0" presId="urn:microsoft.com/office/officeart/2005/8/layout/orgChart1"/>
    <dgm:cxn modelId="{113224F7-6526-4843-BF33-F615CF379517}" type="presParOf" srcId="{35C1D3D8-049B-0743-BC80-5ADB88158855}" destId="{1EDCF5AD-4EC0-2E45-B36E-85D344512D9E}" srcOrd="0" destOrd="0" presId="urn:microsoft.com/office/officeart/2005/8/layout/orgChart1"/>
    <dgm:cxn modelId="{B8D647F6-0FB7-6E4D-8006-C078550D38A4}" type="presParOf" srcId="{1EDCF5AD-4EC0-2E45-B36E-85D344512D9E}" destId="{C7E13034-D3B6-9248-862E-0ED6AEA8400C}" srcOrd="0" destOrd="0" presId="urn:microsoft.com/office/officeart/2005/8/layout/orgChart1"/>
    <dgm:cxn modelId="{3B2768C2-A608-4949-9404-2BFB24B58A26}" type="presParOf" srcId="{1EDCF5AD-4EC0-2E45-B36E-85D344512D9E}" destId="{69CAF0FC-8BF0-D04C-BBCA-E179F9D1C4B6}" srcOrd="1" destOrd="0" presId="urn:microsoft.com/office/officeart/2005/8/layout/orgChart1"/>
    <dgm:cxn modelId="{00A69E12-920A-6E45-967B-CA518F859A08}" type="presParOf" srcId="{35C1D3D8-049B-0743-BC80-5ADB88158855}" destId="{0DED750E-249D-5545-AAD8-478BAEB3ACA6}" srcOrd="1" destOrd="0" presId="urn:microsoft.com/office/officeart/2005/8/layout/orgChart1"/>
    <dgm:cxn modelId="{410158B6-59C2-E848-9DF6-80B390D2E614}" type="presParOf" srcId="{35C1D3D8-049B-0743-BC80-5ADB88158855}" destId="{922C33AA-1E50-0447-AA1D-2190DE391BAA}" srcOrd="2" destOrd="0" presId="urn:microsoft.com/office/officeart/2005/8/layout/orgChart1"/>
    <dgm:cxn modelId="{16FACFEE-823F-E046-8B87-FE7964E8123C}" type="presParOf" srcId="{922C33AA-1E50-0447-AA1D-2190DE391BAA}" destId="{05060E33-77E4-774F-814B-1BE6D7E9C6BE}" srcOrd="0" destOrd="0" presId="urn:microsoft.com/office/officeart/2005/8/layout/orgChart1"/>
    <dgm:cxn modelId="{1FECB70A-894F-C249-A4CC-6FFF8EAF2160}" type="presParOf" srcId="{922C33AA-1E50-0447-AA1D-2190DE391BAA}" destId="{07F34B6F-0A16-B54A-A346-C54236C571C8}" srcOrd="1" destOrd="0" presId="urn:microsoft.com/office/officeart/2005/8/layout/orgChart1"/>
    <dgm:cxn modelId="{111B07D9-E1B2-2042-991B-C7B4E34FC79D}" type="presParOf" srcId="{07F34B6F-0A16-B54A-A346-C54236C571C8}" destId="{A1E3889C-9B21-7C4F-B5A1-5D4A5365E7E3}" srcOrd="0" destOrd="0" presId="urn:microsoft.com/office/officeart/2005/8/layout/orgChart1"/>
    <dgm:cxn modelId="{86B4EA3B-A997-6F49-8540-E2ED7CAB9C8B}" type="presParOf" srcId="{A1E3889C-9B21-7C4F-B5A1-5D4A5365E7E3}" destId="{D1B9B552-2189-0C49-B7E6-0A23FF353FA2}" srcOrd="0" destOrd="0" presId="urn:microsoft.com/office/officeart/2005/8/layout/orgChart1"/>
    <dgm:cxn modelId="{5B5C0129-A324-5B48-A5C7-A31E2971F177}" type="presParOf" srcId="{A1E3889C-9B21-7C4F-B5A1-5D4A5365E7E3}" destId="{C7CA45AD-939D-3944-8FA5-064D66A4F851}" srcOrd="1" destOrd="0" presId="urn:microsoft.com/office/officeart/2005/8/layout/orgChart1"/>
    <dgm:cxn modelId="{EF9472E4-327B-8C47-AA15-A7F690487754}" type="presParOf" srcId="{07F34B6F-0A16-B54A-A346-C54236C571C8}" destId="{13366B92-5CF1-2A4E-B699-435D7806306B}" srcOrd="1" destOrd="0" presId="urn:microsoft.com/office/officeart/2005/8/layout/orgChart1"/>
    <dgm:cxn modelId="{4CCAA92C-869F-0340-9A38-1996883B0705}" type="presParOf" srcId="{07F34B6F-0A16-B54A-A346-C54236C571C8}" destId="{09571FDB-8DDF-FA49-8CFC-4CFB819045EB}" srcOrd="2" destOrd="0" presId="urn:microsoft.com/office/officeart/2005/8/layout/orgChart1"/>
    <dgm:cxn modelId="{892A4D50-C372-9E4D-A349-EAB9A95F8465}" type="presParOf" srcId="{09571FDB-8DDF-FA49-8CFC-4CFB819045EB}" destId="{A9F82D54-FE45-CA4C-93EC-84E372C4A135}" srcOrd="0" destOrd="0" presId="urn:microsoft.com/office/officeart/2005/8/layout/orgChart1"/>
    <dgm:cxn modelId="{196A05C7-18C7-4546-9CEC-C3F50DA7565D}" type="presParOf" srcId="{09571FDB-8DDF-FA49-8CFC-4CFB819045EB}" destId="{4927A2D5-2CF4-B945-BD8B-5B7090AF7FFB}" srcOrd="1" destOrd="0" presId="urn:microsoft.com/office/officeart/2005/8/layout/orgChart1"/>
    <dgm:cxn modelId="{29E64E9B-03FB-0241-8974-8194B4A59691}" type="presParOf" srcId="{4927A2D5-2CF4-B945-BD8B-5B7090AF7FFB}" destId="{0C7B98BC-3AD7-4F44-ABF1-17955503EE5C}" srcOrd="0" destOrd="0" presId="urn:microsoft.com/office/officeart/2005/8/layout/orgChart1"/>
    <dgm:cxn modelId="{37F13B15-FCF2-8345-BA6D-02E6189EB3A7}" type="presParOf" srcId="{0C7B98BC-3AD7-4F44-ABF1-17955503EE5C}" destId="{3A1CEB19-D4E8-C047-B844-ACC04D53E37E}" srcOrd="0" destOrd="0" presId="urn:microsoft.com/office/officeart/2005/8/layout/orgChart1"/>
    <dgm:cxn modelId="{7CF1E16D-E608-9848-8538-FB8B4E9F48BB}" type="presParOf" srcId="{0C7B98BC-3AD7-4F44-ABF1-17955503EE5C}" destId="{B57409BA-BBE3-5F48-87B3-05F835E66F2F}" srcOrd="1" destOrd="0" presId="urn:microsoft.com/office/officeart/2005/8/layout/orgChart1"/>
    <dgm:cxn modelId="{A0782965-B7DF-E14F-B3C1-D2E04C61F792}" type="presParOf" srcId="{4927A2D5-2CF4-B945-BD8B-5B7090AF7FFB}" destId="{3C591BC1-A941-5E42-8A18-2F941EC6ED27}" srcOrd="1" destOrd="0" presId="urn:microsoft.com/office/officeart/2005/8/layout/orgChart1"/>
    <dgm:cxn modelId="{4A699852-8E81-6E4D-AC13-A436A833A0E4}" type="presParOf" srcId="{4927A2D5-2CF4-B945-BD8B-5B7090AF7FFB}" destId="{631901BA-F3DE-8A4D-B657-A909FCBD68EB}" srcOrd="2" destOrd="0" presId="urn:microsoft.com/office/officeart/2005/8/layout/orgChart1"/>
    <dgm:cxn modelId="{BFA2D9DA-CE5E-A642-8E90-EE81BFF61B92}" type="presParOf" srcId="{09571FDB-8DDF-FA49-8CFC-4CFB819045EB}" destId="{21B48359-7A3A-534A-98B0-79B26797E16A}" srcOrd="2" destOrd="0" presId="urn:microsoft.com/office/officeart/2005/8/layout/orgChart1"/>
    <dgm:cxn modelId="{B4A6D6AB-5EC6-7241-A0F3-A90268E3825B}" type="presParOf" srcId="{09571FDB-8DDF-FA49-8CFC-4CFB819045EB}" destId="{492C0229-6A04-AC43-B683-B50AD4CB547F}" srcOrd="3" destOrd="0" presId="urn:microsoft.com/office/officeart/2005/8/layout/orgChart1"/>
    <dgm:cxn modelId="{63409724-3B38-D748-8619-6B9F205D5B04}" type="presParOf" srcId="{492C0229-6A04-AC43-B683-B50AD4CB547F}" destId="{144A2C1B-3BE3-B041-9400-1FE141AB139F}" srcOrd="0" destOrd="0" presId="urn:microsoft.com/office/officeart/2005/8/layout/orgChart1"/>
    <dgm:cxn modelId="{0B4EA673-D57A-FD48-B2D6-F11BA4F8B4BC}" type="presParOf" srcId="{144A2C1B-3BE3-B041-9400-1FE141AB139F}" destId="{75704561-FA98-5C46-8112-60923B4CA383}" srcOrd="0" destOrd="0" presId="urn:microsoft.com/office/officeart/2005/8/layout/orgChart1"/>
    <dgm:cxn modelId="{4D208E3D-13DA-C74B-810C-A4B0F5CD05E6}" type="presParOf" srcId="{144A2C1B-3BE3-B041-9400-1FE141AB139F}" destId="{E189B871-A2A9-714B-9312-2B74F5606E81}" srcOrd="1" destOrd="0" presId="urn:microsoft.com/office/officeart/2005/8/layout/orgChart1"/>
    <dgm:cxn modelId="{A056F4B4-33BF-3A4F-8CD9-F8E23353EAB3}" type="presParOf" srcId="{492C0229-6A04-AC43-B683-B50AD4CB547F}" destId="{51655744-629C-3F41-9FDC-96B90FFEDC55}" srcOrd="1" destOrd="0" presId="urn:microsoft.com/office/officeart/2005/8/layout/orgChart1"/>
    <dgm:cxn modelId="{C18B3FEE-784E-BB43-AFF0-42431CD16D00}" type="presParOf" srcId="{492C0229-6A04-AC43-B683-B50AD4CB547F}" destId="{55207379-9742-A246-9644-2A115869A921}" srcOrd="2" destOrd="0" presId="urn:microsoft.com/office/officeart/2005/8/layout/orgChart1"/>
    <dgm:cxn modelId="{DA9998EB-A359-1C45-B4B8-11822349B257}" type="presParOf" srcId="{09571FDB-8DDF-FA49-8CFC-4CFB819045EB}" destId="{58869E44-06D1-9B43-8B88-C4BE30DFBA96}" srcOrd="4" destOrd="0" presId="urn:microsoft.com/office/officeart/2005/8/layout/orgChart1"/>
    <dgm:cxn modelId="{955828A2-38DA-8342-A6D2-D59C272E7F48}" type="presParOf" srcId="{09571FDB-8DDF-FA49-8CFC-4CFB819045EB}" destId="{F155EC72-3AC2-0F4D-8128-429C2234875B}" srcOrd="5" destOrd="0" presId="urn:microsoft.com/office/officeart/2005/8/layout/orgChart1"/>
    <dgm:cxn modelId="{BE828B99-E139-8346-9CB2-A26584840293}" type="presParOf" srcId="{F155EC72-3AC2-0F4D-8128-429C2234875B}" destId="{463864BF-F55D-3148-A137-FAB96BD7DB51}" srcOrd="0" destOrd="0" presId="urn:microsoft.com/office/officeart/2005/8/layout/orgChart1"/>
    <dgm:cxn modelId="{1B189A96-8212-CD44-A96F-BA083F4BC4F7}" type="presParOf" srcId="{463864BF-F55D-3148-A137-FAB96BD7DB51}" destId="{FBD94E77-07EB-BB4A-8842-09B66B80E78A}" srcOrd="0" destOrd="0" presId="urn:microsoft.com/office/officeart/2005/8/layout/orgChart1"/>
    <dgm:cxn modelId="{4F62112C-806A-804B-8B83-CB34DEB7E813}" type="presParOf" srcId="{463864BF-F55D-3148-A137-FAB96BD7DB51}" destId="{84A3D0BC-F16B-5241-8785-6F363769492F}" srcOrd="1" destOrd="0" presId="urn:microsoft.com/office/officeart/2005/8/layout/orgChart1"/>
    <dgm:cxn modelId="{FA5D4B74-0DB0-9741-B942-2D03B337F67D}" type="presParOf" srcId="{F155EC72-3AC2-0F4D-8128-429C2234875B}" destId="{F0EBCCDB-B1A9-CB4F-989C-2DA5B4B52D5B}" srcOrd="1" destOrd="0" presId="urn:microsoft.com/office/officeart/2005/8/layout/orgChart1"/>
    <dgm:cxn modelId="{48FA1DD2-A48D-D24C-A161-943155A845F8}" type="presParOf" srcId="{F155EC72-3AC2-0F4D-8128-429C2234875B}" destId="{0778CC06-0CCB-2748-94FA-E1E0646BEFF4}" srcOrd="2" destOrd="0" presId="urn:microsoft.com/office/officeart/2005/8/layout/orgChart1"/>
    <dgm:cxn modelId="{A96C1F61-B813-EB40-ABCC-5CC5BA9C9E3D}" type="presParOf" srcId="{09571FDB-8DDF-FA49-8CFC-4CFB819045EB}" destId="{E6813901-FA45-8E40-9932-06678BD757AA}" srcOrd="6" destOrd="0" presId="urn:microsoft.com/office/officeart/2005/8/layout/orgChart1"/>
    <dgm:cxn modelId="{9F1321EC-69D7-094E-8D6D-849B1BB7CBE8}" type="presParOf" srcId="{09571FDB-8DDF-FA49-8CFC-4CFB819045EB}" destId="{5BAFBE53-32F4-8348-ABCE-68591823B73F}" srcOrd="7" destOrd="0" presId="urn:microsoft.com/office/officeart/2005/8/layout/orgChart1"/>
    <dgm:cxn modelId="{3AD54BF6-4098-594D-95FA-BB3D896126CF}" type="presParOf" srcId="{5BAFBE53-32F4-8348-ABCE-68591823B73F}" destId="{687BFF71-55C9-A74D-BA69-1CAC48EA816B}" srcOrd="0" destOrd="0" presId="urn:microsoft.com/office/officeart/2005/8/layout/orgChart1"/>
    <dgm:cxn modelId="{9C58BC8B-33F4-4343-AF47-6998E255A5B2}" type="presParOf" srcId="{687BFF71-55C9-A74D-BA69-1CAC48EA816B}" destId="{4EF20237-F5B9-2341-BF05-058C8BF7E0EB}" srcOrd="0" destOrd="0" presId="urn:microsoft.com/office/officeart/2005/8/layout/orgChart1"/>
    <dgm:cxn modelId="{34543481-E884-ED4D-B4A8-FAD5A8B5623C}" type="presParOf" srcId="{687BFF71-55C9-A74D-BA69-1CAC48EA816B}" destId="{37DAB638-3EE8-1E40-A5F2-7AB4E078D6B5}" srcOrd="1" destOrd="0" presId="urn:microsoft.com/office/officeart/2005/8/layout/orgChart1"/>
    <dgm:cxn modelId="{61AF08AD-5E5D-BB40-A55C-F6E7949AC953}" type="presParOf" srcId="{5BAFBE53-32F4-8348-ABCE-68591823B73F}" destId="{387B7476-A96A-8348-A22B-662761A20A66}" srcOrd="1" destOrd="0" presId="urn:microsoft.com/office/officeart/2005/8/layout/orgChart1"/>
    <dgm:cxn modelId="{D29AC3DF-D432-8543-AE60-E179CEFA97A5}" type="presParOf" srcId="{5BAFBE53-32F4-8348-ABCE-68591823B73F}" destId="{3B8B7C3C-554A-BF47-9E7C-2A5044F524EA}" srcOrd="2" destOrd="0" presId="urn:microsoft.com/office/officeart/2005/8/layout/orgChart1"/>
    <dgm:cxn modelId="{53D76E1D-3398-0D4D-8604-8C74A6F17A7B}" type="presParOf" srcId="{922C33AA-1E50-0447-AA1D-2190DE391BAA}" destId="{A14BDCAB-D016-0E4D-B8D3-63A3C890D210}" srcOrd="2" destOrd="0" presId="urn:microsoft.com/office/officeart/2005/8/layout/orgChart1"/>
    <dgm:cxn modelId="{0ACC1A00-140A-CA45-A42F-BA91CCE243D3}" type="presParOf" srcId="{922C33AA-1E50-0447-AA1D-2190DE391BAA}" destId="{AF6C5AE2-FA9B-BC40-BB72-9F24A55C51C0}" srcOrd="3" destOrd="0" presId="urn:microsoft.com/office/officeart/2005/8/layout/orgChart1"/>
    <dgm:cxn modelId="{266CDA9C-9EA4-5A41-9105-2E07971B9B3B}" type="presParOf" srcId="{AF6C5AE2-FA9B-BC40-BB72-9F24A55C51C0}" destId="{3C7F9785-93F9-7F44-B023-324831CDAC5E}" srcOrd="0" destOrd="0" presId="urn:microsoft.com/office/officeart/2005/8/layout/orgChart1"/>
    <dgm:cxn modelId="{BE7961A7-F5C6-1D4C-B1A4-0AA528D18F59}" type="presParOf" srcId="{3C7F9785-93F9-7F44-B023-324831CDAC5E}" destId="{AC6FAD4D-7054-D545-BC9E-82C73AD4FB40}" srcOrd="0" destOrd="0" presId="urn:microsoft.com/office/officeart/2005/8/layout/orgChart1"/>
    <dgm:cxn modelId="{131AAFDC-F55C-4747-82A3-8B95E3F77212}" type="presParOf" srcId="{3C7F9785-93F9-7F44-B023-324831CDAC5E}" destId="{58C35663-92F2-9B4C-953F-B34B8B0C083A}" srcOrd="1" destOrd="0" presId="urn:microsoft.com/office/officeart/2005/8/layout/orgChart1"/>
    <dgm:cxn modelId="{30666022-18AA-CA41-9408-BAB42EE1F55C}" type="presParOf" srcId="{AF6C5AE2-FA9B-BC40-BB72-9F24A55C51C0}" destId="{A479BD1D-793D-8B45-AF6B-00BB75D1C6D9}" srcOrd="1" destOrd="0" presId="urn:microsoft.com/office/officeart/2005/8/layout/orgChart1"/>
    <dgm:cxn modelId="{E4F8F5AD-C787-E842-83D8-58A607C4F510}" type="presParOf" srcId="{AF6C5AE2-FA9B-BC40-BB72-9F24A55C51C0}" destId="{5774D8CB-2553-C540-918E-C752159E291D}" srcOrd="2" destOrd="0" presId="urn:microsoft.com/office/officeart/2005/8/layout/orgChart1"/>
    <dgm:cxn modelId="{7648ADE1-513A-E741-B5A0-DD5CD0525E68}" type="presParOf" srcId="{5774D8CB-2553-C540-918E-C752159E291D}" destId="{CD8F44C0-198D-6F48-800A-EFA1FD8ADBD1}" srcOrd="0" destOrd="0" presId="urn:microsoft.com/office/officeart/2005/8/layout/orgChart1"/>
    <dgm:cxn modelId="{B65DA379-5755-1649-83F8-DDD17A182736}" type="presParOf" srcId="{5774D8CB-2553-C540-918E-C752159E291D}" destId="{B33BD3E7-26C2-0443-9884-DBCCD4DAF9D9}" srcOrd="1" destOrd="0" presId="urn:microsoft.com/office/officeart/2005/8/layout/orgChart1"/>
    <dgm:cxn modelId="{F1A63B2C-287F-494F-B136-E050D9392D7A}" type="presParOf" srcId="{B33BD3E7-26C2-0443-9884-DBCCD4DAF9D9}" destId="{B7500E4B-ED3B-0640-9417-8DC48D0337CB}" srcOrd="0" destOrd="0" presId="urn:microsoft.com/office/officeart/2005/8/layout/orgChart1"/>
    <dgm:cxn modelId="{F19C07DB-803E-664E-8B4F-69B56ADC26EE}" type="presParOf" srcId="{B7500E4B-ED3B-0640-9417-8DC48D0337CB}" destId="{7CE7F9B8-E497-2847-AE2F-E6A0E6FCE62F}" srcOrd="0" destOrd="0" presId="urn:microsoft.com/office/officeart/2005/8/layout/orgChart1"/>
    <dgm:cxn modelId="{3C65532A-341B-1E42-9CEB-CBF12744A36B}" type="presParOf" srcId="{B7500E4B-ED3B-0640-9417-8DC48D0337CB}" destId="{05CA7910-24C2-5145-9790-07EBBB36BE29}" srcOrd="1" destOrd="0" presId="urn:microsoft.com/office/officeart/2005/8/layout/orgChart1"/>
    <dgm:cxn modelId="{111A91CA-0C77-6942-97C6-FC7F7A8CD97A}" type="presParOf" srcId="{B33BD3E7-26C2-0443-9884-DBCCD4DAF9D9}" destId="{F1B8B6ED-B0AB-3E48-AFE2-DCB3869A0543}" srcOrd="1" destOrd="0" presId="urn:microsoft.com/office/officeart/2005/8/layout/orgChart1"/>
    <dgm:cxn modelId="{7623FEA5-5DCD-504D-8A4F-720EC3A98A46}" type="presParOf" srcId="{B33BD3E7-26C2-0443-9884-DBCCD4DAF9D9}" destId="{7E59CC84-F428-AC4D-9E99-0547771E6FEB}" srcOrd="2" destOrd="0" presId="urn:microsoft.com/office/officeart/2005/8/layout/orgChart1"/>
    <dgm:cxn modelId="{1F0492ED-87DE-AB43-96A1-F98528776AE4}" type="presParOf" srcId="{7E59CC84-F428-AC4D-9E99-0547771E6FEB}" destId="{C2B332BF-0EBA-A14E-A3CD-8D6B84AD23D9}" srcOrd="0" destOrd="0" presId="urn:microsoft.com/office/officeart/2005/8/layout/orgChart1"/>
    <dgm:cxn modelId="{38D71054-0E0C-AE4A-ABB0-3B22DF8850DE}" type="presParOf" srcId="{7E59CC84-F428-AC4D-9E99-0547771E6FEB}" destId="{547F2551-560C-8C4B-89BC-A5E2D21801D7}" srcOrd="1" destOrd="0" presId="urn:microsoft.com/office/officeart/2005/8/layout/orgChart1"/>
    <dgm:cxn modelId="{6BCE2BAF-EB26-E140-B071-F498B9CBD84D}" type="presParOf" srcId="{547F2551-560C-8C4B-89BC-A5E2D21801D7}" destId="{06F89244-03E2-764A-8DE2-306932429B3E}" srcOrd="0" destOrd="0" presId="urn:microsoft.com/office/officeart/2005/8/layout/orgChart1"/>
    <dgm:cxn modelId="{1B2EC16C-ECDC-484B-A8A8-B52A072F303B}" type="presParOf" srcId="{06F89244-03E2-764A-8DE2-306932429B3E}" destId="{89C92F9B-E4A6-0345-9094-629204EE2560}" srcOrd="0" destOrd="0" presId="urn:microsoft.com/office/officeart/2005/8/layout/orgChart1"/>
    <dgm:cxn modelId="{B383C19C-9ABF-EA48-B670-DCE1C8A68608}" type="presParOf" srcId="{06F89244-03E2-764A-8DE2-306932429B3E}" destId="{2DA93454-60E1-2146-B46D-AD5159BCE321}" srcOrd="1" destOrd="0" presId="urn:microsoft.com/office/officeart/2005/8/layout/orgChart1"/>
    <dgm:cxn modelId="{9ED8B6EA-11B1-6141-B05E-2D6E58729BBC}" type="presParOf" srcId="{547F2551-560C-8C4B-89BC-A5E2D21801D7}" destId="{2ECA8F5B-5FB3-E24F-89C9-FF58DF6754C7}" srcOrd="1" destOrd="0" presId="urn:microsoft.com/office/officeart/2005/8/layout/orgChart1"/>
    <dgm:cxn modelId="{2043141E-8116-2B43-96EA-43F0CF63E202}" type="presParOf" srcId="{547F2551-560C-8C4B-89BC-A5E2D21801D7}" destId="{8C89E89D-F2DA-AE4F-BBE7-18ADA1841837}" srcOrd="2" destOrd="0" presId="urn:microsoft.com/office/officeart/2005/8/layout/orgChart1"/>
    <dgm:cxn modelId="{DCFA0B44-3FBD-8D4F-B611-BD538D294134}" type="presParOf" srcId="{7E59CC84-F428-AC4D-9E99-0547771E6FEB}" destId="{97EA8320-897F-754A-AED7-1E301A326361}" srcOrd="2" destOrd="0" presId="urn:microsoft.com/office/officeart/2005/8/layout/orgChart1"/>
    <dgm:cxn modelId="{32683F25-52F1-C24F-8A84-C10D4B8C5D46}" type="presParOf" srcId="{7E59CC84-F428-AC4D-9E99-0547771E6FEB}" destId="{4D55D0B6-8471-1F4E-A98A-4F85F44D1864}" srcOrd="3" destOrd="0" presId="urn:microsoft.com/office/officeart/2005/8/layout/orgChart1"/>
    <dgm:cxn modelId="{9266E272-1713-D243-9B71-77074939DCAB}" type="presParOf" srcId="{4D55D0B6-8471-1F4E-A98A-4F85F44D1864}" destId="{01D5EAB7-EDED-AD49-8DA5-51A289FE5FD2}" srcOrd="0" destOrd="0" presId="urn:microsoft.com/office/officeart/2005/8/layout/orgChart1"/>
    <dgm:cxn modelId="{195808D3-9BD8-EE42-815F-7AF92497CF3E}" type="presParOf" srcId="{01D5EAB7-EDED-AD49-8DA5-51A289FE5FD2}" destId="{581F2BF0-E61D-D441-AC26-C75192AFCCA9}" srcOrd="0" destOrd="0" presId="urn:microsoft.com/office/officeart/2005/8/layout/orgChart1"/>
    <dgm:cxn modelId="{FAD98FBE-F1A1-6049-BB81-C8492D336B0D}" type="presParOf" srcId="{01D5EAB7-EDED-AD49-8DA5-51A289FE5FD2}" destId="{DC10CF20-34CC-1E4E-8728-8BEEC4A5D16D}" srcOrd="1" destOrd="0" presId="urn:microsoft.com/office/officeart/2005/8/layout/orgChart1"/>
    <dgm:cxn modelId="{D697EB62-B7AF-564E-8757-5864DCFB28CA}" type="presParOf" srcId="{4D55D0B6-8471-1F4E-A98A-4F85F44D1864}" destId="{32F46C83-0936-9C49-85AD-E19E0DB005BE}" srcOrd="1" destOrd="0" presId="urn:microsoft.com/office/officeart/2005/8/layout/orgChart1"/>
    <dgm:cxn modelId="{D62A283E-9477-824B-A904-47B4C439BF20}" type="presParOf" srcId="{4D55D0B6-8471-1F4E-A98A-4F85F44D1864}" destId="{E7083CB5-733F-DF47-BEF6-6A0371D0AE5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 dirty="0"/>
            <a:t>LLMs broad classification</a:t>
          </a:r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A9CC8A88-F5AB-604B-8065-C899EA839303}" type="asst">
      <dgm:prSet phldrT="[Text]"/>
      <dgm:spPr/>
      <dgm:t>
        <a:bodyPr/>
        <a:lstStyle/>
        <a:p>
          <a:r>
            <a:rPr lang="en-US" dirty="0"/>
            <a:t>LLM’S models and performance</a:t>
          </a:r>
        </a:p>
      </dgm:t>
    </dgm:pt>
    <dgm:pt modelId="{D765F274-D749-3A46-B22F-EE789B73ED21}" type="sibTrans" cxnId="{61B10ABC-2C28-4A4E-B04C-24E5EA8B90EC}">
      <dgm:prSet/>
      <dgm:spPr/>
      <dgm:t>
        <a:bodyPr/>
        <a:lstStyle/>
        <a:p>
          <a:endParaRPr lang="en-US"/>
        </a:p>
      </dgm:t>
    </dgm:pt>
    <dgm:pt modelId="{00C13D02-9486-2B40-B1D8-61C3F420AF25}" type="parTrans" cxnId="{61B10ABC-2C28-4A4E-B04C-24E5EA8B90EC}">
      <dgm:prSet/>
      <dgm:spPr/>
      <dgm:t>
        <a:bodyPr/>
        <a:lstStyle/>
        <a:p>
          <a:endParaRPr lang="en-US"/>
        </a:p>
      </dgm:t>
    </dgm:pt>
    <dgm:pt modelId="{EED6B620-F621-4D48-8196-39B6107039D5}">
      <dgm:prSet phldrT="[Text]"/>
      <dgm:spPr/>
      <dgm:t>
        <a:bodyPr/>
        <a:lstStyle/>
        <a:p>
          <a:r>
            <a:rPr lang="en-US"/>
            <a:t>Local LLMs</a:t>
          </a:r>
        </a:p>
      </dgm:t>
    </dgm:pt>
    <dgm:pt modelId="{08BFBB52-97C9-384C-BE94-56C78C118A7B}" type="sibTrans" cxnId="{5055D7C3-F86A-9548-8ADE-58A223ABD0B4}">
      <dgm:prSet/>
      <dgm:spPr/>
      <dgm:t>
        <a:bodyPr/>
        <a:lstStyle/>
        <a:p>
          <a:endParaRPr lang="en-US"/>
        </a:p>
      </dgm:t>
    </dgm:pt>
    <dgm:pt modelId="{C58CC79E-3EB6-A84D-A6F4-FE7FBFC108CC}" type="parTrans" cxnId="{5055D7C3-F86A-9548-8ADE-58A223ABD0B4}">
      <dgm:prSet/>
      <dgm:spPr/>
      <dgm:t>
        <a:bodyPr/>
        <a:lstStyle/>
        <a:p>
          <a:endParaRPr lang="en-US"/>
        </a:p>
      </dgm:t>
    </dgm:pt>
    <dgm:pt modelId="{44B7352D-A0B5-9244-8069-5A17624B2334}" type="asst">
      <dgm:prSet/>
      <dgm:spPr/>
      <dgm:t>
        <a:bodyPr/>
        <a:lstStyle/>
        <a:p>
          <a:r>
            <a:rPr lang="en-US" dirty="0"/>
            <a:t>Small &lt; 15B parameters</a:t>
          </a:r>
        </a:p>
      </dgm:t>
    </dgm:pt>
    <dgm:pt modelId="{41F88030-639D-2C4B-B5AB-D953D297FB79}" type="parTrans" cxnId="{F0A5E2F6-5939-994B-A6D8-56239D73EFC6}">
      <dgm:prSet/>
      <dgm:spPr/>
      <dgm:t>
        <a:bodyPr/>
        <a:lstStyle/>
        <a:p>
          <a:endParaRPr lang="en-US"/>
        </a:p>
      </dgm:t>
    </dgm:pt>
    <dgm:pt modelId="{551698B0-E2FC-734F-A56D-B4A3C0DF4C66}" type="sibTrans" cxnId="{F0A5E2F6-5939-994B-A6D8-56239D73EFC6}">
      <dgm:prSet/>
      <dgm:spPr/>
      <dgm:t>
        <a:bodyPr/>
        <a:lstStyle/>
        <a:p>
          <a:endParaRPr lang="en-US"/>
        </a:p>
      </dgm:t>
    </dgm:pt>
    <dgm:pt modelId="{149EE9D6-88A7-5F44-BF07-C5E5B98A18C1}" type="asst">
      <dgm:prSet/>
      <dgm:spPr/>
      <dgm:t>
        <a:bodyPr/>
        <a:lstStyle/>
        <a:p>
          <a:r>
            <a:rPr lang="en-US" dirty="0"/>
            <a:t>Medium 15–25B parameters</a:t>
          </a:r>
        </a:p>
      </dgm:t>
    </dgm:pt>
    <dgm:pt modelId="{182AE657-673F-E448-A57A-F4AB02C3A719}" type="parTrans" cxnId="{DFC8D8A7-6FC7-A94B-8A68-EFC64116E4F0}">
      <dgm:prSet/>
      <dgm:spPr/>
      <dgm:t>
        <a:bodyPr/>
        <a:lstStyle/>
        <a:p>
          <a:endParaRPr lang="en-US"/>
        </a:p>
      </dgm:t>
    </dgm:pt>
    <dgm:pt modelId="{194DF54A-8E9E-EF48-96FD-EA8DCD93A2E3}" type="sibTrans" cxnId="{DFC8D8A7-6FC7-A94B-8A68-EFC64116E4F0}">
      <dgm:prSet/>
      <dgm:spPr/>
      <dgm:t>
        <a:bodyPr/>
        <a:lstStyle/>
        <a:p>
          <a:endParaRPr lang="en-US"/>
        </a:p>
      </dgm:t>
    </dgm:pt>
    <dgm:pt modelId="{41A444D4-8C82-2E44-AE60-7CDB2B82FCB9}" type="asst">
      <dgm:prSet phldrT="[Text]"/>
      <dgm:spPr/>
      <dgm:t>
        <a:bodyPr/>
        <a:lstStyle/>
        <a:p>
          <a:r>
            <a:rPr lang="en-US" dirty="0"/>
            <a:t>Code specialized</a:t>
          </a:r>
        </a:p>
      </dgm:t>
    </dgm:pt>
    <dgm:pt modelId="{D22A4094-E3B8-7F43-82B9-128F95D2E1BC}" type="parTrans" cxnId="{484B01A1-9E03-494B-A2B6-9C249D6DED3D}">
      <dgm:prSet/>
      <dgm:spPr/>
      <dgm:t>
        <a:bodyPr/>
        <a:lstStyle/>
        <a:p>
          <a:endParaRPr lang="en-US"/>
        </a:p>
      </dgm:t>
    </dgm:pt>
    <dgm:pt modelId="{44171222-52E6-5847-8621-75FB0362FA44}" type="sibTrans" cxnId="{484B01A1-9E03-494B-A2B6-9C249D6DED3D}">
      <dgm:prSet/>
      <dgm:spPr/>
      <dgm:t>
        <a:bodyPr/>
        <a:lstStyle/>
        <a:p>
          <a:endParaRPr lang="en-US"/>
        </a:p>
      </dgm:t>
    </dgm:pt>
    <dgm:pt modelId="{B65BE66F-7654-AE41-90A1-CBC5842B1D32}" type="asst">
      <dgm:prSet/>
      <dgm:spPr/>
      <dgm:t>
        <a:bodyPr/>
        <a:lstStyle/>
        <a:p>
          <a:r>
            <a:rPr lang="en-US" dirty="0"/>
            <a:t>Large 25-35B</a:t>
          </a:r>
        </a:p>
        <a:p>
          <a:r>
            <a:rPr lang="en-US" dirty="0"/>
            <a:t>parameters</a:t>
          </a:r>
        </a:p>
      </dgm:t>
    </dgm:pt>
    <dgm:pt modelId="{399C84AF-5E73-6946-B509-F17AADF71819}" type="parTrans" cxnId="{F21B978F-BEBE-C542-9498-6F976F6E687F}">
      <dgm:prSet/>
      <dgm:spPr/>
      <dgm:t>
        <a:bodyPr/>
        <a:lstStyle/>
        <a:p>
          <a:endParaRPr lang="en-US"/>
        </a:p>
      </dgm:t>
    </dgm:pt>
    <dgm:pt modelId="{067F5C9B-E9B5-BA4F-B0DD-B8210CE6C655}" type="sibTrans" cxnId="{F21B978F-BEBE-C542-9498-6F976F6E687F}">
      <dgm:prSet/>
      <dgm:spPr/>
      <dgm:t>
        <a:bodyPr/>
        <a:lstStyle/>
        <a:p>
          <a:endParaRPr lang="en-US"/>
        </a:p>
      </dgm:t>
    </dgm:pt>
    <dgm:pt modelId="{7A4B3E37-EDF6-DE49-AC8D-6312E549DE3D}" type="asst">
      <dgm:prSet/>
      <dgm:spPr/>
      <dgm:t>
        <a:bodyPr/>
        <a:lstStyle/>
        <a:p>
          <a:r>
            <a:rPr lang="en-US" dirty="0"/>
            <a:t>Extra Large &gt;40B parameters</a:t>
          </a:r>
        </a:p>
      </dgm:t>
    </dgm:pt>
    <dgm:pt modelId="{9DDEFC82-798C-F74F-A42A-EB56290225C5}" type="parTrans" cxnId="{29F81852-6A27-0842-8F24-AEA3A7051A18}">
      <dgm:prSet/>
      <dgm:spPr/>
      <dgm:t>
        <a:bodyPr/>
        <a:lstStyle/>
        <a:p>
          <a:endParaRPr lang="en-US"/>
        </a:p>
      </dgm:t>
    </dgm:pt>
    <dgm:pt modelId="{0739F9F1-1944-3E46-B5F2-FE5B10078AEB}" type="sibTrans" cxnId="{29F81852-6A27-0842-8F24-AEA3A7051A18}">
      <dgm:prSet/>
      <dgm:spPr/>
      <dgm:t>
        <a:bodyPr/>
        <a:lstStyle/>
        <a:p>
          <a:endParaRPr lang="en-US"/>
        </a:p>
      </dgm:t>
    </dgm:pt>
    <dgm:pt modelId="{0848CF13-9B71-174F-BC7E-3433ADF115D2}" type="asst">
      <dgm:prSet phldrT="[Text]"/>
      <dgm:spPr/>
      <dgm:t>
        <a:bodyPr/>
        <a:lstStyle/>
        <a:p>
          <a:r>
            <a:rPr lang="en-US"/>
            <a:t>General purpose</a:t>
          </a:r>
          <a:endParaRPr lang="en-US" dirty="0"/>
        </a:p>
      </dgm:t>
    </dgm:pt>
    <dgm:pt modelId="{EF74BACB-2AE2-AC48-B733-0BB3E919ADAB}" type="parTrans" cxnId="{A7FEFFE6-C7D1-1A48-AB5B-3AB7C6ADBBAC}">
      <dgm:prSet/>
      <dgm:spPr/>
      <dgm:t>
        <a:bodyPr/>
        <a:lstStyle/>
        <a:p>
          <a:endParaRPr lang="en-US"/>
        </a:p>
      </dgm:t>
    </dgm:pt>
    <dgm:pt modelId="{E68F2401-ECF2-CA44-B3D1-B3DDBC6A87E5}" type="sibTrans" cxnId="{A7FEFFE6-C7D1-1A48-AB5B-3AB7C6ADBBAC}">
      <dgm:prSet/>
      <dgm:spPr/>
      <dgm:t>
        <a:bodyPr/>
        <a:lstStyle/>
        <a:p>
          <a:endParaRPr lang="en-US"/>
        </a:p>
      </dgm:t>
    </dgm:pt>
    <dgm:pt modelId="{783D99BB-831E-EE4B-801F-04615F95387E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B7985BC-A21E-C849-9BC7-521884006BF5}" type="pres">
      <dgm:prSet presAssocID="{EED6B620-F621-4D48-8196-39B6107039D5}" presName="hierRoot1" presStyleCnt="0">
        <dgm:presLayoutVars>
          <dgm:hierBranch val="init"/>
        </dgm:presLayoutVars>
      </dgm:prSet>
      <dgm:spPr/>
    </dgm:pt>
    <dgm:pt modelId="{5481D720-3E8C-724E-BBB6-9EFD669A2F16}" type="pres">
      <dgm:prSet presAssocID="{EED6B620-F621-4D48-8196-39B6107039D5}" presName="rootComposite1" presStyleCnt="0"/>
      <dgm:spPr/>
    </dgm:pt>
    <dgm:pt modelId="{90D3DC3B-9E00-ED43-BAF0-7F97E3442039}" type="pres">
      <dgm:prSet presAssocID="{EED6B620-F621-4D48-8196-39B6107039D5}" presName="rootText1" presStyleLbl="node0" presStyleIdx="0" presStyleCnt="1">
        <dgm:presLayoutVars>
          <dgm:chPref val="3"/>
        </dgm:presLayoutVars>
      </dgm:prSet>
      <dgm:spPr/>
    </dgm:pt>
    <dgm:pt modelId="{93F47228-D0DC-6D42-A146-EFAF13E5E04D}" type="pres">
      <dgm:prSet presAssocID="{EED6B620-F621-4D48-8196-39B6107039D5}" presName="rootConnector1" presStyleLbl="node1" presStyleIdx="0" presStyleCnt="0"/>
      <dgm:spPr/>
    </dgm:pt>
    <dgm:pt modelId="{2518357A-D798-AC49-AB30-9D51AE4B0D70}" type="pres">
      <dgm:prSet presAssocID="{EED6B620-F621-4D48-8196-39B6107039D5}" presName="hierChild2" presStyleCnt="0"/>
      <dgm:spPr/>
    </dgm:pt>
    <dgm:pt modelId="{6C4767E9-24A7-D346-B7D1-72537A05BFD6}" type="pres">
      <dgm:prSet presAssocID="{EED6B620-F621-4D48-8196-39B6107039D5}" presName="hierChild3" presStyleCnt="0"/>
      <dgm:spPr/>
    </dgm:pt>
    <dgm:pt modelId="{9352DF22-22AD-B244-A3F1-DE29C2B32BEA}" type="pres">
      <dgm:prSet presAssocID="{00C13D02-9486-2B40-B1D8-61C3F420AF25}" presName="Name111" presStyleLbl="parChTrans1D2" presStyleIdx="0" presStyleCnt="2"/>
      <dgm:spPr/>
    </dgm:pt>
    <dgm:pt modelId="{36F70B3C-F701-F745-8013-C57DB68EB1C6}" type="pres">
      <dgm:prSet presAssocID="{A9CC8A88-F5AB-604B-8065-C899EA839303}" presName="hierRoot3" presStyleCnt="0">
        <dgm:presLayoutVars>
          <dgm:hierBranch val="init"/>
        </dgm:presLayoutVars>
      </dgm:prSet>
      <dgm:spPr/>
    </dgm:pt>
    <dgm:pt modelId="{E2F74881-3889-2E4C-9357-4340D5B3BDE6}" type="pres">
      <dgm:prSet presAssocID="{A9CC8A88-F5AB-604B-8065-C899EA839303}" presName="rootComposite3" presStyleCnt="0"/>
      <dgm:spPr/>
    </dgm:pt>
    <dgm:pt modelId="{8ED78151-6FBA-C540-8881-A585DBA99B60}" type="pres">
      <dgm:prSet presAssocID="{A9CC8A88-F5AB-604B-8065-C899EA839303}" presName="rootText3" presStyleLbl="asst1" presStyleIdx="0" presStyleCnt="8">
        <dgm:presLayoutVars>
          <dgm:chPref val="3"/>
        </dgm:presLayoutVars>
      </dgm:prSet>
      <dgm:spPr/>
    </dgm:pt>
    <dgm:pt modelId="{AB68D564-77D3-A54B-BECB-A0B803ABEC5D}" type="pres">
      <dgm:prSet presAssocID="{A9CC8A88-F5AB-604B-8065-C899EA839303}" presName="rootConnector3" presStyleLbl="asst1" presStyleIdx="0" presStyleCnt="8"/>
      <dgm:spPr/>
    </dgm:pt>
    <dgm:pt modelId="{CBAB2917-F1E8-2348-A51A-CEEDCDEC90D0}" type="pres">
      <dgm:prSet presAssocID="{A9CC8A88-F5AB-604B-8065-C899EA839303}" presName="hierChild6" presStyleCnt="0"/>
      <dgm:spPr/>
    </dgm:pt>
    <dgm:pt modelId="{247E3F2B-C8A5-6148-A15A-7A0E6847F4D3}" type="pres">
      <dgm:prSet presAssocID="{A9CC8A88-F5AB-604B-8065-C899EA839303}" presName="hierChild7" presStyleCnt="0"/>
      <dgm:spPr/>
    </dgm:pt>
    <dgm:pt modelId="{63E1BB63-F1C5-2F41-9499-52DA98D01487}" type="pres">
      <dgm:prSet presAssocID="{41F88030-639D-2C4B-B5AB-D953D297FB79}" presName="Name111" presStyleLbl="parChTrans1D3" presStyleIdx="0" presStyleCnt="6"/>
      <dgm:spPr/>
    </dgm:pt>
    <dgm:pt modelId="{CE75C84A-8262-874A-914C-DB1EE986B3C3}" type="pres">
      <dgm:prSet presAssocID="{44B7352D-A0B5-9244-8069-5A17624B2334}" presName="hierRoot3" presStyleCnt="0">
        <dgm:presLayoutVars>
          <dgm:hierBranch val="init"/>
        </dgm:presLayoutVars>
      </dgm:prSet>
      <dgm:spPr/>
    </dgm:pt>
    <dgm:pt modelId="{ECFB2380-AB0E-AF45-8F42-F2A25CC74F94}" type="pres">
      <dgm:prSet presAssocID="{44B7352D-A0B5-9244-8069-5A17624B2334}" presName="rootComposite3" presStyleCnt="0"/>
      <dgm:spPr/>
    </dgm:pt>
    <dgm:pt modelId="{31B6135D-BBB0-6C46-A0F7-855FF2B8AD98}" type="pres">
      <dgm:prSet presAssocID="{44B7352D-A0B5-9244-8069-5A17624B2334}" presName="rootText3" presStyleLbl="asst1" presStyleIdx="1" presStyleCnt="8">
        <dgm:presLayoutVars>
          <dgm:chPref val="3"/>
        </dgm:presLayoutVars>
      </dgm:prSet>
      <dgm:spPr/>
    </dgm:pt>
    <dgm:pt modelId="{D1D8165D-2DEF-AE49-8838-BD20E0562301}" type="pres">
      <dgm:prSet presAssocID="{44B7352D-A0B5-9244-8069-5A17624B2334}" presName="rootConnector3" presStyleLbl="asst1" presStyleIdx="1" presStyleCnt="8"/>
      <dgm:spPr/>
    </dgm:pt>
    <dgm:pt modelId="{0CB4F5B0-A223-6C4E-86ED-E5D4BDBE5DB2}" type="pres">
      <dgm:prSet presAssocID="{44B7352D-A0B5-9244-8069-5A17624B2334}" presName="hierChild6" presStyleCnt="0"/>
      <dgm:spPr/>
    </dgm:pt>
    <dgm:pt modelId="{4E3E11AE-5BD8-9A46-AA4D-80E9DDC8A979}" type="pres">
      <dgm:prSet presAssocID="{44B7352D-A0B5-9244-8069-5A17624B2334}" presName="hierChild7" presStyleCnt="0"/>
      <dgm:spPr/>
    </dgm:pt>
    <dgm:pt modelId="{2227EE65-C28D-724D-A6F9-AD42BDEBCEC6}" type="pres">
      <dgm:prSet presAssocID="{182AE657-673F-E448-A57A-F4AB02C3A719}" presName="Name111" presStyleLbl="parChTrans1D3" presStyleIdx="1" presStyleCnt="6"/>
      <dgm:spPr/>
    </dgm:pt>
    <dgm:pt modelId="{2F98076E-B8F0-F347-8CE4-7AAD5FE6F1F0}" type="pres">
      <dgm:prSet presAssocID="{149EE9D6-88A7-5F44-BF07-C5E5B98A18C1}" presName="hierRoot3" presStyleCnt="0">
        <dgm:presLayoutVars>
          <dgm:hierBranch val="init"/>
        </dgm:presLayoutVars>
      </dgm:prSet>
      <dgm:spPr/>
    </dgm:pt>
    <dgm:pt modelId="{04C295BD-6ABC-0C46-9D1E-D3F9727619DE}" type="pres">
      <dgm:prSet presAssocID="{149EE9D6-88A7-5F44-BF07-C5E5B98A18C1}" presName="rootComposite3" presStyleCnt="0"/>
      <dgm:spPr/>
    </dgm:pt>
    <dgm:pt modelId="{E3E5E074-DEAD-8841-AEC9-CE49CE329B56}" type="pres">
      <dgm:prSet presAssocID="{149EE9D6-88A7-5F44-BF07-C5E5B98A18C1}" presName="rootText3" presStyleLbl="asst1" presStyleIdx="2" presStyleCnt="8">
        <dgm:presLayoutVars>
          <dgm:chPref val="3"/>
        </dgm:presLayoutVars>
      </dgm:prSet>
      <dgm:spPr/>
    </dgm:pt>
    <dgm:pt modelId="{398C6180-C7D2-EE46-AD0C-CBD3D73D1AD2}" type="pres">
      <dgm:prSet presAssocID="{149EE9D6-88A7-5F44-BF07-C5E5B98A18C1}" presName="rootConnector3" presStyleLbl="asst1" presStyleIdx="2" presStyleCnt="8"/>
      <dgm:spPr/>
    </dgm:pt>
    <dgm:pt modelId="{A5E810CB-E2EA-6B45-BF98-38387E3BE70D}" type="pres">
      <dgm:prSet presAssocID="{149EE9D6-88A7-5F44-BF07-C5E5B98A18C1}" presName="hierChild6" presStyleCnt="0"/>
      <dgm:spPr/>
    </dgm:pt>
    <dgm:pt modelId="{EEBEBB5E-6292-0C41-A97A-81706B72CB1C}" type="pres">
      <dgm:prSet presAssocID="{149EE9D6-88A7-5F44-BF07-C5E5B98A18C1}" presName="hierChild7" presStyleCnt="0"/>
      <dgm:spPr/>
    </dgm:pt>
    <dgm:pt modelId="{AD576900-9EFB-CA46-96C6-E522D87B0BEC}" type="pres">
      <dgm:prSet presAssocID="{399C84AF-5E73-6946-B509-F17AADF71819}" presName="Name111" presStyleLbl="parChTrans1D3" presStyleIdx="2" presStyleCnt="6"/>
      <dgm:spPr/>
    </dgm:pt>
    <dgm:pt modelId="{69AD1186-01A1-B845-A7DE-54866ADEE816}" type="pres">
      <dgm:prSet presAssocID="{B65BE66F-7654-AE41-90A1-CBC5842B1D32}" presName="hierRoot3" presStyleCnt="0">
        <dgm:presLayoutVars>
          <dgm:hierBranch val="init"/>
        </dgm:presLayoutVars>
      </dgm:prSet>
      <dgm:spPr/>
    </dgm:pt>
    <dgm:pt modelId="{6BAC1D13-4B75-6B4A-B2C9-F0D451EF14B1}" type="pres">
      <dgm:prSet presAssocID="{B65BE66F-7654-AE41-90A1-CBC5842B1D32}" presName="rootComposite3" presStyleCnt="0"/>
      <dgm:spPr/>
    </dgm:pt>
    <dgm:pt modelId="{B7849C06-8DF5-EF44-85CB-A3D1468BA21F}" type="pres">
      <dgm:prSet presAssocID="{B65BE66F-7654-AE41-90A1-CBC5842B1D32}" presName="rootText3" presStyleLbl="asst1" presStyleIdx="3" presStyleCnt="8">
        <dgm:presLayoutVars>
          <dgm:chPref val="3"/>
        </dgm:presLayoutVars>
      </dgm:prSet>
      <dgm:spPr/>
    </dgm:pt>
    <dgm:pt modelId="{5B17B1C9-B479-BE46-A535-7371C79ED86E}" type="pres">
      <dgm:prSet presAssocID="{B65BE66F-7654-AE41-90A1-CBC5842B1D32}" presName="rootConnector3" presStyleLbl="asst1" presStyleIdx="3" presStyleCnt="8"/>
      <dgm:spPr/>
    </dgm:pt>
    <dgm:pt modelId="{A64FDCF8-8803-274D-A578-00F7A197C382}" type="pres">
      <dgm:prSet presAssocID="{B65BE66F-7654-AE41-90A1-CBC5842B1D32}" presName="hierChild6" presStyleCnt="0"/>
      <dgm:spPr/>
    </dgm:pt>
    <dgm:pt modelId="{449D8C06-F7D1-2346-8CD6-73E88ACAD85C}" type="pres">
      <dgm:prSet presAssocID="{B65BE66F-7654-AE41-90A1-CBC5842B1D32}" presName="hierChild7" presStyleCnt="0"/>
      <dgm:spPr/>
    </dgm:pt>
    <dgm:pt modelId="{17F66B8F-4856-D841-B1A7-DD422287D031}" type="pres">
      <dgm:prSet presAssocID="{9DDEFC82-798C-F74F-A42A-EB56290225C5}" presName="Name111" presStyleLbl="parChTrans1D3" presStyleIdx="3" presStyleCnt="6"/>
      <dgm:spPr/>
    </dgm:pt>
    <dgm:pt modelId="{3D07A06A-749F-B144-8694-CD023C4E812F}" type="pres">
      <dgm:prSet presAssocID="{7A4B3E37-EDF6-DE49-AC8D-6312E549DE3D}" presName="hierRoot3" presStyleCnt="0">
        <dgm:presLayoutVars>
          <dgm:hierBranch val="init"/>
        </dgm:presLayoutVars>
      </dgm:prSet>
      <dgm:spPr/>
    </dgm:pt>
    <dgm:pt modelId="{C6E1BDB0-F30C-9F4C-8D15-195B5054C12D}" type="pres">
      <dgm:prSet presAssocID="{7A4B3E37-EDF6-DE49-AC8D-6312E549DE3D}" presName="rootComposite3" presStyleCnt="0"/>
      <dgm:spPr/>
    </dgm:pt>
    <dgm:pt modelId="{9CF5B2CA-DA0B-C641-BF2B-37D17AFBDA4B}" type="pres">
      <dgm:prSet presAssocID="{7A4B3E37-EDF6-DE49-AC8D-6312E549DE3D}" presName="rootText3" presStyleLbl="asst1" presStyleIdx="4" presStyleCnt="8">
        <dgm:presLayoutVars>
          <dgm:chPref val="3"/>
        </dgm:presLayoutVars>
      </dgm:prSet>
      <dgm:spPr/>
    </dgm:pt>
    <dgm:pt modelId="{5886F672-697B-5745-86DF-93CC1D49DB92}" type="pres">
      <dgm:prSet presAssocID="{7A4B3E37-EDF6-DE49-AC8D-6312E549DE3D}" presName="rootConnector3" presStyleLbl="asst1" presStyleIdx="4" presStyleCnt="8"/>
      <dgm:spPr/>
    </dgm:pt>
    <dgm:pt modelId="{56CDDAB0-00EE-1B47-B293-850B5DCD609C}" type="pres">
      <dgm:prSet presAssocID="{7A4B3E37-EDF6-DE49-AC8D-6312E549DE3D}" presName="hierChild6" presStyleCnt="0"/>
      <dgm:spPr/>
    </dgm:pt>
    <dgm:pt modelId="{D893FE4B-B381-5F48-B182-4080391DA1CE}" type="pres">
      <dgm:prSet presAssocID="{7A4B3E37-EDF6-DE49-AC8D-6312E549DE3D}" presName="hierChild7" presStyleCnt="0"/>
      <dgm:spPr/>
    </dgm:pt>
    <dgm:pt modelId="{114909A2-745E-464E-BEA4-60E9F48022E0}" type="pres">
      <dgm:prSet presAssocID="{F4F84EAB-B204-C64C-AB08-E15216797A89}" presName="Name111" presStyleLbl="parChTrans1D2" presStyleIdx="1" presStyleCnt="2"/>
      <dgm:spPr/>
    </dgm:pt>
    <dgm:pt modelId="{FAA0CB0C-69C1-8349-9393-9F75F35332EC}" type="pres">
      <dgm:prSet presAssocID="{934B928C-2585-E841-BF7B-ED007AEFEE98}" presName="hierRoot3" presStyleCnt="0">
        <dgm:presLayoutVars>
          <dgm:hierBranch val="init"/>
        </dgm:presLayoutVars>
      </dgm:prSet>
      <dgm:spPr/>
    </dgm:pt>
    <dgm:pt modelId="{FF4CC039-3096-064E-B2FF-3DABFD855802}" type="pres">
      <dgm:prSet presAssocID="{934B928C-2585-E841-BF7B-ED007AEFEE98}" presName="rootComposite3" presStyleCnt="0"/>
      <dgm:spPr/>
    </dgm:pt>
    <dgm:pt modelId="{1EE1F2E5-1917-4D41-8627-22EA40F9CEA6}" type="pres">
      <dgm:prSet presAssocID="{934B928C-2585-E841-BF7B-ED007AEFEE98}" presName="rootText3" presStyleLbl="asst1" presStyleIdx="5" presStyleCnt="8">
        <dgm:presLayoutVars>
          <dgm:chPref val="3"/>
        </dgm:presLayoutVars>
      </dgm:prSet>
      <dgm:spPr/>
    </dgm:pt>
    <dgm:pt modelId="{9830C7FE-FFC3-3748-A1A6-AF06EC417396}" type="pres">
      <dgm:prSet presAssocID="{934B928C-2585-E841-BF7B-ED007AEFEE98}" presName="rootConnector3" presStyleLbl="asst1" presStyleIdx="5" presStyleCnt="8"/>
      <dgm:spPr/>
    </dgm:pt>
    <dgm:pt modelId="{03ACF482-92B7-634D-9CA7-B1B7A5B9DE99}" type="pres">
      <dgm:prSet presAssocID="{934B928C-2585-E841-BF7B-ED007AEFEE98}" presName="hierChild6" presStyleCnt="0"/>
      <dgm:spPr/>
    </dgm:pt>
    <dgm:pt modelId="{B1326C7C-1220-0442-BAD9-0F0800612433}" type="pres">
      <dgm:prSet presAssocID="{934B928C-2585-E841-BF7B-ED007AEFEE98}" presName="hierChild7" presStyleCnt="0"/>
      <dgm:spPr/>
    </dgm:pt>
    <dgm:pt modelId="{29FC5D7E-7488-CF4A-BAE8-8DFE1B53EEDF}" type="pres">
      <dgm:prSet presAssocID="{D22A4094-E3B8-7F43-82B9-128F95D2E1BC}" presName="Name111" presStyleLbl="parChTrans1D3" presStyleIdx="4" presStyleCnt="6"/>
      <dgm:spPr/>
    </dgm:pt>
    <dgm:pt modelId="{41B6653E-C3B2-5641-9ABD-2FC67E88DD64}" type="pres">
      <dgm:prSet presAssocID="{41A444D4-8C82-2E44-AE60-7CDB2B82FCB9}" presName="hierRoot3" presStyleCnt="0">
        <dgm:presLayoutVars>
          <dgm:hierBranch val="init"/>
        </dgm:presLayoutVars>
      </dgm:prSet>
      <dgm:spPr/>
    </dgm:pt>
    <dgm:pt modelId="{8191059F-05D2-2B48-A8A6-E261763330E3}" type="pres">
      <dgm:prSet presAssocID="{41A444D4-8C82-2E44-AE60-7CDB2B82FCB9}" presName="rootComposite3" presStyleCnt="0"/>
      <dgm:spPr/>
    </dgm:pt>
    <dgm:pt modelId="{06D020A0-CCCD-2D4E-9654-7E3CE0D9B385}" type="pres">
      <dgm:prSet presAssocID="{41A444D4-8C82-2E44-AE60-7CDB2B82FCB9}" presName="rootText3" presStyleLbl="asst1" presStyleIdx="6" presStyleCnt="8">
        <dgm:presLayoutVars>
          <dgm:chPref val="3"/>
        </dgm:presLayoutVars>
      </dgm:prSet>
      <dgm:spPr/>
    </dgm:pt>
    <dgm:pt modelId="{A82B8A88-CFA4-9F4E-96D5-C6D926D6F087}" type="pres">
      <dgm:prSet presAssocID="{41A444D4-8C82-2E44-AE60-7CDB2B82FCB9}" presName="rootConnector3" presStyleLbl="asst1" presStyleIdx="6" presStyleCnt="8"/>
      <dgm:spPr/>
    </dgm:pt>
    <dgm:pt modelId="{E7B111DA-FEF5-7B45-BDC2-E7C75711CF1D}" type="pres">
      <dgm:prSet presAssocID="{41A444D4-8C82-2E44-AE60-7CDB2B82FCB9}" presName="hierChild6" presStyleCnt="0"/>
      <dgm:spPr/>
    </dgm:pt>
    <dgm:pt modelId="{53090C8A-8DC9-5349-9CEC-2E240FD428F5}" type="pres">
      <dgm:prSet presAssocID="{41A444D4-8C82-2E44-AE60-7CDB2B82FCB9}" presName="hierChild7" presStyleCnt="0"/>
      <dgm:spPr/>
    </dgm:pt>
    <dgm:pt modelId="{F29DD981-7C87-C140-A0E4-9F7835BC57EB}" type="pres">
      <dgm:prSet presAssocID="{EF74BACB-2AE2-AC48-B733-0BB3E919ADAB}" presName="Name111" presStyleLbl="parChTrans1D3" presStyleIdx="5" presStyleCnt="6"/>
      <dgm:spPr/>
    </dgm:pt>
    <dgm:pt modelId="{BEE86526-C53B-034F-A6A2-1C03CFE5A9D5}" type="pres">
      <dgm:prSet presAssocID="{0848CF13-9B71-174F-BC7E-3433ADF115D2}" presName="hierRoot3" presStyleCnt="0">
        <dgm:presLayoutVars>
          <dgm:hierBranch val="init"/>
        </dgm:presLayoutVars>
      </dgm:prSet>
      <dgm:spPr/>
    </dgm:pt>
    <dgm:pt modelId="{5DB3512A-59A2-D244-9F72-41EA40219D06}" type="pres">
      <dgm:prSet presAssocID="{0848CF13-9B71-174F-BC7E-3433ADF115D2}" presName="rootComposite3" presStyleCnt="0"/>
      <dgm:spPr/>
    </dgm:pt>
    <dgm:pt modelId="{777BB7FF-EF29-5447-A325-86EC1D6251CA}" type="pres">
      <dgm:prSet presAssocID="{0848CF13-9B71-174F-BC7E-3433ADF115D2}" presName="rootText3" presStyleLbl="asst1" presStyleIdx="7" presStyleCnt="8">
        <dgm:presLayoutVars>
          <dgm:chPref val="3"/>
        </dgm:presLayoutVars>
      </dgm:prSet>
      <dgm:spPr/>
    </dgm:pt>
    <dgm:pt modelId="{31CC7C28-D315-B647-9BAC-64A3C8913464}" type="pres">
      <dgm:prSet presAssocID="{0848CF13-9B71-174F-BC7E-3433ADF115D2}" presName="rootConnector3" presStyleLbl="asst1" presStyleIdx="7" presStyleCnt="8"/>
      <dgm:spPr/>
    </dgm:pt>
    <dgm:pt modelId="{CCC7D42E-1600-0E41-A786-5D9D9D5580A9}" type="pres">
      <dgm:prSet presAssocID="{0848CF13-9B71-174F-BC7E-3433ADF115D2}" presName="hierChild6" presStyleCnt="0"/>
      <dgm:spPr/>
    </dgm:pt>
    <dgm:pt modelId="{7F6891BE-AB43-6649-B492-276AD2D2F355}" type="pres">
      <dgm:prSet presAssocID="{0848CF13-9B71-174F-BC7E-3433ADF115D2}" presName="hierChild7" presStyleCnt="0"/>
      <dgm:spPr/>
    </dgm:pt>
  </dgm:ptLst>
  <dgm:cxnLst>
    <dgm:cxn modelId="{66C95E0A-9304-9343-9460-2944754FF07A}" type="presOf" srcId="{D22A4094-E3B8-7F43-82B9-128F95D2E1BC}" destId="{29FC5D7E-7488-CF4A-BAE8-8DFE1B53EEDF}" srcOrd="0" destOrd="0" presId="urn:microsoft.com/office/officeart/2005/8/layout/orgChart1"/>
    <dgm:cxn modelId="{FFA3ED22-CB39-0440-96FB-BA5C3C9610D4}" type="presOf" srcId="{B65BE66F-7654-AE41-90A1-CBC5842B1D32}" destId="{5B17B1C9-B479-BE46-A535-7371C79ED86E}" srcOrd="1" destOrd="0" presId="urn:microsoft.com/office/officeart/2005/8/layout/orgChart1"/>
    <dgm:cxn modelId="{8A337326-09CE-A046-B580-BED1039C772C}" type="presOf" srcId="{7A4B3E37-EDF6-DE49-AC8D-6312E549DE3D}" destId="{5886F672-697B-5745-86DF-93CC1D49DB92}" srcOrd="1" destOrd="0" presId="urn:microsoft.com/office/officeart/2005/8/layout/orgChart1"/>
    <dgm:cxn modelId="{DD572132-9339-2541-B73C-62057B8A5381}" type="presOf" srcId="{EF74BACB-2AE2-AC48-B733-0BB3E919ADAB}" destId="{F29DD981-7C87-C140-A0E4-9F7835BC57EB}" srcOrd="0" destOrd="0" presId="urn:microsoft.com/office/officeart/2005/8/layout/orgChart1"/>
    <dgm:cxn modelId="{CE3B4F35-C4EE-EA4C-8538-73C341C2ADEB}" type="presOf" srcId="{00C13D02-9486-2B40-B1D8-61C3F420AF25}" destId="{9352DF22-22AD-B244-A3F1-DE29C2B32BEA}" srcOrd="0" destOrd="0" presId="urn:microsoft.com/office/officeart/2005/8/layout/orgChart1"/>
    <dgm:cxn modelId="{75B3953D-A9FF-BD45-825A-919E5983E5A2}" type="presOf" srcId="{182AE657-673F-E448-A57A-F4AB02C3A719}" destId="{2227EE65-C28D-724D-A6F9-AD42BDEBCEC6}" srcOrd="0" destOrd="0" presId="urn:microsoft.com/office/officeart/2005/8/layout/orgChart1"/>
    <dgm:cxn modelId="{DCAFFD4D-48AE-8E41-ADFD-CF4CE9E1A145}" type="presOf" srcId="{149EE9D6-88A7-5F44-BF07-C5E5B98A18C1}" destId="{398C6180-C7D2-EE46-AD0C-CBD3D73D1AD2}" srcOrd="1" destOrd="0" presId="urn:microsoft.com/office/officeart/2005/8/layout/orgChart1"/>
    <dgm:cxn modelId="{29F81852-6A27-0842-8F24-AEA3A7051A18}" srcId="{A9CC8A88-F5AB-604B-8065-C899EA839303}" destId="{7A4B3E37-EDF6-DE49-AC8D-6312E549DE3D}" srcOrd="3" destOrd="0" parTransId="{9DDEFC82-798C-F74F-A42A-EB56290225C5}" sibTransId="{0739F9F1-1944-3E46-B5F2-FE5B10078AEB}"/>
    <dgm:cxn modelId="{9D3A7353-7EE1-924D-9736-56548E71DEC5}" type="presOf" srcId="{399C84AF-5E73-6946-B509-F17AADF71819}" destId="{AD576900-9EFB-CA46-96C6-E522D87B0BEC}" srcOrd="0" destOrd="0" presId="urn:microsoft.com/office/officeart/2005/8/layout/orgChart1"/>
    <dgm:cxn modelId="{0F5B755C-8920-5649-A278-7EABEFA0B632}" type="presOf" srcId="{0848CF13-9B71-174F-BC7E-3433ADF115D2}" destId="{777BB7FF-EF29-5447-A325-86EC1D6251CA}" srcOrd="0" destOrd="0" presId="urn:microsoft.com/office/officeart/2005/8/layout/orgChart1"/>
    <dgm:cxn modelId="{1991F75C-D9E9-C145-B2B0-F1C778EF807E}" type="presOf" srcId="{40E2DF06-0D06-7F4C-9978-848B53946EE1}" destId="{783D99BB-831E-EE4B-801F-04615F95387E}" srcOrd="0" destOrd="0" presId="urn:microsoft.com/office/officeart/2005/8/layout/orgChart1"/>
    <dgm:cxn modelId="{4B142A5D-6B8A-2C43-B66F-A3A3550F303F}" type="presOf" srcId="{41F88030-639D-2C4B-B5AB-D953D297FB79}" destId="{63E1BB63-F1C5-2F41-9499-52DA98D01487}" srcOrd="0" destOrd="0" presId="urn:microsoft.com/office/officeart/2005/8/layout/orgChart1"/>
    <dgm:cxn modelId="{29309C5F-0A14-B04E-A299-8E9088AF59EF}" type="presOf" srcId="{149EE9D6-88A7-5F44-BF07-C5E5B98A18C1}" destId="{E3E5E074-DEAD-8841-AEC9-CE49CE329B56}" srcOrd="0" destOrd="0" presId="urn:microsoft.com/office/officeart/2005/8/layout/orgChart1"/>
    <dgm:cxn modelId="{F0798862-68D2-8E44-86DD-4895301B0CF7}" type="presOf" srcId="{A9CC8A88-F5AB-604B-8065-C899EA839303}" destId="{AB68D564-77D3-A54B-BECB-A0B803ABEC5D}" srcOrd="1" destOrd="0" presId="urn:microsoft.com/office/officeart/2005/8/layout/orgChart1"/>
    <dgm:cxn modelId="{55DF538F-AE7E-5B4C-B9C3-00B9896E2318}" type="presOf" srcId="{A9CC8A88-F5AB-604B-8065-C899EA839303}" destId="{8ED78151-6FBA-C540-8881-A585DBA99B60}" srcOrd="0" destOrd="0" presId="urn:microsoft.com/office/officeart/2005/8/layout/orgChart1"/>
    <dgm:cxn modelId="{F21B978F-BEBE-C542-9498-6F976F6E687F}" srcId="{A9CC8A88-F5AB-604B-8065-C899EA839303}" destId="{B65BE66F-7654-AE41-90A1-CBC5842B1D32}" srcOrd="2" destOrd="0" parTransId="{399C84AF-5E73-6946-B509-F17AADF71819}" sibTransId="{067F5C9B-E9B5-BA4F-B0DD-B8210CE6C655}"/>
    <dgm:cxn modelId="{B890F699-E54F-E449-9D65-793228A911E5}" type="presOf" srcId="{41A444D4-8C82-2E44-AE60-7CDB2B82FCB9}" destId="{06D020A0-CCCD-2D4E-9654-7E3CE0D9B385}" srcOrd="0" destOrd="0" presId="urn:microsoft.com/office/officeart/2005/8/layout/orgChart1"/>
    <dgm:cxn modelId="{C66B589D-FA5C-814E-BFD0-D9584904C87C}" type="presOf" srcId="{F4F84EAB-B204-C64C-AB08-E15216797A89}" destId="{114909A2-745E-464E-BEA4-60E9F48022E0}" srcOrd="0" destOrd="0" presId="urn:microsoft.com/office/officeart/2005/8/layout/orgChart1"/>
    <dgm:cxn modelId="{484B01A1-9E03-494B-A2B6-9C249D6DED3D}" srcId="{934B928C-2585-E841-BF7B-ED007AEFEE98}" destId="{41A444D4-8C82-2E44-AE60-7CDB2B82FCB9}" srcOrd="0" destOrd="0" parTransId="{D22A4094-E3B8-7F43-82B9-128F95D2E1BC}" sibTransId="{44171222-52E6-5847-8621-75FB0362FA44}"/>
    <dgm:cxn modelId="{DFC8D8A7-6FC7-A94B-8A68-EFC64116E4F0}" srcId="{A9CC8A88-F5AB-604B-8065-C899EA839303}" destId="{149EE9D6-88A7-5F44-BF07-C5E5B98A18C1}" srcOrd="1" destOrd="0" parTransId="{182AE657-673F-E448-A57A-F4AB02C3A719}" sibTransId="{194DF54A-8E9E-EF48-96FD-EA8DCD93A2E3}"/>
    <dgm:cxn modelId="{30EF2EAC-D512-DF45-9840-0CE4FD4CA720}" type="presOf" srcId="{EED6B620-F621-4D48-8196-39B6107039D5}" destId="{93F47228-D0DC-6D42-A146-EFAF13E5E04D}" srcOrd="1" destOrd="0" presId="urn:microsoft.com/office/officeart/2005/8/layout/orgChart1"/>
    <dgm:cxn modelId="{314D09B3-F884-034F-96A9-E24BB653FAB3}" type="presOf" srcId="{7A4B3E37-EDF6-DE49-AC8D-6312E549DE3D}" destId="{9CF5B2CA-DA0B-C641-BF2B-37D17AFBDA4B}" srcOrd="0" destOrd="0" presId="urn:microsoft.com/office/officeart/2005/8/layout/orgChart1"/>
    <dgm:cxn modelId="{E1F8CAB7-79CC-EB4A-AEFC-308050D8D3C7}" type="presOf" srcId="{B65BE66F-7654-AE41-90A1-CBC5842B1D32}" destId="{B7849C06-8DF5-EF44-85CB-A3D1468BA21F}" srcOrd="0" destOrd="0" presId="urn:microsoft.com/office/officeart/2005/8/layout/orgChart1"/>
    <dgm:cxn modelId="{61B10ABC-2C28-4A4E-B04C-24E5EA8B90EC}" srcId="{EED6B620-F621-4D48-8196-39B6107039D5}" destId="{A9CC8A88-F5AB-604B-8065-C899EA839303}" srcOrd="0" destOrd="0" parTransId="{00C13D02-9486-2B40-B1D8-61C3F420AF25}" sibTransId="{D765F274-D749-3A46-B22F-EE789B73ED21}"/>
    <dgm:cxn modelId="{5055D7C3-F86A-9548-8ADE-58A223ABD0B4}" srcId="{40E2DF06-0D06-7F4C-9978-848B53946EE1}" destId="{EED6B620-F621-4D48-8196-39B6107039D5}" srcOrd="0" destOrd="0" parTransId="{C58CC79E-3EB6-A84D-A6F4-FE7FBFC108CC}" sibTransId="{08BFBB52-97C9-384C-BE94-56C78C118A7B}"/>
    <dgm:cxn modelId="{D65F32C5-410C-3A42-9ED0-57983999CC52}" srcId="{EED6B620-F621-4D48-8196-39B6107039D5}" destId="{934B928C-2585-E841-BF7B-ED007AEFEE98}" srcOrd="1" destOrd="0" parTransId="{F4F84EAB-B204-C64C-AB08-E15216797A89}" sibTransId="{392800E6-7742-5542-A663-7B35C04322D6}"/>
    <dgm:cxn modelId="{EFAF0FC7-F222-B244-BAE3-437B6FAE5587}" type="presOf" srcId="{44B7352D-A0B5-9244-8069-5A17624B2334}" destId="{D1D8165D-2DEF-AE49-8838-BD20E0562301}" srcOrd="1" destOrd="0" presId="urn:microsoft.com/office/officeart/2005/8/layout/orgChart1"/>
    <dgm:cxn modelId="{4BBA1BCD-A82B-C845-A8A6-DE9A827664B9}" type="presOf" srcId="{EED6B620-F621-4D48-8196-39B6107039D5}" destId="{90D3DC3B-9E00-ED43-BAF0-7F97E3442039}" srcOrd="0" destOrd="0" presId="urn:microsoft.com/office/officeart/2005/8/layout/orgChart1"/>
    <dgm:cxn modelId="{379854CE-8FCD-7E4D-A951-6FCB32AD7CDD}" type="presOf" srcId="{41A444D4-8C82-2E44-AE60-7CDB2B82FCB9}" destId="{A82B8A88-CFA4-9F4E-96D5-C6D926D6F087}" srcOrd="1" destOrd="0" presId="urn:microsoft.com/office/officeart/2005/8/layout/orgChart1"/>
    <dgm:cxn modelId="{E681ABD9-6ECF-424C-959A-378368758145}" type="presOf" srcId="{934B928C-2585-E841-BF7B-ED007AEFEE98}" destId="{1EE1F2E5-1917-4D41-8627-22EA40F9CEA6}" srcOrd="0" destOrd="0" presId="urn:microsoft.com/office/officeart/2005/8/layout/orgChart1"/>
    <dgm:cxn modelId="{00EA05E0-1C76-3C46-A8F4-3C43676BBE74}" type="presOf" srcId="{44B7352D-A0B5-9244-8069-5A17624B2334}" destId="{31B6135D-BBB0-6C46-A0F7-855FF2B8AD98}" srcOrd="0" destOrd="0" presId="urn:microsoft.com/office/officeart/2005/8/layout/orgChart1"/>
    <dgm:cxn modelId="{F440FCE3-1EBC-5C41-8AB1-D5A3897EF1C8}" type="presOf" srcId="{0848CF13-9B71-174F-BC7E-3433ADF115D2}" destId="{31CC7C28-D315-B647-9BAC-64A3C8913464}" srcOrd="1" destOrd="0" presId="urn:microsoft.com/office/officeart/2005/8/layout/orgChart1"/>
    <dgm:cxn modelId="{A7FEFFE6-C7D1-1A48-AB5B-3AB7C6ADBBAC}" srcId="{934B928C-2585-E841-BF7B-ED007AEFEE98}" destId="{0848CF13-9B71-174F-BC7E-3433ADF115D2}" srcOrd="1" destOrd="0" parTransId="{EF74BACB-2AE2-AC48-B733-0BB3E919ADAB}" sibTransId="{E68F2401-ECF2-CA44-B3D1-B3DDBC6A87E5}"/>
    <dgm:cxn modelId="{AC8592EF-74F2-AE46-8632-A65BA69333DE}" type="presOf" srcId="{9DDEFC82-798C-F74F-A42A-EB56290225C5}" destId="{17F66B8F-4856-D841-B1A7-DD422287D031}" srcOrd="0" destOrd="0" presId="urn:microsoft.com/office/officeart/2005/8/layout/orgChart1"/>
    <dgm:cxn modelId="{E5A7E5F1-2FB6-BC4E-B47E-A81BBF0933BA}" type="presOf" srcId="{934B928C-2585-E841-BF7B-ED007AEFEE98}" destId="{9830C7FE-FFC3-3748-A1A6-AF06EC417396}" srcOrd="1" destOrd="0" presId="urn:microsoft.com/office/officeart/2005/8/layout/orgChart1"/>
    <dgm:cxn modelId="{F0A5E2F6-5939-994B-A6D8-56239D73EFC6}" srcId="{A9CC8A88-F5AB-604B-8065-C899EA839303}" destId="{44B7352D-A0B5-9244-8069-5A17624B2334}" srcOrd="0" destOrd="0" parTransId="{41F88030-639D-2C4B-B5AB-D953D297FB79}" sibTransId="{551698B0-E2FC-734F-A56D-B4A3C0DF4C66}"/>
    <dgm:cxn modelId="{721CACBB-E594-A247-B080-7A24F51F9A48}" type="presParOf" srcId="{783D99BB-831E-EE4B-801F-04615F95387E}" destId="{8B7985BC-A21E-C849-9BC7-521884006BF5}" srcOrd="0" destOrd="0" presId="urn:microsoft.com/office/officeart/2005/8/layout/orgChart1"/>
    <dgm:cxn modelId="{EA6FB259-C675-164D-9BEE-334CFD128A23}" type="presParOf" srcId="{8B7985BC-A21E-C849-9BC7-521884006BF5}" destId="{5481D720-3E8C-724E-BBB6-9EFD669A2F16}" srcOrd="0" destOrd="0" presId="urn:microsoft.com/office/officeart/2005/8/layout/orgChart1"/>
    <dgm:cxn modelId="{B973CC7C-F010-864B-B49E-83AFD2F4FAE5}" type="presParOf" srcId="{5481D720-3E8C-724E-BBB6-9EFD669A2F16}" destId="{90D3DC3B-9E00-ED43-BAF0-7F97E3442039}" srcOrd="0" destOrd="0" presId="urn:microsoft.com/office/officeart/2005/8/layout/orgChart1"/>
    <dgm:cxn modelId="{0A9EA363-2B7B-0240-9BB3-EB2A48625DD5}" type="presParOf" srcId="{5481D720-3E8C-724E-BBB6-9EFD669A2F16}" destId="{93F47228-D0DC-6D42-A146-EFAF13E5E04D}" srcOrd="1" destOrd="0" presId="urn:microsoft.com/office/officeart/2005/8/layout/orgChart1"/>
    <dgm:cxn modelId="{B031740B-EAF6-5143-B75B-E7CAD9B6490C}" type="presParOf" srcId="{8B7985BC-A21E-C849-9BC7-521884006BF5}" destId="{2518357A-D798-AC49-AB30-9D51AE4B0D70}" srcOrd="1" destOrd="0" presId="urn:microsoft.com/office/officeart/2005/8/layout/orgChart1"/>
    <dgm:cxn modelId="{19C3CFF4-047D-9D43-B58B-568C242F1D51}" type="presParOf" srcId="{8B7985BC-A21E-C849-9BC7-521884006BF5}" destId="{6C4767E9-24A7-D346-B7D1-72537A05BFD6}" srcOrd="2" destOrd="0" presId="urn:microsoft.com/office/officeart/2005/8/layout/orgChart1"/>
    <dgm:cxn modelId="{014A50F5-BD01-764F-A6E2-35D6FB197993}" type="presParOf" srcId="{6C4767E9-24A7-D346-B7D1-72537A05BFD6}" destId="{9352DF22-22AD-B244-A3F1-DE29C2B32BEA}" srcOrd="0" destOrd="0" presId="urn:microsoft.com/office/officeart/2005/8/layout/orgChart1"/>
    <dgm:cxn modelId="{5C5C402F-8EA6-0F44-8E99-4AD8E5C4A912}" type="presParOf" srcId="{6C4767E9-24A7-D346-B7D1-72537A05BFD6}" destId="{36F70B3C-F701-F745-8013-C57DB68EB1C6}" srcOrd="1" destOrd="0" presId="urn:microsoft.com/office/officeart/2005/8/layout/orgChart1"/>
    <dgm:cxn modelId="{41F875E6-E214-1D4A-9CD4-81775F6EB4D4}" type="presParOf" srcId="{36F70B3C-F701-F745-8013-C57DB68EB1C6}" destId="{E2F74881-3889-2E4C-9357-4340D5B3BDE6}" srcOrd="0" destOrd="0" presId="urn:microsoft.com/office/officeart/2005/8/layout/orgChart1"/>
    <dgm:cxn modelId="{8C43761A-B28D-4942-8D16-A5555E40BFB8}" type="presParOf" srcId="{E2F74881-3889-2E4C-9357-4340D5B3BDE6}" destId="{8ED78151-6FBA-C540-8881-A585DBA99B60}" srcOrd="0" destOrd="0" presId="urn:microsoft.com/office/officeart/2005/8/layout/orgChart1"/>
    <dgm:cxn modelId="{26229939-B09E-AE41-9002-29A465437A39}" type="presParOf" srcId="{E2F74881-3889-2E4C-9357-4340D5B3BDE6}" destId="{AB68D564-77D3-A54B-BECB-A0B803ABEC5D}" srcOrd="1" destOrd="0" presId="urn:microsoft.com/office/officeart/2005/8/layout/orgChart1"/>
    <dgm:cxn modelId="{0D05B003-21C4-BD4A-AE84-EAC4EC4BBA8B}" type="presParOf" srcId="{36F70B3C-F701-F745-8013-C57DB68EB1C6}" destId="{CBAB2917-F1E8-2348-A51A-CEEDCDEC90D0}" srcOrd="1" destOrd="0" presId="urn:microsoft.com/office/officeart/2005/8/layout/orgChart1"/>
    <dgm:cxn modelId="{9D2F9C0D-6FFC-9C42-A100-A234EB2F7DC3}" type="presParOf" srcId="{36F70B3C-F701-F745-8013-C57DB68EB1C6}" destId="{247E3F2B-C8A5-6148-A15A-7A0E6847F4D3}" srcOrd="2" destOrd="0" presId="urn:microsoft.com/office/officeart/2005/8/layout/orgChart1"/>
    <dgm:cxn modelId="{395298C7-202E-A64B-96E5-32BA88633ACE}" type="presParOf" srcId="{247E3F2B-C8A5-6148-A15A-7A0E6847F4D3}" destId="{63E1BB63-F1C5-2F41-9499-52DA98D01487}" srcOrd="0" destOrd="0" presId="urn:microsoft.com/office/officeart/2005/8/layout/orgChart1"/>
    <dgm:cxn modelId="{66CDFF01-52A4-8B43-87E4-EC81221D728A}" type="presParOf" srcId="{247E3F2B-C8A5-6148-A15A-7A0E6847F4D3}" destId="{CE75C84A-8262-874A-914C-DB1EE986B3C3}" srcOrd="1" destOrd="0" presId="urn:microsoft.com/office/officeart/2005/8/layout/orgChart1"/>
    <dgm:cxn modelId="{71D9ECFC-D365-B244-B5AC-4D5B9745AB88}" type="presParOf" srcId="{CE75C84A-8262-874A-914C-DB1EE986B3C3}" destId="{ECFB2380-AB0E-AF45-8F42-F2A25CC74F94}" srcOrd="0" destOrd="0" presId="urn:microsoft.com/office/officeart/2005/8/layout/orgChart1"/>
    <dgm:cxn modelId="{B0788F76-BD6E-1549-9829-3B1E5EEB1E76}" type="presParOf" srcId="{ECFB2380-AB0E-AF45-8F42-F2A25CC74F94}" destId="{31B6135D-BBB0-6C46-A0F7-855FF2B8AD98}" srcOrd="0" destOrd="0" presId="urn:microsoft.com/office/officeart/2005/8/layout/orgChart1"/>
    <dgm:cxn modelId="{4C4469D2-3E72-0941-88DA-0434A787A0B6}" type="presParOf" srcId="{ECFB2380-AB0E-AF45-8F42-F2A25CC74F94}" destId="{D1D8165D-2DEF-AE49-8838-BD20E0562301}" srcOrd="1" destOrd="0" presId="urn:microsoft.com/office/officeart/2005/8/layout/orgChart1"/>
    <dgm:cxn modelId="{9FA9F900-68F0-0C4E-9F66-422E8F60598E}" type="presParOf" srcId="{CE75C84A-8262-874A-914C-DB1EE986B3C3}" destId="{0CB4F5B0-A223-6C4E-86ED-E5D4BDBE5DB2}" srcOrd="1" destOrd="0" presId="urn:microsoft.com/office/officeart/2005/8/layout/orgChart1"/>
    <dgm:cxn modelId="{C952DD91-A62E-D945-8698-3793E332492D}" type="presParOf" srcId="{CE75C84A-8262-874A-914C-DB1EE986B3C3}" destId="{4E3E11AE-5BD8-9A46-AA4D-80E9DDC8A979}" srcOrd="2" destOrd="0" presId="urn:microsoft.com/office/officeart/2005/8/layout/orgChart1"/>
    <dgm:cxn modelId="{267D364B-5652-F743-B671-E73631099C1C}" type="presParOf" srcId="{247E3F2B-C8A5-6148-A15A-7A0E6847F4D3}" destId="{2227EE65-C28D-724D-A6F9-AD42BDEBCEC6}" srcOrd="2" destOrd="0" presId="urn:microsoft.com/office/officeart/2005/8/layout/orgChart1"/>
    <dgm:cxn modelId="{5E3C81A5-0F55-9E46-9A33-9BE7A9EE2FA3}" type="presParOf" srcId="{247E3F2B-C8A5-6148-A15A-7A0E6847F4D3}" destId="{2F98076E-B8F0-F347-8CE4-7AAD5FE6F1F0}" srcOrd="3" destOrd="0" presId="urn:microsoft.com/office/officeart/2005/8/layout/orgChart1"/>
    <dgm:cxn modelId="{E0E13687-80D2-824A-9182-8FC7324F5494}" type="presParOf" srcId="{2F98076E-B8F0-F347-8CE4-7AAD5FE6F1F0}" destId="{04C295BD-6ABC-0C46-9D1E-D3F9727619DE}" srcOrd="0" destOrd="0" presId="urn:microsoft.com/office/officeart/2005/8/layout/orgChart1"/>
    <dgm:cxn modelId="{499F5146-BFBC-6141-BF8A-AAC1E63A5E01}" type="presParOf" srcId="{04C295BD-6ABC-0C46-9D1E-D3F9727619DE}" destId="{E3E5E074-DEAD-8841-AEC9-CE49CE329B56}" srcOrd="0" destOrd="0" presId="urn:microsoft.com/office/officeart/2005/8/layout/orgChart1"/>
    <dgm:cxn modelId="{A09FBEF1-1C83-4A41-9BF3-5C92CC6025B8}" type="presParOf" srcId="{04C295BD-6ABC-0C46-9D1E-D3F9727619DE}" destId="{398C6180-C7D2-EE46-AD0C-CBD3D73D1AD2}" srcOrd="1" destOrd="0" presId="urn:microsoft.com/office/officeart/2005/8/layout/orgChart1"/>
    <dgm:cxn modelId="{7C3A0B94-BDEF-4245-85F3-A4A8FC4574E9}" type="presParOf" srcId="{2F98076E-B8F0-F347-8CE4-7AAD5FE6F1F0}" destId="{A5E810CB-E2EA-6B45-BF98-38387E3BE70D}" srcOrd="1" destOrd="0" presId="urn:microsoft.com/office/officeart/2005/8/layout/orgChart1"/>
    <dgm:cxn modelId="{A6728F3C-F1C3-A343-950C-21EE41EF7A24}" type="presParOf" srcId="{2F98076E-B8F0-F347-8CE4-7AAD5FE6F1F0}" destId="{EEBEBB5E-6292-0C41-A97A-81706B72CB1C}" srcOrd="2" destOrd="0" presId="urn:microsoft.com/office/officeart/2005/8/layout/orgChart1"/>
    <dgm:cxn modelId="{8CD25F1B-DADE-0A4A-998C-658DB8879FEB}" type="presParOf" srcId="{247E3F2B-C8A5-6148-A15A-7A0E6847F4D3}" destId="{AD576900-9EFB-CA46-96C6-E522D87B0BEC}" srcOrd="4" destOrd="0" presId="urn:microsoft.com/office/officeart/2005/8/layout/orgChart1"/>
    <dgm:cxn modelId="{0B0D97AD-A70C-5948-B546-0C0F488D1853}" type="presParOf" srcId="{247E3F2B-C8A5-6148-A15A-7A0E6847F4D3}" destId="{69AD1186-01A1-B845-A7DE-54866ADEE816}" srcOrd="5" destOrd="0" presId="urn:microsoft.com/office/officeart/2005/8/layout/orgChart1"/>
    <dgm:cxn modelId="{E58A8130-BDD7-A744-AE93-FB7E30EEB404}" type="presParOf" srcId="{69AD1186-01A1-B845-A7DE-54866ADEE816}" destId="{6BAC1D13-4B75-6B4A-B2C9-F0D451EF14B1}" srcOrd="0" destOrd="0" presId="urn:microsoft.com/office/officeart/2005/8/layout/orgChart1"/>
    <dgm:cxn modelId="{0307FC55-73E5-4E43-90FD-6717B48C551C}" type="presParOf" srcId="{6BAC1D13-4B75-6B4A-B2C9-F0D451EF14B1}" destId="{B7849C06-8DF5-EF44-85CB-A3D1468BA21F}" srcOrd="0" destOrd="0" presId="urn:microsoft.com/office/officeart/2005/8/layout/orgChart1"/>
    <dgm:cxn modelId="{C0C4F776-39AE-6B45-A0DB-3D9876F0EA03}" type="presParOf" srcId="{6BAC1D13-4B75-6B4A-B2C9-F0D451EF14B1}" destId="{5B17B1C9-B479-BE46-A535-7371C79ED86E}" srcOrd="1" destOrd="0" presId="urn:microsoft.com/office/officeart/2005/8/layout/orgChart1"/>
    <dgm:cxn modelId="{BB131AB1-D514-BE47-AB5D-DA9B78F50CB8}" type="presParOf" srcId="{69AD1186-01A1-B845-A7DE-54866ADEE816}" destId="{A64FDCF8-8803-274D-A578-00F7A197C382}" srcOrd="1" destOrd="0" presId="urn:microsoft.com/office/officeart/2005/8/layout/orgChart1"/>
    <dgm:cxn modelId="{EBAE8580-3802-E64E-A07F-D9948AFCB39E}" type="presParOf" srcId="{69AD1186-01A1-B845-A7DE-54866ADEE816}" destId="{449D8C06-F7D1-2346-8CD6-73E88ACAD85C}" srcOrd="2" destOrd="0" presId="urn:microsoft.com/office/officeart/2005/8/layout/orgChart1"/>
    <dgm:cxn modelId="{E5FB7F42-FBA6-CD42-9CDD-C6CDDCF1F492}" type="presParOf" srcId="{247E3F2B-C8A5-6148-A15A-7A0E6847F4D3}" destId="{17F66B8F-4856-D841-B1A7-DD422287D031}" srcOrd="6" destOrd="0" presId="urn:microsoft.com/office/officeart/2005/8/layout/orgChart1"/>
    <dgm:cxn modelId="{B3752114-B2AE-4B42-B907-C745C592E036}" type="presParOf" srcId="{247E3F2B-C8A5-6148-A15A-7A0E6847F4D3}" destId="{3D07A06A-749F-B144-8694-CD023C4E812F}" srcOrd="7" destOrd="0" presId="urn:microsoft.com/office/officeart/2005/8/layout/orgChart1"/>
    <dgm:cxn modelId="{1A8678CC-F134-F54F-96D5-2716B68FFEB8}" type="presParOf" srcId="{3D07A06A-749F-B144-8694-CD023C4E812F}" destId="{C6E1BDB0-F30C-9F4C-8D15-195B5054C12D}" srcOrd="0" destOrd="0" presId="urn:microsoft.com/office/officeart/2005/8/layout/orgChart1"/>
    <dgm:cxn modelId="{4E5F67F9-F6C0-D848-8353-DF33D59BAB1B}" type="presParOf" srcId="{C6E1BDB0-F30C-9F4C-8D15-195B5054C12D}" destId="{9CF5B2CA-DA0B-C641-BF2B-37D17AFBDA4B}" srcOrd="0" destOrd="0" presId="urn:microsoft.com/office/officeart/2005/8/layout/orgChart1"/>
    <dgm:cxn modelId="{6C4D4BA7-50C1-A147-B7C6-BE6A80899B8C}" type="presParOf" srcId="{C6E1BDB0-F30C-9F4C-8D15-195B5054C12D}" destId="{5886F672-697B-5745-86DF-93CC1D49DB92}" srcOrd="1" destOrd="0" presId="urn:microsoft.com/office/officeart/2005/8/layout/orgChart1"/>
    <dgm:cxn modelId="{65A6C3A5-7A78-DB41-987C-147E521DD570}" type="presParOf" srcId="{3D07A06A-749F-B144-8694-CD023C4E812F}" destId="{56CDDAB0-00EE-1B47-B293-850B5DCD609C}" srcOrd="1" destOrd="0" presId="urn:microsoft.com/office/officeart/2005/8/layout/orgChart1"/>
    <dgm:cxn modelId="{B7E0EF5C-6BB1-7F45-8087-F853E8D35FC8}" type="presParOf" srcId="{3D07A06A-749F-B144-8694-CD023C4E812F}" destId="{D893FE4B-B381-5F48-B182-4080391DA1CE}" srcOrd="2" destOrd="0" presId="urn:microsoft.com/office/officeart/2005/8/layout/orgChart1"/>
    <dgm:cxn modelId="{C84DB376-03DA-AE47-A081-29FF166B9DE3}" type="presParOf" srcId="{6C4767E9-24A7-D346-B7D1-72537A05BFD6}" destId="{114909A2-745E-464E-BEA4-60E9F48022E0}" srcOrd="2" destOrd="0" presId="urn:microsoft.com/office/officeart/2005/8/layout/orgChart1"/>
    <dgm:cxn modelId="{B0F162B7-B003-5A40-9A5E-AE54E63567ED}" type="presParOf" srcId="{6C4767E9-24A7-D346-B7D1-72537A05BFD6}" destId="{FAA0CB0C-69C1-8349-9393-9F75F35332EC}" srcOrd="3" destOrd="0" presId="urn:microsoft.com/office/officeart/2005/8/layout/orgChart1"/>
    <dgm:cxn modelId="{B634C74C-247D-2D41-85BD-0EA929351E28}" type="presParOf" srcId="{FAA0CB0C-69C1-8349-9393-9F75F35332EC}" destId="{FF4CC039-3096-064E-B2FF-3DABFD855802}" srcOrd="0" destOrd="0" presId="urn:microsoft.com/office/officeart/2005/8/layout/orgChart1"/>
    <dgm:cxn modelId="{FD16152F-1D73-F84E-B6CA-E30617E24F8D}" type="presParOf" srcId="{FF4CC039-3096-064E-B2FF-3DABFD855802}" destId="{1EE1F2E5-1917-4D41-8627-22EA40F9CEA6}" srcOrd="0" destOrd="0" presId="urn:microsoft.com/office/officeart/2005/8/layout/orgChart1"/>
    <dgm:cxn modelId="{F87F76B3-4699-5A4E-8739-59667C04D784}" type="presParOf" srcId="{FF4CC039-3096-064E-B2FF-3DABFD855802}" destId="{9830C7FE-FFC3-3748-A1A6-AF06EC417396}" srcOrd="1" destOrd="0" presId="urn:microsoft.com/office/officeart/2005/8/layout/orgChart1"/>
    <dgm:cxn modelId="{F964A826-E7B1-E84F-949A-F4AAEFFAC7A4}" type="presParOf" srcId="{FAA0CB0C-69C1-8349-9393-9F75F35332EC}" destId="{03ACF482-92B7-634D-9CA7-B1B7A5B9DE99}" srcOrd="1" destOrd="0" presId="urn:microsoft.com/office/officeart/2005/8/layout/orgChart1"/>
    <dgm:cxn modelId="{DE2AEB75-A328-B645-8C51-6E0265A4B5B2}" type="presParOf" srcId="{FAA0CB0C-69C1-8349-9393-9F75F35332EC}" destId="{B1326C7C-1220-0442-BAD9-0F0800612433}" srcOrd="2" destOrd="0" presId="urn:microsoft.com/office/officeart/2005/8/layout/orgChart1"/>
    <dgm:cxn modelId="{4A72A574-2ED7-5C41-A692-A6D8891F4734}" type="presParOf" srcId="{B1326C7C-1220-0442-BAD9-0F0800612433}" destId="{29FC5D7E-7488-CF4A-BAE8-8DFE1B53EEDF}" srcOrd="0" destOrd="0" presId="urn:microsoft.com/office/officeart/2005/8/layout/orgChart1"/>
    <dgm:cxn modelId="{3D69B719-7617-A947-B25C-AA1A52A35DD7}" type="presParOf" srcId="{B1326C7C-1220-0442-BAD9-0F0800612433}" destId="{41B6653E-C3B2-5641-9ABD-2FC67E88DD64}" srcOrd="1" destOrd="0" presId="urn:microsoft.com/office/officeart/2005/8/layout/orgChart1"/>
    <dgm:cxn modelId="{E23A531F-984D-054B-8D88-6132933B0A12}" type="presParOf" srcId="{41B6653E-C3B2-5641-9ABD-2FC67E88DD64}" destId="{8191059F-05D2-2B48-A8A6-E261763330E3}" srcOrd="0" destOrd="0" presId="urn:microsoft.com/office/officeart/2005/8/layout/orgChart1"/>
    <dgm:cxn modelId="{6E0A1CC7-6B38-D347-8F85-3A4CD52C896A}" type="presParOf" srcId="{8191059F-05D2-2B48-A8A6-E261763330E3}" destId="{06D020A0-CCCD-2D4E-9654-7E3CE0D9B385}" srcOrd="0" destOrd="0" presId="urn:microsoft.com/office/officeart/2005/8/layout/orgChart1"/>
    <dgm:cxn modelId="{EEF7C644-FB6B-D847-8033-BC843C918DD9}" type="presParOf" srcId="{8191059F-05D2-2B48-A8A6-E261763330E3}" destId="{A82B8A88-CFA4-9F4E-96D5-C6D926D6F087}" srcOrd="1" destOrd="0" presId="urn:microsoft.com/office/officeart/2005/8/layout/orgChart1"/>
    <dgm:cxn modelId="{3DBAA0AE-0122-D84D-8271-9A40308B42E3}" type="presParOf" srcId="{41B6653E-C3B2-5641-9ABD-2FC67E88DD64}" destId="{E7B111DA-FEF5-7B45-BDC2-E7C75711CF1D}" srcOrd="1" destOrd="0" presId="urn:microsoft.com/office/officeart/2005/8/layout/orgChart1"/>
    <dgm:cxn modelId="{4D6263A1-0665-5C4D-BF3F-B12DCD65E26D}" type="presParOf" srcId="{41B6653E-C3B2-5641-9ABD-2FC67E88DD64}" destId="{53090C8A-8DC9-5349-9CEC-2E240FD428F5}" srcOrd="2" destOrd="0" presId="urn:microsoft.com/office/officeart/2005/8/layout/orgChart1"/>
    <dgm:cxn modelId="{2C2ED6CF-B4B3-7E4D-9B61-5F8D7EE48516}" type="presParOf" srcId="{B1326C7C-1220-0442-BAD9-0F0800612433}" destId="{F29DD981-7C87-C140-A0E4-9F7835BC57EB}" srcOrd="2" destOrd="0" presId="urn:microsoft.com/office/officeart/2005/8/layout/orgChart1"/>
    <dgm:cxn modelId="{6F994273-7D28-2E4A-87DE-50CE9D433EE5}" type="presParOf" srcId="{B1326C7C-1220-0442-BAD9-0F0800612433}" destId="{BEE86526-C53B-034F-A6A2-1C03CFE5A9D5}" srcOrd="3" destOrd="0" presId="urn:microsoft.com/office/officeart/2005/8/layout/orgChart1"/>
    <dgm:cxn modelId="{2B590E98-A487-0047-A397-1A269114E074}" type="presParOf" srcId="{BEE86526-C53B-034F-A6A2-1C03CFE5A9D5}" destId="{5DB3512A-59A2-D244-9F72-41EA40219D06}" srcOrd="0" destOrd="0" presId="urn:microsoft.com/office/officeart/2005/8/layout/orgChart1"/>
    <dgm:cxn modelId="{B493C8BC-7F49-674A-B92E-3D4C8E309932}" type="presParOf" srcId="{5DB3512A-59A2-D244-9F72-41EA40219D06}" destId="{777BB7FF-EF29-5447-A325-86EC1D6251CA}" srcOrd="0" destOrd="0" presId="urn:microsoft.com/office/officeart/2005/8/layout/orgChart1"/>
    <dgm:cxn modelId="{F2AEDF68-3DC1-9A4E-8799-E59223397B4A}" type="presParOf" srcId="{5DB3512A-59A2-D244-9F72-41EA40219D06}" destId="{31CC7C28-D315-B647-9BAC-64A3C8913464}" srcOrd="1" destOrd="0" presId="urn:microsoft.com/office/officeart/2005/8/layout/orgChart1"/>
    <dgm:cxn modelId="{4C28FA0E-3BC3-BF4F-B48F-534997F2F6E8}" type="presParOf" srcId="{BEE86526-C53B-034F-A6A2-1C03CFE5A9D5}" destId="{CCC7D42E-1600-0E41-A786-5D9D9D5580A9}" srcOrd="1" destOrd="0" presId="urn:microsoft.com/office/officeart/2005/8/layout/orgChart1"/>
    <dgm:cxn modelId="{A3D77DB7-6C9E-E54C-B238-8015416812F9}" type="presParOf" srcId="{BEE86526-C53B-034F-A6A2-1C03CFE5A9D5}" destId="{7F6891BE-AB43-6649-B492-276AD2D2F3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E2DF06-0D06-7F4C-9978-848B53946EE1}" type="doc">
      <dgm:prSet loTypeId="urn:microsoft.com/office/officeart/2005/8/layout/orgChart1" loCatId="" qsTypeId="urn:microsoft.com/office/officeart/2005/8/quickstyle/simple2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934B928C-2585-E841-BF7B-ED007AEFEE98}" type="asst">
      <dgm:prSet phldrT="[Text]"/>
      <dgm:spPr/>
      <dgm:t>
        <a:bodyPr/>
        <a:lstStyle/>
        <a:p>
          <a:r>
            <a:rPr lang="en-US"/>
            <a:t>CPP Repositories</a:t>
          </a:r>
        </a:p>
      </dgm:t>
    </dgm:pt>
    <dgm:pt modelId="{392800E6-7742-5542-A663-7B35C04322D6}" type="sibTrans" cxnId="{D65F32C5-410C-3A42-9ED0-57983999CC52}">
      <dgm:prSet/>
      <dgm:spPr/>
      <dgm:t>
        <a:bodyPr/>
        <a:lstStyle/>
        <a:p>
          <a:endParaRPr lang="en-US"/>
        </a:p>
      </dgm:t>
    </dgm:pt>
    <dgm:pt modelId="{F4F84EAB-B204-C64C-AB08-E15216797A89}" type="parTrans" cxnId="{D65F32C5-410C-3A42-9ED0-57983999CC52}">
      <dgm:prSet/>
      <dgm:spPr/>
      <dgm:t>
        <a:bodyPr/>
        <a:lstStyle/>
        <a:p>
          <a:endParaRPr lang="en-US"/>
        </a:p>
      </dgm:t>
    </dgm:pt>
    <dgm:pt modelId="{995E565A-DF46-F148-B9CA-48107142CCD7}">
      <dgm:prSet/>
      <dgm:spPr/>
      <dgm:t>
        <a:bodyPr/>
        <a:lstStyle/>
        <a:p>
          <a:r>
            <a:rPr lang="en-US"/>
            <a:t>Easy small</a:t>
          </a:r>
        </a:p>
      </dgm:t>
    </dgm:pt>
    <dgm:pt modelId="{0229C72D-2EE6-9744-A196-3BD6591CFA01}" type="parTrans" cxnId="{2476B97F-1166-BF45-A16E-EF54214F6DB7}">
      <dgm:prSet/>
      <dgm:spPr/>
      <dgm:t>
        <a:bodyPr/>
        <a:lstStyle/>
        <a:p>
          <a:endParaRPr lang="en-US"/>
        </a:p>
      </dgm:t>
    </dgm:pt>
    <dgm:pt modelId="{38D587D8-F6E6-BB42-A78E-0ACA3507526E}" type="sibTrans" cxnId="{2476B97F-1166-BF45-A16E-EF54214F6DB7}">
      <dgm:prSet/>
      <dgm:spPr/>
      <dgm:t>
        <a:bodyPr/>
        <a:lstStyle/>
        <a:p>
          <a:endParaRPr lang="en-US"/>
        </a:p>
      </dgm:t>
    </dgm:pt>
    <dgm:pt modelId="{3FDBB0A5-2F31-5941-879A-44CD46F1CB8A}">
      <dgm:prSet/>
      <dgm:spPr/>
      <dgm:t>
        <a:bodyPr/>
        <a:lstStyle/>
        <a:p>
          <a:r>
            <a:rPr lang="en-US"/>
            <a:t>Easy big</a:t>
          </a:r>
        </a:p>
      </dgm:t>
    </dgm:pt>
    <dgm:pt modelId="{DE57C42A-83BB-0B41-9DD0-77CB41A7703E}" type="parTrans" cxnId="{63C2716A-A513-FE4C-BC93-6DC7DB666632}">
      <dgm:prSet/>
      <dgm:spPr/>
      <dgm:t>
        <a:bodyPr/>
        <a:lstStyle/>
        <a:p>
          <a:endParaRPr lang="de-DE"/>
        </a:p>
      </dgm:t>
    </dgm:pt>
    <dgm:pt modelId="{4E03C814-D129-124B-B94A-C3E28BA20706}" type="sibTrans" cxnId="{63C2716A-A513-FE4C-BC93-6DC7DB666632}">
      <dgm:prSet/>
      <dgm:spPr/>
      <dgm:t>
        <a:bodyPr/>
        <a:lstStyle/>
        <a:p>
          <a:endParaRPr lang="de-DE"/>
        </a:p>
      </dgm:t>
    </dgm:pt>
    <dgm:pt modelId="{FB5F84BB-5E5D-6144-AE5A-441EE4375117}">
      <dgm:prSet/>
      <dgm:spPr/>
      <dgm:t>
        <a:bodyPr/>
        <a:lstStyle/>
        <a:p>
          <a:r>
            <a:rPr lang="en-US"/>
            <a:t>Needs wrapper small</a:t>
          </a:r>
        </a:p>
      </dgm:t>
    </dgm:pt>
    <dgm:pt modelId="{52E6FB16-ED4C-B74E-92A7-3113DF3985F3}" type="parTrans" cxnId="{409B9E15-39E8-934B-A634-EDFAB3F4D5ED}">
      <dgm:prSet/>
      <dgm:spPr/>
      <dgm:t>
        <a:bodyPr/>
        <a:lstStyle/>
        <a:p>
          <a:endParaRPr lang="de-DE"/>
        </a:p>
      </dgm:t>
    </dgm:pt>
    <dgm:pt modelId="{0102AA42-84B6-FE48-9415-EBE03C0764B6}" type="sibTrans" cxnId="{409B9E15-39E8-934B-A634-EDFAB3F4D5ED}">
      <dgm:prSet/>
      <dgm:spPr/>
      <dgm:t>
        <a:bodyPr/>
        <a:lstStyle/>
        <a:p>
          <a:endParaRPr lang="de-DE"/>
        </a:p>
      </dgm:t>
    </dgm:pt>
    <dgm:pt modelId="{9A3DC994-D794-0543-BAC9-A401AEB23284}">
      <dgm:prSet/>
      <dgm:spPr/>
      <dgm:t>
        <a:bodyPr/>
        <a:lstStyle/>
        <a:p>
          <a:r>
            <a:rPr lang="en-US"/>
            <a:t>Needs wrapper big</a:t>
          </a:r>
        </a:p>
      </dgm:t>
    </dgm:pt>
    <dgm:pt modelId="{35B97CB3-ABC0-1040-B233-7A6CB3645E12}" type="parTrans" cxnId="{A1815630-568E-CF4F-B471-EED2DF5784B1}">
      <dgm:prSet/>
      <dgm:spPr/>
      <dgm:t>
        <a:bodyPr/>
        <a:lstStyle/>
        <a:p>
          <a:endParaRPr lang="de-DE"/>
        </a:p>
      </dgm:t>
    </dgm:pt>
    <dgm:pt modelId="{AD012F5A-1372-C04E-8CC6-F8E8F85F5780}" type="sibTrans" cxnId="{A1815630-568E-CF4F-B471-EED2DF5784B1}">
      <dgm:prSet/>
      <dgm:spPr/>
      <dgm:t>
        <a:bodyPr/>
        <a:lstStyle/>
        <a:p>
          <a:endParaRPr lang="de-DE"/>
        </a:p>
      </dgm:t>
    </dgm:pt>
    <dgm:pt modelId="{61003609-B5A8-472E-805C-62397148DAD2}">
      <dgm:prSet/>
      <dgm:spPr/>
      <dgm:t>
        <a:bodyPr/>
        <a:lstStyle/>
        <a:p>
          <a:r>
            <a:rPr lang="en-US"/>
            <a:t>Already Featuring </a:t>
          </a:r>
          <a:r>
            <a:rPr lang="en-US" err="1"/>
            <a:t>CiFuzz</a:t>
          </a:r>
          <a:r>
            <a:rPr lang="en-US"/>
            <a:t>  workflow</a:t>
          </a:r>
        </a:p>
      </dgm:t>
    </dgm:pt>
    <dgm:pt modelId="{A2629D29-33FD-40E8-AB5B-5AFA3CD90B92}" type="parTrans" cxnId="{5FB40944-1773-48C3-949B-76168A2714FB}">
      <dgm:prSet/>
      <dgm:spPr/>
      <dgm:t>
        <a:bodyPr/>
        <a:lstStyle/>
        <a:p>
          <a:endParaRPr lang="de-DE"/>
        </a:p>
      </dgm:t>
    </dgm:pt>
    <dgm:pt modelId="{1D8FA538-1D57-40CA-A25F-F880D7DED4EF}" type="sibTrans" cxnId="{5FB40944-1773-48C3-949B-76168A2714FB}">
      <dgm:prSet/>
      <dgm:spPr/>
      <dgm:t>
        <a:bodyPr/>
        <a:lstStyle/>
        <a:p>
          <a:endParaRPr lang="de-DE"/>
        </a:p>
      </dgm:t>
    </dgm:pt>
    <dgm:pt modelId="{237C5045-718F-4746-A085-0BAC2B10C728}" type="pres">
      <dgm:prSet presAssocID="{40E2DF06-0D06-7F4C-9978-848B53946E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F3950A-DEB8-D74F-9DBD-AE85C3E818EB}" type="pres">
      <dgm:prSet presAssocID="{934B928C-2585-E841-BF7B-ED007AEFEE98}" presName="hierRoot1" presStyleCnt="0">
        <dgm:presLayoutVars>
          <dgm:hierBranch val="init"/>
        </dgm:presLayoutVars>
      </dgm:prSet>
      <dgm:spPr/>
    </dgm:pt>
    <dgm:pt modelId="{048F8609-796E-C640-A233-EA8AEA48CA84}" type="pres">
      <dgm:prSet presAssocID="{934B928C-2585-E841-BF7B-ED007AEFEE98}" presName="rootComposite1" presStyleCnt="0"/>
      <dgm:spPr/>
    </dgm:pt>
    <dgm:pt modelId="{A9BC27DF-C041-134F-8384-430D3D5A405E}" type="pres">
      <dgm:prSet presAssocID="{934B928C-2585-E841-BF7B-ED007AEFEE98}" presName="rootText1" presStyleLbl="node0" presStyleIdx="0" presStyleCnt="1">
        <dgm:presLayoutVars>
          <dgm:chPref val="3"/>
        </dgm:presLayoutVars>
      </dgm:prSet>
      <dgm:spPr/>
    </dgm:pt>
    <dgm:pt modelId="{E2970FFE-4F60-6544-AE1A-F258C2E4CBF0}" type="pres">
      <dgm:prSet presAssocID="{934B928C-2585-E841-BF7B-ED007AEFEE98}" presName="rootConnector1" presStyleLbl="asst0" presStyleIdx="0" presStyleCnt="0"/>
      <dgm:spPr/>
    </dgm:pt>
    <dgm:pt modelId="{8539ECCD-6ABE-0B45-8339-AF6CC5DB9D20}" type="pres">
      <dgm:prSet presAssocID="{934B928C-2585-E841-BF7B-ED007AEFEE98}" presName="hierChild2" presStyleCnt="0"/>
      <dgm:spPr/>
    </dgm:pt>
    <dgm:pt modelId="{107583AD-AD29-6E45-9A08-21984109756F}" type="pres">
      <dgm:prSet presAssocID="{0229C72D-2EE6-9744-A196-3BD6591CFA01}" presName="Name37" presStyleLbl="parChTrans1D2" presStyleIdx="0" presStyleCnt="5"/>
      <dgm:spPr/>
    </dgm:pt>
    <dgm:pt modelId="{C1EFE515-00F7-3548-975D-C3012DF15BA0}" type="pres">
      <dgm:prSet presAssocID="{995E565A-DF46-F148-B9CA-48107142CCD7}" presName="hierRoot2" presStyleCnt="0">
        <dgm:presLayoutVars>
          <dgm:hierBranch val="init"/>
        </dgm:presLayoutVars>
      </dgm:prSet>
      <dgm:spPr/>
    </dgm:pt>
    <dgm:pt modelId="{1F956CA5-921D-E744-A7F6-C803E89E3E3A}" type="pres">
      <dgm:prSet presAssocID="{995E565A-DF46-F148-B9CA-48107142CCD7}" presName="rootComposite" presStyleCnt="0"/>
      <dgm:spPr/>
    </dgm:pt>
    <dgm:pt modelId="{2BD45A37-A72E-4D40-AC99-37CDBA69E936}" type="pres">
      <dgm:prSet presAssocID="{995E565A-DF46-F148-B9CA-48107142CCD7}" presName="rootText" presStyleLbl="node2" presStyleIdx="0" presStyleCnt="5">
        <dgm:presLayoutVars>
          <dgm:chPref val="3"/>
        </dgm:presLayoutVars>
      </dgm:prSet>
      <dgm:spPr/>
    </dgm:pt>
    <dgm:pt modelId="{DEED8009-BD53-9941-8F32-858F685F82D1}" type="pres">
      <dgm:prSet presAssocID="{995E565A-DF46-F148-B9CA-48107142CCD7}" presName="rootConnector" presStyleLbl="node2" presStyleIdx="0" presStyleCnt="5"/>
      <dgm:spPr/>
    </dgm:pt>
    <dgm:pt modelId="{08991582-9FC6-CE42-80DA-66A4C9F616AF}" type="pres">
      <dgm:prSet presAssocID="{995E565A-DF46-F148-B9CA-48107142CCD7}" presName="hierChild4" presStyleCnt="0"/>
      <dgm:spPr/>
    </dgm:pt>
    <dgm:pt modelId="{8A601C5C-53C7-C44C-BD8E-7D80EDF9ED09}" type="pres">
      <dgm:prSet presAssocID="{995E565A-DF46-F148-B9CA-48107142CCD7}" presName="hierChild5" presStyleCnt="0"/>
      <dgm:spPr/>
    </dgm:pt>
    <dgm:pt modelId="{2759A9BA-EAD2-6945-816A-D3FE804C8D88}" type="pres">
      <dgm:prSet presAssocID="{DE57C42A-83BB-0B41-9DD0-77CB41A7703E}" presName="Name37" presStyleLbl="parChTrans1D2" presStyleIdx="1" presStyleCnt="5"/>
      <dgm:spPr/>
    </dgm:pt>
    <dgm:pt modelId="{8D5D57EF-5EF1-974A-9097-0E73A8030045}" type="pres">
      <dgm:prSet presAssocID="{3FDBB0A5-2F31-5941-879A-44CD46F1CB8A}" presName="hierRoot2" presStyleCnt="0">
        <dgm:presLayoutVars>
          <dgm:hierBranch val="init"/>
        </dgm:presLayoutVars>
      </dgm:prSet>
      <dgm:spPr/>
    </dgm:pt>
    <dgm:pt modelId="{FD457C41-AF96-344C-BB9A-C16059C52915}" type="pres">
      <dgm:prSet presAssocID="{3FDBB0A5-2F31-5941-879A-44CD46F1CB8A}" presName="rootComposite" presStyleCnt="0"/>
      <dgm:spPr/>
    </dgm:pt>
    <dgm:pt modelId="{CA409ED6-4FA0-DE4B-80EC-4CCC8D7EF51B}" type="pres">
      <dgm:prSet presAssocID="{3FDBB0A5-2F31-5941-879A-44CD46F1CB8A}" presName="rootText" presStyleLbl="node2" presStyleIdx="1" presStyleCnt="5">
        <dgm:presLayoutVars>
          <dgm:chPref val="3"/>
        </dgm:presLayoutVars>
      </dgm:prSet>
      <dgm:spPr/>
    </dgm:pt>
    <dgm:pt modelId="{7AD76C61-9CEB-CB4B-8170-6E0820B83C44}" type="pres">
      <dgm:prSet presAssocID="{3FDBB0A5-2F31-5941-879A-44CD46F1CB8A}" presName="rootConnector" presStyleLbl="node2" presStyleIdx="1" presStyleCnt="5"/>
      <dgm:spPr/>
    </dgm:pt>
    <dgm:pt modelId="{F816FD93-C222-9D42-9343-7936AC6DDBF2}" type="pres">
      <dgm:prSet presAssocID="{3FDBB0A5-2F31-5941-879A-44CD46F1CB8A}" presName="hierChild4" presStyleCnt="0"/>
      <dgm:spPr/>
    </dgm:pt>
    <dgm:pt modelId="{CF7B7C24-9E9A-0042-ADA4-4AB2E481A30A}" type="pres">
      <dgm:prSet presAssocID="{3FDBB0A5-2F31-5941-879A-44CD46F1CB8A}" presName="hierChild5" presStyleCnt="0"/>
      <dgm:spPr/>
    </dgm:pt>
    <dgm:pt modelId="{FBCC900C-ADB3-7D48-8D3B-23840C0D95FB}" type="pres">
      <dgm:prSet presAssocID="{52E6FB16-ED4C-B74E-92A7-3113DF3985F3}" presName="Name37" presStyleLbl="parChTrans1D2" presStyleIdx="2" presStyleCnt="5"/>
      <dgm:spPr/>
    </dgm:pt>
    <dgm:pt modelId="{BE0467C3-89A3-FD49-A91E-1EF943B56D40}" type="pres">
      <dgm:prSet presAssocID="{FB5F84BB-5E5D-6144-AE5A-441EE4375117}" presName="hierRoot2" presStyleCnt="0">
        <dgm:presLayoutVars>
          <dgm:hierBranch val="init"/>
        </dgm:presLayoutVars>
      </dgm:prSet>
      <dgm:spPr/>
    </dgm:pt>
    <dgm:pt modelId="{A3536B51-5760-734C-B605-3016B507852D}" type="pres">
      <dgm:prSet presAssocID="{FB5F84BB-5E5D-6144-AE5A-441EE4375117}" presName="rootComposite" presStyleCnt="0"/>
      <dgm:spPr/>
    </dgm:pt>
    <dgm:pt modelId="{0F63A3E5-57C6-1140-9373-2098F179103E}" type="pres">
      <dgm:prSet presAssocID="{FB5F84BB-5E5D-6144-AE5A-441EE4375117}" presName="rootText" presStyleLbl="node2" presStyleIdx="2" presStyleCnt="5">
        <dgm:presLayoutVars>
          <dgm:chPref val="3"/>
        </dgm:presLayoutVars>
      </dgm:prSet>
      <dgm:spPr/>
    </dgm:pt>
    <dgm:pt modelId="{D7B2AB00-D903-EA4C-922A-AD58684C3CAE}" type="pres">
      <dgm:prSet presAssocID="{FB5F84BB-5E5D-6144-AE5A-441EE4375117}" presName="rootConnector" presStyleLbl="node2" presStyleIdx="2" presStyleCnt="5"/>
      <dgm:spPr/>
    </dgm:pt>
    <dgm:pt modelId="{CAA25BF3-B309-9C45-8EFB-D4804466FD62}" type="pres">
      <dgm:prSet presAssocID="{FB5F84BB-5E5D-6144-AE5A-441EE4375117}" presName="hierChild4" presStyleCnt="0"/>
      <dgm:spPr/>
    </dgm:pt>
    <dgm:pt modelId="{7ED3759A-8D4B-CF44-91F6-8846D417ADF7}" type="pres">
      <dgm:prSet presAssocID="{FB5F84BB-5E5D-6144-AE5A-441EE4375117}" presName="hierChild5" presStyleCnt="0"/>
      <dgm:spPr/>
    </dgm:pt>
    <dgm:pt modelId="{9946018D-033A-074E-8078-107BBE4E1DE2}" type="pres">
      <dgm:prSet presAssocID="{35B97CB3-ABC0-1040-B233-7A6CB3645E12}" presName="Name37" presStyleLbl="parChTrans1D2" presStyleIdx="3" presStyleCnt="5"/>
      <dgm:spPr/>
    </dgm:pt>
    <dgm:pt modelId="{77A94484-136B-6040-8C98-BB8735B3AD24}" type="pres">
      <dgm:prSet presAssocID="{9A3DC994-D794-0543-BAC9-A401AEB23284}" presName="hierRoot2" presStyleCnt="0">
        <dgm:presLayoutVars>
          <dgm:hierBranch val="init"/>
        </dgm:presLayoutVars>
      </dgm:prSet>
      <dgm:spPr/>
    </dgm:pt>
    <dgm:pt modelId="{F7B84E68-BEE1-4743-B34C-A3B6C0F25E25}" type="pres">
      <dgm:prSet presAssocID="{9A3DC994-D794-0543-BAC9-A401AEB23284}" presName="rootComposite" presStyleCnt="0"/>
      <dgm:spPr/>
    </dgm:pt>
    <dgm:pt modelId="{CFA665AF-5726-954F-9FF0-92EE48B0249D}" type="pres">
      <dgm:prSet presAssocID="{9A3DC994-D794-0543-BAC9-A401AEB23284}" presName="rootText" presStyleLbl="node2" presStyleIdx="3" presStyleCnt="5">
        <dgm:presLayoutVars>
          <dgm:chPref val="3"/>
        </dgm:presLayoutVars>
      </dgm:prSet>
      <dgm:spPr/>
    </dgm:pt>
    <dgm:pt modelId="{A36FBC9E-CF33-3443-A5C1-6035F0F66925}" type="pres">
      <dgm:prSet presAssocID="{9A3DC994-D794-0543-BAC9-A401AEB23284}" presName="rootConnector" presStyleLbl="node2" presStyleIdx="3" presStyleCnt="5"/>
      <dgm:spPr/>
    </dgm:pt>
    <dgm:pt modelId="{A37BBEEB-E883-8042-9767-F042A3C8282D}" type="pres">
      <dgm:prSet presAssocID="{9A3DC994-D794-0543-BAC9-A401AEB23284}" presName="hierChild4" presStyleCnt="0"/>
      <dgm:spPr/>
    </dgm:pt>
    <dgm:pt modelId="{04FFE606-1696-EA44-8A4F-099B5478CA8F}" type="pres">
      <dgm:prSet presAssocID="{9A3DC994-D794-0543-BAC9-A401AEB23284}" presName="hierChild5" presStyleCnt="0"/>
      <dgm:spPr/>
    </dgm:pt>
    <dgm:pt modelId="{FD8ACA37-2FBC-4315-81EB-82FE3BEFBD37}" type="pres">
      <dgm:prSet presAssocID="{A2629D29-33FD-40E8-AB5B-5AFA3CD90B92}" presName="Name37" presStyleLbl="parChTrans1D2" presStyleIdx="4" presStyleCnt="5"/>
      <dgm:spPr/>
    </dgm:pt>
    <dgm:pt modelId="{96806F4F-8E5E-4905-955F-F305F69BC76A}" type="pres">
      <dgm:prSet presAssocID="{61003609-B5A8-472E-805C-62397148DAD2}" presName="hierRoot2" presStyleCnt="0">
        <dgm:presLayoutVars>
          <dgm:hierBranch val="init"/>
        </dgm:presLayoutVars>
      </dgm:prSet>
      <dgm:spPr/>
    </dgm:pt>
    <dgm:pt modelId="{D54C2D1C-4B62-46FE-B39D-FC5385DE05AC}" type="pres">
      <dgm:prSet presAssocID="{61003609-B5A8-472E-805C-62397148DAD2}" presName="rootComposite" presStyleCnt="0"/>
      <dgm:spPr/>
    </dgm:pt>
    <dgm:pt modelId="{E58C64D7-5C6A-45F4-8A2B-FDF10DE87F6C}" type="pres">
      <dgm:prSet presAssocID="{61003609-B5A8-472E-805C-62397148DAD2}" presName="rootText" presStyleLbl="node2" presStyleIdx="4" presStyleCnt="5">
        <dgm:presLayoutVars>
          <dgm:chPref val="3"/>
        </dgm:presLayoutVars>
      </dgm:prSet>
      <dgm:spPr/>
    </dgm:pt>
    <dgm:pt modelId="{7851C052-A91F-40A0-9648-8D2BB76876B1}" type="pres">
      <dgm:prSet presAssocID="{61003609-B5A8-472E-805C-62397148DAD2}" presName="rootConnector" presStyleLbl="node2" presStyleIdx="4" presStyleCnt="5"/>
      <dgm:spPr/>
    </dgm:pt>
    <dgm:pt modelId="{6D4CA43D-B641-45CC-8ABA-53EB14E95C5B}" type="pres">
      <dgm:prSet presAssocID="{61003609-B5A8-472E-805C-62397148DAD2}" presName="hierChild4" presStyleCnt="0"/>
      <dgm:spPr/>
    </dgm:pt>
    <dgm:pt modelId="{7B05FC44-263F-4577-8B4E-CEF3DD656DFB}" type="pres">
      <dgm:prSet presAssocID="{61003609-B5A8-472E-805C-62397148DAD2}" presName="hierChild5" presStyleCnt="0"/>
      <dgm:spPr/>
    </dgm:pt>
    <dgm:pt modelId="{DBAE9660-25DE-E641-AF4B-2A7BE7076A63}" type="pres">
      <dgm:prSet presAssocID="{934B928C-2585-E841-BF7B-ED007AEFEE98}" presName="hierChild3" presStyleCnt="0"/>
      <dgm:spPr/>
    </dgm:pt>
  </dgm:ptLst>
  <dgm:cxnLst>
    <dgm:cxn modelId="{AD206201-87E4-994F-8E9B-33FBA7F0E31C}" type="presOf" srcId="{995E565A-DF46-F148-B9CA-48107142CCD7}" destId="{2BD45A37-A72E-4D40-AC99-37CDBA69E936}" srcOrd="0" destOrd="0" presId="urn:microsoft.com/office/officeart/2005/8/layout/orgChart1"/>
    <dgm:cxn modelId="{41087C0E-CE27-5A4F-9B69-1CE7C7AB13D0}" type="presOf" srcId="{9A3DC994-D794-0543-BAC9-A401AEB23284}" destId="{A36FBC9E-CF33-3443-A5C1-6035F0F66925}" srcOrd="1" destOrd="0" presId="urn:microsoft.com/office/officeart/2005/8/layout/orgChart1"/>
    <dgm:cxn modelId="{409B9E15-39E8-934B-A634-EDFAB3F4D5ED}" srcId="{934B928C-2585-E841-BF7B-ED007AEFEE98}" destId="{FB5F84BB-5E5D-6144-AE5A-441EE4375117}" srcOrd="2" destOrd="0" parTransId="{52E6FB16-ED4C-B74E-92A7-3113DF3985F3}" sibTransId="{0102AA42-84B6-FE48-9415-EBE03C0764B6}"/>
    <dgm:cxn modelId="{D264DB28-104D-5146-BE80-B18272ABCE6B}" type="presOf" srcId="{FB5F84BB-5E5D-6144-AE5A-441EE4375117}" destId="{0F63A3E5-57C6-1140-9373-2098F179103E}" srcOrd="0" destOrd="0" presId="urn:microsoft.com/office/officeart/2005/8/layout/orgChart1"/>
    <dgm:cxn modelId="{A1815630-568E-CF4F-B471-EED2DF5784B1}" srcId="{934B928C-2585-E841-BF7B-ED007AEFEE98}" destId="{9A3DC994-D794-0543-BAC9-A401AEB23284}" srcOrd="3" destOrd="0" parTransId="{35B97CB3-ABC0-1040-B233-7A6CB3645E12}" sibTransId="{AD012F5A-1372-C04E-8CC6-F8E8F85F5780}"/>
    <dgm:cxn modelId="{5FB40944-1773-48C3-949B-76168A2714FB}" srcId="{934B928C-2585-E841-BF7B-ED007AEFEE98}" destId="{61003609-B5A8-472E-805C-62397148DAD2}" srcOrd="4" destOrd="0" parTransId="{A2629D29-33FD-40E8-AB5B-5AFA3CD90B92}" sibTransId="{1D8FA538-1D57-40CA-A25F-F880D7DED4EF}"/>
    <dgm:cxn modelId="{78D25C49-3ED9-D248-AA85-EAE6B0843E59}" type="presOf" srcId="{3FDBB0A5-2F31-5941-879A-44CD46F1CB8A}" destId="{CA409ED6-4FA0-DE4B-80EC-4CCC8D7EF51B}" srcOrd="0" destOrd="0" presId="urn:microsoft.com/office/officeart/2005/8/layout/orgChart1"/>
    <dgm:cxn modelId="{9FF1B149-000C-EE4F-ADC1-0B4AE9F74FF1}" type="presOf" srcId="{FB5F84BB-5E5D-6144-AE5A-441EE4375117}" destId="{D7B2AB00-D903-EA4C-922A-AD58684C3CAE}" srcOrd="1" destOrd="0" presId="urn:microsoft.com/office/officeart/2005/8/layout/orgChart1"/>
    <dgm:cxn modelId="{0B1EB950-713B-3245-A8D3-9409AC5E4F2B}" type="presOf" srcId="{934B928C-2585-E841-BF7B-ED007AEFEE98}" destId="{A9BC27DF-C041-134F-8384-430D3D5A405E}" srcOrd="0" destOrd="0" presId="urn:microsoft.com/office/officeart/2005/8/layout/orgChart1"/>
    <dgm:cxn modelId="{764D4367-1974-1840-A16D-1BA6B0A5CBB0}" type="presOf" srcId="{3FDBB0A5-2F31-5941-879A-44CD46F1CB8A}" destId="{7AD76C61-9CEB-CB4B-8170-6E0820B83C44}" srcOrd="1" destOrd="0" presId="urn:microsoft.com/office/officeart/2005/8/layout/orgChart1"/>
    <dgm:cxn modelId="{63C2716A-A513-FE4C-BC93-6DC7DB666632}" srcId="{934B928C-2585-E841-BF7B-ED007AEFEE98}" destId="{3FDBB0A5-2F31-5941-879A-44CD46F1CB8A}" srcOrd="1" destOrd="0" parTransId="{DE57C42A-83BB-0B41-9DD0-77CB41A7703E}" sibTransId="{4E03C814-D129-124B-B94A-C3E28BA20706}"/>
    <dgm:cxn modelId="{90921F7A-C186-2E43-A871-B660A9E1D263}" type="presOf" srcId="{40E2DF06-0D06-7F4C-9978-848B53946EE1}" destId="{237C5045-718F-4746-A085-0BAC2B10C728}" srcOrd="0" destOrd="0" presId="urn:microsoft.com/office/officeart/2005/8/layout/orgChart1"/>
    <dgm:cxn modelId="{0DD74D7C-9E30-4F95-9D7C-313446E6DB19}" type="presOf" srcId="{A2629D29-33FD-40E8-AB5B-5AFA3CD90B92}" destId="{FD8ACA37-2FBC-4315-81EB-82FE3BEFBD37}" srcOrd="0" destOrd="0" presId="urn:microsoft.com/office/officeart/2005/8/layout/orgChart1"/>
    <dgm:cxn modelId="{2476B97F-1166-BF45-A16E-EF54214F6DB7}" srcId="{934B928C-2585-E841-BF7B-ED007AEFEE98}" destId="{995E565A-DF46-F148-B9CA-48107142CCD7}" srcOrd="0" destOrd="0" parTransId="{0229C72D-2EE6-9744-A196-3BD6591CFA01}" sibTransId="{38D587D8-F6E6-BB42-A78E-0ACA3507526E}"/>
    <dgm:cxn modelId="{CD3BED81-5688-4909-8E1B-28CB0594E41A}" type="presOf" srcId="{61003609-B5A8-472E-805C-62397148DAD2}" destId="{7851C052-A91F-40A0-9648-8D2BB76876B1}" srcOrd="1" destOrd="0" presId="urn:microsoft.com/office/officeart/2005/8/layout/orgChart1"/>
    <dgm:cxn modelId="{25FF2C8F-4843-194B-9C97-DE11F9260CE0}" type="presOf" srcId="{52E6FB16-ED4C-B74E-92A7-3113DF3985F3}" destId="{FBCC900C-ADB3-7D48-8D3B-23840C0D95FB}" srcOrd="0" destOrd="0" presId="urn:microsoft.com/office/officeart/2005/8/layout/orgChart1"/>
    <dgm:cxn modelId="{1D93D29A-4AE2-46C9-AD5B-585475B056DB}" type="presOf" srcId="{61003609-B5A8-472E-805C-62397148DAD2}" destId="{E58C64D7-5C6A-45F4-8A2B-FDF10DE87F6C}" srcOrd="0" destOrd="0" presId="urn:microsoft.com/office/officeart/2005/8/layout/orgChart1"/>
    <dgm:cxn modelId="{D6221AA5-A54C-0E4F-85B3-DC98214BFC9C}" type="presOf" srcId="{35B97CB3-ABC0-1040-B233-7A6CB3645E12}" destId="{9946018D-033A-074E-8078-107BBE4E1DE2}" srcOrd="0" destOrd="0" presId="urn:microsoft.com/office/officeart/2005/8/layout/orgChart1"/>
    <dgm:cxn modelId="{20AEA0B0-0178-A64D-9997-5C5EBED1627C}" type="presOf" srcId="{DE57C42A-83BB-0B41-9DD0-77CB41A7703E}" destId="{2759A9BA-EAD2-6945-816A-D3FE804C8D88}" srcOrd="0" destOrd="0" presId="urn:microsoft.com/office/officeart/2005/8/layout/orgChart1"/>
    <dgm:cxn modelId="{8EA05BBA-FE02-B04D-AAFD-BE77C1A6C90D}" type="presOf" srcId="{9A3DC994-D794-0543-BAC9-A401AEB23284}" destId="{CFA665AF-5726-954F-9FF0-92EE48B0249D}" srcOrd="0" destOrd="0" presId="urn:microsoft.com/office/officeart/2005/8/layout/orgChart1"/>
    <dgm:cxn modelId="{D65F32C5-410C-3A42-9ED0-57983999CC52}" srcId="{40E2DF06-0D06-7F4C-9978-848B53946EE1}" destId="{934B928C-2585-E841-BF7B-ED007AEFEE98}" srcOrd="0" destOrd="0" parTransId="{F4F84EAB-B204-C64C-AB08-E15216797A89}" sibTransId="{392800E6-7742-5542-A663-7B35C04322D6}"/>
    <dgm:cxn modelId="{D5391FCD-C5C0-D74C-98E9-5E4F459F0B77}" type="presOf" srcId="{0229C72D-2EE6-9744-A196-3BD6591CFA01}" destId="{107583AD-AD29-6E45-9A08-21984109756F}" srcOrd="0" destOrd="0" presId="urn:microsoft.com/office/officeart/2005/8/layout/orgChart1"/>
    <dgm:cxn modelId="{B2388ACD-F7F4-AC42-BBF3-0833FB88E2D5}" type="presOf" srcId="{934B928C-2585-E841-BF7B-ED007AEFEE98}" destId="{E2970FFE-4F60-6544-AE1A-F258C2E4CBF0}" srcOrd="1" destOrd="0" presId="urn:microsoft.com/office/officeart/2005/8/layout/orgChart1"/>
    <dgm:cxn modelId="{57567DF8-B6A8-4943-9874-C0B17B4A85B1}" type="presOf" srcId="{995E565A-DF46-F148-B9CA-48107142CCD7}" destId="{DEED8009-BD53-9941-8F32-858F685F82D1}" srcOrd="1" destOrd="0" presId="urn:microsoft.com/office/officeart/2005/8/layout/orgChart1"/>
    <dgm:cxn modelId="{F1DD4B0E-B47A-4F40-B222-633B45ED436B}" type="presParOf" srcId="{237C5045-718F-4746-A085-0BAC2B10C728}" destId="{58F3950A-DEB8-D74F-9DBD-AE85C3E818EB}" srcOrd="0" destOrd="0" presId="urn:microsoft.com/office/officeart/2005/8/layout/orgChart1"/>
    <dgm:cxn modelId="{2BDE8FE3-E2B2-2F40-A10C-F18D1F6536C8}" type="presParOf" srcId="{58F3950A-DEB8-D74F-9DBD-AE85C3E818EB}" destId="{048F8609-796E-C640-A233-EA8AEA48CA84}" srcOrd="0" destOrd="0" presId="urn:microsoft.com/office/officeart/2005/8/layout/orgChart1"/>
    <dgm:cxn modelId="{A0842616-0628-514F-A39C-36781C53BE34}" type="presParOf" srcId="{048F8609-796E-C640-A233-EA8AEA48CA84}" destId="{A9BC27DF-C041-134F-8384-430D3D5A405E}" srcOrd="0" destOrd="0" presId="urn:microsoft.com/office/officeart/2005/8/layout/orgChart1"/>
    <dgm:cxn modelId="{44C0BF0A-E7F3-C149-AA5E-F8DF9E637341}" type="presParOf" srcId="{048F8609-796E-C640-A233-EA8AEA48CA84}" destId="{E2970FFE-4F60-6544-AE1A-F258C2E4CBF0}" srcOrd="1" destOrd="0" presId="urn:microsoft.com/office/officeart/2005/8/layout/orgChart1"/>
    <dgm:cxn modelId="{89977024-BD42-484C-BADF-F73EF91869CA}" type="presParOf" srcId="{58F3950A-DEB8-D74F-9DBD-AE85C3E818EB}" destId="{8539ECCD-6ABE-0B45-8339-AF6CC5DB9D20}" srcOrd="1" destOrd="0" presId="urn:microsoft.com/office/officeart/2005/8/layout/orgChart1"/>
    <dgm:cxn modelId="{9B85CA16-7690-0243-BFC8-EFFE3164703D}" type="presParOf" srcId="{8539ECCD-6ABE-0B45-8339-AF6CC5DB9D20}" destId="{107583AD-AD29-6E45-9A08-21984109756F}" srcOrd="0" destOrd="0" presId="urn:microsoft.com/office/officeart/2005/8/layout/orgChart1"/>
    <dgm:cxn modelId="{480F290F-8E31-AD4D-817E-3E4F174303F9}" type="presParOf" srcId="{8539ECCD-6ABE-0B45-8339-AF6CC5DB9D20}" destId="{C1EFE515-00F7-3548-975D-C3012DF15BA0}" srcOrd="1" destOrd="0" presId="urn:microsoft.com/office/officeart/2005/8/layout/orgChart1"/>
    <dgm:cxn modelId="{CF5B1082-49F2-C344-B1CD-59EA13BF412C}" type="presParOf" srcId="{C1EFE515-00F7-3548-975D-C3012DF15BA0}" destId="{1F956CA5-921D-E744-A7F6-C803E89E3E3A}" srcOrd="0" destOrd="0" presId="urn:microsoft.com/office/officeart/2005/8/layout/orgChart1"/>
    <dgm:cxn modelId="{19807331-EE29-7A46-90AB-4316EE0662D0}" type="presParOf" srcId="{1F956CA5-921D-E744-A7F6-C803E89E3E3A}" destId="{2BD45A37-A72E-4D40-AC99-37CDBA69E936}" srcOrd="0" destOrd="0" presId="urn:microsoft.com/office/officeart/2005/8/layout/orgChart1"/>
    <dgm:cxn modelId="{3F9630E1-8EBE-6149-8C07-7BF7D9DB4D0B}" type="presParOf" srcId="{1F956CA5-921D-E744-A7F6-C803E89E3E3A}" destId="{DEED8009-BD53-9941-8F32-858F685F82D1}" srcOrd="1" destOrd="0" presId="urn:microsoft.com/office/officeart/2005/8/layout/orgChart1"/>
    <dgm:cxn modelId="{2D4D5871-C1E2-B44F-B48E-CAE72C59DC29}" type="presParOf" srcId="{C1EFE515-00F7-3548-975D-C3012DF15BA0}" destId="{08991582-9FC6-CE42-80DA-66A4C9F616AF}" srcOrd="1" destOrd="0" presId="urn:microsoft.com/office/officeart/2005/8/layout/orgChart1"/>
    <dgm:cxn modelId="{4AF2C00D-5AAE-1D41-9CA2-5153508D5011}" type="presParOf" srcId="{C1EFE515-00F7-3548-975D-C3012DF15BA0}" destId="{8A601C5C-53C7-C44C-BD8E-7D80EDF9ED09}" srcOrd="2" destOrd="0" presId="urn:microsoft.com/office/officeart/2005/8/layout/orgChart1"/>
    <dgm:cxn modelId="{FB72D72A-1F29-504F-AED4-DDEC3F2549C2}" type="presParOf" srcId="{8539ECCD-6ABE-0B45-8339-AF6CC5DB9D20}" destId="{2759A9BA-EAD2-6945-816A-D3FE804C8D88}" srcOrd="2" destOrd="0" presId="urn:microsoft.com/office/officeart/2005/8/layout/orgChart1"/>
    <dgm:cxn modelId="{ECB313D9-7DDC-4D4E-9A66-580F7308D07F}" type="presParOf" srcId="{8539ECCD-6ABE-0B45-8339-AF6CC5DB9D20}" destId="{8D5D57EF-5EF1-974A-9097-0E73A8030045}" srcOrd="3" destOrd="0" presId="urn:microsoft.com/office/officeart/2005/8/layout/orgChart1"/>
    <dgm:cxn modelId="{6CC24B6A-11DE-FE4C-9B43-5A34DE0D8A85}" type="presParOf" srcId="{8D5D57EF-5EF1-974A-9097-0E73A8030045}" destId="{FD457C41-AF96-344C-BB9A-C16059C52915}" srcOrd="0" destOrd="0" presId="urn:microsoft.com/office/officeart/2005/8/layout/orgChart1"/>
    <dgm:cxn modelId="{D9D34371-30D4-9F4B-B565-589E31B0EDBD}" type="presParOf" srcId="{FD457C41-AF96-344C-BB9A-C16059C52915}" destId="{CA409ED6-4FA0-DE4B-80EC-4CCC8D7EF51B}" srcOrd="0" destOrd="0" presId="urn:microsoft.com/office/officeart/2005/8/layout/orgChart1"/>
    <dgm:cxn modelId="{288CE0D5-0795-9B40-87D3-66C86E677FE2}" type="presParOf" srcId="{FD457C41-AF96-344C-BB9A-C16059C52915}" destId="{7AD76C61-9CEB-CB4B-8170-6E0820B83C44}" srcOrd="1" destOrd="0" presId="urn:microsoft.com/office/officeart/2005/8/layout/orgChart1"/>
    <dgm:cxn modelId="{33B863F3-0784-FC4C-84A3-D961FFE67E89}" type="presParOf" srcId="{8D5D57EF-5EF1-974A-9097-0E73A8030045}" destId="{F816FD93-C222-9D42-9343-7936AC6DDBF2}" srcOrd="1" destOrd="0" presId="urn:microsoft.com/office/officeart/2005/8/layout/orgChart1"/>
    <dgm:cxn modelId="{E3C7C99E-196E-8C41-A57B-4AB50D598B82}" type="presParOf" srcId="{8D5D57EF-5EF1-974A-9097-0E73A8030045}" destId="{CF7B7C24-9E9A-0042-ADA4-4AB2E481A30A}" srcOrd="2" destOrd="0" presId="urn:microsoft.com/office/officeart/2005/8/layout/orgChart1"/>
    <dgm:cxn modelId="{F38664A5-7FB8-2E4E-BFE2-63D385A36E45}" type="presParOf" srcId="{8539ECCD-6ABE-0B45-8339-AF6CC5DB9D20}" destId="{FBCC900C-ADB3-7D48-8D3B-23840C0D95FB}" srcOrd="4" destOrd="0" presId="urn:microsoft.com/office/officeart/2005/8/layout/orgChart1"/>
    <dgm:cxn modelId="{5B807752-963B-0F42-9BE6-880BD3625372}" type="presParOf" srcId="{8539ECCD-6ABE-0B45-8339-AF6CC5DB9D20}" destId="{BE0467C3-89A3-FD49-A91E-1EF943B56D40}" srcOrd="5" destOrd="0" presId="urn:microsoft.com/office/officeart/2005/8/layout/orgChart1"/>
    <dgm:cxn modelId="{38C4CCF5-39C6-A141-AC8F-FA6AAE7FCD79}" type="presParOf" srcId="{BE0467C3-89A3-FD49-A91E-1EF943B56D40}" destId="{A3536B51-5760-734C-B605-3016B507852D}" srcOrd="0" destOrd="0" presId="urn:microsoft.com/office/officeart/2005/8/layout/orgChart1"/>
    <dgm:cxn modelId="{D5767C99-F7A2-B341-AA12-E183536AFE55}" type="presParOf" srcId="{A3536B51-5760-734C-B605-3016B507852D}" destId="{0F63A3E5-57C6-1140-9373-2098F179103E}" srcOrd="0" destOrd="0" presId="urn:microsoft.com/office/officeart/2005/8/layout/orgChart1"/>
    <dgm:cxn modelId="{22F9E934-3A63-E346-AFFB-3248DEE23DF7}" type="presParOf" srcId="{A3536B51-5760-734C-B605-3016B507852D}" destId="{D7B2AB00-D903-EA4C-922A-AD58684C3CAE}" srcOrd="1" destOrd="0" presId="urn:microsoft.com/office/officeart/2005/8/layout/orgChart1"/>
    <dgm:cxn modelId="{C8D68F48-B072-5E46-B077-C5FA87DB56E6}" type="presParOf" srcId="{BE0467C3-89A3-FD49-A91E-1EF943B56D40}" destId="{CAA25BF3-B309-9C45-8EFB-D4804466FD62}" srcOrd="1" destOrd="0" presId="urn:microsoft.com/office/officeart/2005/8/layout/orgChart1"/>
    <dgm:cxn modelId="{377C1F5B-506B-8B4B-9486-CCAA92BAF069}" type="presParOf" srcId="{BE0467C3-89A3-FD49-A91E-1EF943B56D40}" destId="{7ED3759A-8D4B-CF44-91F6-8846D417ADF7}" srcOrd="2" destOrd="0" presId="urn:microsoft.com/office/officeart/2005/8/layout/orgChart1"/>
    <dgm:cxn modelId="{D1DAD251-1A3C-8442-9719-6C8B4AF50ACD}" type="presParOf" srcId="{8539ECCD-6ABE-0B45-8339-AF6CC5DB9D20}" destId="{9946018D-033A-074E-8078-107BBE4E1DE2}" srcOrd="6" destOrd="0" presId="urn:microsoft.com/office/officeart/2005/8/layout/orgChart1"/>
    <dgm:cxn modelId="{4BB2444D-D7D2-BA40-A22C-6B20FAF167C6}" type="presParOf" srcId="{8539ECCD-6ABE-0B45-8339-AF6CC5DB9D20}" destId="{77A94484-136B-6040-8C98-BB8735B3AD24}" srcOrd="7" destOrd="0" presId="urn:microsoft.com/office/officeart/2005/8/layout/orgChart1"/>
    <dgm:cxn modelId="{29058589-3113-B041-9A0A-9FD97D71C43C}" type="presParOf" srcId="{77A94484-136B-6040-8C98-BB8735B3AD24}" destId="{F7B84E68-BEE1-4743-B34C-A3B6C0F25E25}" srcOrd="0" destOrd="0" presId="urn:microsoft.com/office/officeart/2005/8/layout/orgChart1"/>
    <dgm:cxn modelId="{C51A325D-9F49-F740-BBE5-97E361207586}" type="presParOf" srcId="{F7B84E68-BEE1-4743-B34C-A3B6C0F25E25}" destId="{CFA665AF-5726-954F-9FF0-92EE48B0249D}" srcOrd="0" destOrd="0" presId="urn:microsoft.com/office/officeart/2005/8/layout/orgChart1"/>
    <dgm:cxn modelId="{F5DB9D45-6FED-5644-9435-0A7F927EE16C}" type="presParOf" srcId="{F7B84E68-BEE1-4743-B34C-A3B6C0F25E25}" destId="{A36FBC9E-CF33-3443-A5C1-6035F0F66925}" srcOrd="1" destOrd="0" presId="urn:microsoft.com/office/officeart/2005/8/layout/orgChart1"/>
    <dgm:cxn modelId="{CCF9BABE-5758-C946-92F2-CBEC6C57A918}" type="presParOf" srcId="{77A94484-136B-6040-8C98-BB8735B3AD24}" destId="{A37BBEEB-E883-8042-9767-F042A3C8282D}" srcOrd="1" destOrd="0" presId="urn:microsoft.com/office/officeart/2005/8/layout/orgChart1"/>
    <dgm:cxn modelId="{6946FF72-DC9F-C048-A936-D5DAD7F8BFB7}" type="presParOf" srcId="{77A94484-136B-6040-8C98-BB8735B3AD24}" destId="{04FFE606-1696-EA44-8A4F-099B5478CA8F}" srcOrd="2" destOrd="0" presId="urn:microsoft.com/office/officeart/2005/8/layout/orgChart1"/>
    <dgm:cxn modelId="{F12A0D0A-11D0-4C7F-8616-B6555BB038CE}" type="presParOf" srcId="{8539ECCD-6ABE-0B45-8339-AF6CC5DB9D20}" destId="{FD8ACA37-2FBC-4315-81EB-82FE3BEFBD37}" srcOrd="8" destOrd="0" presId="urn:microsoft.com/office/officeart/2005/8/layout/orgChart1"/>
    <dgm:cxn modelId="{28E37DF9-658C-446F-8A8E-11B725D0480D}" type="presParOf" srcId="{8539ECCD-6ABE-0B45-8339-AF6CC5DB9D20}" destId="{96806F4F-8E5E-4905-955F-F305F69BC76A}" srcOrd="9" destOrd="0" presId="urn:microsoft.com/office/officeart/2005/8/layout/orgChart1"/>
    <dgm:cxn modelId="{7F16EFA6-26A0-4015-8E81-F395ADA84329}" type="presParOf" srcId="{96806F4F-8E5E-4905-955F-F305F69BC76A}" destId="{D54C2D1C-4B62-46FE-B39D-FC5385DE05AC}" srcOrd="0" destOrd="0" presId="urn:microsoft.com/office/officeart/2005/8/layout/orgChart1"/>
    <dgm:cxn modelId="{AB81CFD9-DAAC-4769-A450-B9FC7E13976A}" type="presParOf" srcId="{D54C2D1C-4B62-46FE-B39D-FC5385DE05AC}" destId="{E58C64D7-5C6A-45F4-8A2B-FDF10DE87F6C}" srcOrd="0" destOrd="0" presId="urn:microsoft.com/office/officeart/2005/8/layout/orgChart1"/>
    <dgm:cxn modelId="{AC0B73AD-AD0F-4804-AD6D-E44D2A1DC9A7}" type="presParOf" srcId="{D54C2D1C-4B62-46FE-B39D-FC5385DE05AC}" destId="{7851C052-A91F-40A0-9648-8D2BB76876B1}" srcOrd="1" destOrd="0" presId="urn:microsoft.com/office/officeart/2005/8/layout/orgChart1"/>
    <dgm:cxn modelId="{62C2A15C-F7FE-48B7-8972-F0580EAA6367}" type="presParOf" srcId="{96806F4F-8E5E-4905-955F-F305F69BC76A}" destId="{6D4CA43D-B641-45CC-8ABA-53EB14E95C5B}" srcOrd="1" destOrd="0" presId="urn:microsoft.com/office/officeart/2005/8/layout/orgChart1"/>
    <dgm:cxn modelId="{BB453F61-1E78-4C4B-926D-228EE0C3E192}" type="presParOf" srcId="{96806F4F-8E5E-4905-955F-F305F69BC76A}" destId="{7B05FC44-263F-4577-8B4E-CEF3DD656DFB}" srcOrd="2" destOrd="0" presId="urn:microsoft.com/office/officeart/2005/8/layout/orgChart1"/>
    <dgm:cxn modelId="{92A894AC-9E45-3548-A34B-A99A88C99E5F}" type="presParOf" srcId="{58F3950A-DEB8-D74F-9DBD-AE85C3E818EB}" destId="{DBAE9660-25DE-E641-AF4B-2A7BE7076A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277A3-1AF9-4787-90F5-646834ED4AEB}">
      <dsp:nvSpPr>
        <dsp:cNvPr id="0" name=""/>
        <dsp:cNvSpPr/>
      </dsp:nvSpPr>
      <dsp:spPr>
        <a:xfrm>
          <a:off x="0" y="1497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10640-5920-49A4-ADCC-24FE925EC238}">
      <dsp:nvSpPr>
        <dsp:cNvPr id="0" name=""/>
        <dsp:cNvSpPr/>
      </dsp:nvSpPr>
      <dsp:spPr>
        <a:xfrm>
          <a:off x="193088" y="145117"/>
          <a:ext cx="351070" cy="351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257C4-E452-4E3B-9103-ED275E6185FD}">
      <dsp:nvSpPr>
        <dsp:cNvPr id="0" name=""/>
        <dsp:cNvSpPr/>
      </dsp:nvSpPr>
      <dsp:spPr>
        <a:xfrm>
          <a:off x="737247" y="1497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Current white-box fuzzing &amp; testing are manual or slow to scale  </a:t>
          </a:r>
        </a:p>
      </dsp:txBody>
      <dsp:txXfrm>
        <a:off x="737247" y="1497"/>
        <a:ext cx="10783240" cy="638309"/>
      </dsp:txXfrm>
    </dsp:sp>
    <dsp:sp modelId="{8988962A-4C35-4146-A525-1C62CB7A0B30}">
      <dsp:nvSpPr>
        <dsp:cNvPr id="0" name=""/>
        <dsp:cNvSpPr/>
      </dsp:nvSpPr>
      <dsp:spPr>
        <a:xfrm>
          <a:off x="0" y="799384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3449D-428A-4C44-8FEB-C751CB95861C}">
      <dsp:nvSpPr>
        <dsp:cNvPr id="0" name=""/>
        <dsp:cNvSpPr/>
      </dsp:nvSpPr>
      <dsp:spPr>
        <a:xfrm>
          <a:off x="193088" y="943003"/>
          <a:ext cx="351070" cy="351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1AB6-560D-4012-87F6-83D776BB341C}">
      <dsp:nvSpPr>
        <dsp:cNvPr id="0" name=""/>
        <dsp:cNvSpPr/>
      </dsp:nvSpPr>
      <dsp:spPr>
        <a:xfrm>
          <a:off x="737247" y="799384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Vulnerabilities may slip through nightly CI due to time limits  </a:t>
          </a:r>
        </a:p>
      </dsp:txBody>
      <dsp:txXfrm>
        <a:off x="737247" y="799384"/>
        <a:ext cx="10783240" cy="638309"/>
      </dsp:txXfrm>
    </dsp:sp>
    <dsp:sp modelId="{9101B34E-CE4C-46DC-B9C1-F69F21AF1CAB}">
      <dsp:nvSpPr>
        <dsp:cNvPr id="0" name=""/>
        <dsp:cNvSpPr/>
      </dsp:nvSpPr>
      <dsp:spPr>
        <a:xfrm>
          <a:off x="0" y="1597270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844AF-52A3-436F-82A5-D08466AF30B4}">
      <dsp:nvSpPr>
        <dsp:cNvPr id="0" name=""/>
        <dsp:cNvSpPr/>
      </dsp:nvSpPr>
      <dsp:spPr>
        <a:xfrm>
          <a:off x="193088" y="1740890"/>
          <a:ext cx="351070" cy="351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2BCDF-5F8A-4C0F-8244-7505043F57E7}">
      <dsp:nvSpPr>
        <dsp:cNvPr id="0" name=""/>
        <dsp:cNvSpPr/>
      </dsp:nvSpPr>
      <dsp:spPr>
        <a:xfrm>
          <a:off x="737247" y="1597270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Need an AI-guided approach integrated into CI/CD/CT to  </a:t>
          </a:r>
        </a:p>
      </dsp:txBody>
      <dsp:txXfrm>
        <a:off x="737247" y="1597270"/>
        <a:ext cx="10783240" cy="638309"/>
      </dsp:txXfrm>
    </dsp:sp>
    <dsp:sp modelId="{8083AECC-8B03-4DDE-B8C9-DA16D24CA40E}">
      <dsp:nvSpPr>
        <dsp:cNvPr id="0" name=""/>
        <dsp:cNvSpPr/>
      </dsp:nvSpPr>
      <dsp:spPr>
        <a:xfrm>
          <a:off x="0" y="2395157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E0326-9120-47E4-8086-67687742E717}">
      <dsp:nvSpPr>
        <dsp:cNvPr id="0" name=""/>
        <dsp:cNvSpPr/>
      </dsp:nvSpPr>
      <dsp:spPr>
        <a:xfrm>
          <a:off x="193088" y="2538776"/>
          <a:ext cx="351070" cy="3510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14FBA-CDDA-4273-A042-2FF8908CAF04}">
      <dsp:nvSpPr>
        <dsp:cNvPr id="0" name=""/>
        <dsp:cNvSpPr/>
      </dsp:nvSpPr>
      <dsp:spPr>
        <a:xfrm>
          <a:off x="737247" y="2395157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– boost path coverage</a:t>
          </a:r>
        </a:p>
      </dsp:txBody>
      <dsp:txXfrm>
        <a:off x="737247" y="2395157"/>
        <a:ext cx="10783240" cy="638309"/>
      </dsp:txXfrm>
    </dsp:sp>
    <dsp:sp modelId="{A69D84FA-16AF-45E4-97C7-AEF5DF728102}">
      <dsp:nvSpPr>
        <dsp:cNvPr id="0" name=""/>
        <dsp:cNvSpPr/>
      </dsp:nvSpPr>
      <dsp:spPr>
        <a:xfrm>
          <a:off x="0" y="3193043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685C9-15B5-4BD2-ABF5-3191819778C4}">
      <dsp:nvSpPr>
        <dsp:cNvPr id="0" name=""/>
        <dsp:cNvSpPr/>
      </dsp:nvSpPr>
      <dsp:spPr>
        <a:xfrm>
          <a:off x="193088" y="3336663"/>
          <a:ext cx="351070" cy="3510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033B3-3EE7-48BE-89A5-F39FB2B7B365}">
      <dsp:nvSpPr>
        <dsp:cNvPr id="0" name=""/>
        <dsp:cNvSpPr/>
      </dsp:nvSpPr>
      <dsp:spPr>
        <a:xfrm>
          <a:off x="737247" y="3193043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– reduce manual fuzz test case creation</a:t>
          </a:r>
        </a:p>
      </dsp:txBody>
      <dsp:txXfrm>
        <a:off x="737247" y="3193043"/>
        <a:ext cx="10783240" cy="638309"/>
      </dsp:txXfrm>
    </dsp:sp>
    <dsp:sp modelId="{058937F9-8539-48E9-B3CC-70718BC0BB4C}">
      <dsp:nvSpPr>
        <dsp:cNvPr id="0" name=""/>
        <dsp:cNvSpPr/>
      </dsp:nvSpPr>
      <dsp:spPr>
        <a:xfrm>
          <a:off x="0" y="3990929"/>
          <a:ext cx="11520488" cy="6383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ED5E7-99C8-40A9-BB18-C09079B1C03D}">
      <dsp:nvSpPr>
        <dsp:cNvPr id="0" name=""/>
        <dsp:cNvSpPr/>
      </dsp:nvSpPr>
      <dsp:spPr>
        <a:xfrm>
          <a:off x="193088" y="4134549"/>
          <a:ext cx="351070" cy="3510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119D9-DD7C-421E-B11E-62243F4B5FB0}">
      <dsp:nvSpPr>
        <dsp:cNvPr id="0" name=""/>
        <dsp:cNvSpPr/>
      </dsp:nvSpPr>
      <dsp:spPr>
        <a:xfrm>
          <a:off x="737247" y="3990929"/>
          <a:ext cx="10783240" cy="638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554" tIns="67554" rIns="67554" bIns="6755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– auto-generate actionable test artifacts</a:t>
          </a:r>
        </a:p>
      </dsp:txBody>
      <dsp:txXfrm>
        <a:off x="737247" y="3990929"/>
        <a:ext cx="10783240" cy="638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B59FE-EA82-4528-BFE1-8DD2310F9A4D}">
      <dsp:nvSpPr>
        <dsp:cNvPr id="0" name=""/>
        <dsp:cNvSpPr/>
      </dsp:nvSpPr>
      <dsp:spPr>
        <a:xfrm>
          <a:off x="633520" y="0"/>
          <a:ext cx="7179904" cy="4748309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67A3D-D402-EB4E-844C-8793BB6B4150}">
      <dsp:nvSpPr>
        <dsp:cNvPr id="0" name=""/>
        <dsp:cNvSpPr/>
      </dsp:nvSpPr>
      <dsp:spPr>
        <a:xfrm>
          <a:off x="4227" y="1424492"/>
          <a:ext cx="2033371" cy="1899323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AI Generated fuzz test cases and intelligent  mutation</a:t>
          </a:r>
        </a:p>
      </dsp:txBody>
      <dsp:txXfrm>
        <a:off x="96944" y="1517209"/>
        <a:ext cx="1847937" cy="1713889"/>
      </dsp:txXfrm>
    </dsp:sp>
    <dsp:sp modelId="{76BF342E-5150-4955-9E5F-9C2D4F0C8091}">
      <dsp:nvSpPr>
        <dsp:cNvPr id="0" name=""/>
        <dsp:cNvSpPr/>
      </dsp:nvSpPr>
      <dsp:spPr>
        <a:xfrm>
          <a:off x="2139267" y="1424492"/>
          <a:ext cx="2033371" cy="1899323"/>
        </a:xfrm>
        <a:prstGeom prst="roundRect">
          <a:avLst/>
        </a:prstGeom>
        <a:solidFill>
          <a:schemeClr val="accent3">
            <a:shade val="80000"/>
            <a:hueOff val="108864"/>
            <a:satOff val="-10364"/>
            <a:lumOff val="120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Automation of test artifact generation</a:t>
          </a:r>
          <a:endParaRPr lang="de-DE" sz="2200" b="1" kern="1200" dirty="0"/>
        </a:p>
      </dsp:txBody>
      <dsp:txXfrm>
        <a:off x="2231984" y="1517209"/>
        <a:ext cx="1847937" cy="1713889"/>
      </dsp:txXfrm>
    </dsp:sp>
    <dsp:sp modelId="{6872C086-D6F4-4F4A-BA49-D41B93D316BD}">
      <dsp:nvSpPr>
        <dsp:cNvPr id="0" name=""/>
        <dsp:cNvSpPr/>
      </dsp:nvSpPr>
      <dsp:spPr>
        <a:xfrm>
          <a:off x="4274307" y="1424492"/>
          <a:ext cx="2033371" cy="1899323"/>
        </a:xfrm>
        <a:prstGeom prst="roundRect">
          <a:avLst/>
        </a:prstGeom>
        <a:solidFill>
          <a:schemeClr val="accent3">
            <a:shade val="80000"/>
            <a:hueOff val="217727"/>
            <a:satOff val="-20728"/>
            <a:lumOff val="240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Integration </a:t>
          </a:r>
          <a:r>
            <a:rPr lang="de-DE" sz="2200" kern="1200" dirty="0" err="1"/>
            <a:t>into</a:t>
          </a:r>
          <a:r>
            <a:rPr lang="de-DE" sz="2200" kern="1200" dirty="0"/>
            <a:t> </a:t>
          </a:r>
          <a:r>
            <a:rPr lang="de-DE" sz="2200" kern="1200" dirty="0" err="1"/>
            <a:t>the</a:t>
          </a:r>
          <a:r>
            <a:rPr lang="de-DE" sz="2200" kern="1200" dirty="0"/>
            <a:t> </a:t>
          </a:r>
          <a:r>
            <a:rPr lang="de-DE" sz="2200" kern="1200" dirty="0" err="1"/>
            <a:t>existing</a:t>
          </a:r>
          <a:r>
            <a:rPr lang="de-DE" sz="2200" kern="1200" dirty="0"/>
            <a:t> CI/CD </a:t>
          </a:r>
          <a:r>
            <a:rPr lang="de-DE" sz="2200" kern="1200" dirty="0" err="1"/>
            <a:t>pipeline</a:t>
          </a:r>
          <a:endParaRPr lang="de-DE" sz="2200" kern="1200" dirty="0"/>
        </a:p>
      </dsp:txBody>
      <dsp:txXfrm>
        <a:off x="4367024" y="1517209"/>
        <a:ext cx="1847937" cy="1713889"/>
      </dsp:txXfrm>
    </dsp:sp>
    <dsp:sp modelId="{AC62DD2A-8107-4208-BF4D-082678A3639C}">
      <dsp:nvSpPr>
        <dsp:cNvPr id="0" name=""/>
        <dsp:cNvSpPr/>
      </dsp:nvSpPr>
      <dsp:spPr>
        <a:xfrm>
          <a:off x="6409347" y="1424492"/>
          <a:ext cx="2033371" cy="1899323"/>
        </a:xfrm>
        <a:prstGeom prst="roundRect">
          <a:avLst/>
        </a:prstGeom>
        <a:solidFill>
          <a:schemeClr val="accent3">
            <a:shade val="80000"/>
            <a:hueOff val="326591"/>
            <a:satOff val="-31092"/>
            <a:lumOff val="360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AI-Driven Security </a:t>
          </a:r>
          <a:r>
            <a:rPr lang="de-DE" sz="2200" kern="1200" err="1"/>
            <a:t>Testing</a:t>
          </a:r>
          <a:endParaRPr lang="de-DE" sz="2200" kern="1200"/>
        </a:p>
      </dsp:txBody>
      <dsp:txXfrm>
        <a:off x="6502064" y="1517209"/>
        <a:ext cx="1847937" cy="17138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DD8CB-A3F0-49CA-928C-6E0E0742D899}">
      <dsp:nvSpPr>
        <dsp:cNvPr id="0" name=""/>
        <dsp:cNvSpPr/>
      </dsp:nvSpPr>
      <dsp:spPr>
        <a:xfrm>
          <a:off x="0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White box Fuzzing</a:t>
          </a:r>
        </a:p>
      </dsp:txBody>
      <dsp:txXfrm>
        <a:off x="25303" y="1543684"/>
        <a:ext cx="1389256" cy="813311"/>
      </dsp:txXfrm>
    </dsp:sp>
    <dsp:sp modelId="{E064BF05-B52B-43E5-8FC1-DB28672790DF}">
      <dsp:nvSpPr>
        <dsp:cNvPr id="0" name=""/>
        <dsp:cNvSpPr/>
      </dsp:nvSpPr>
      <dsp:spPr>
        <a:xfrm>
          <a:off x="1583848" y="1771797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1583848" y="1843214"/>
        <a:ext cx="213675" cy="214251"/>
      </dsp:txXfrm>
    </dsp:sp>
    <dsp:sp modelId="{B6DEEDF3-8E93-4FE9-8949-12AC4A7C6599}">
      <dsp:nvSpPr>
        <dsp:cNvPr id="0" name=""/>
        <dsp:cNvSpPr/>
      </dsp:nvSpPr>
      <dsp:spPr>
        <a:xfrm>
          <a:off x="2015807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AI-Integration</a:t>
          </a:r>
        </a:p>
      </dsp:txBody>
      <dsp:txXfrm>
        <a:off x="2041110" y="1543684"/>
        <a:ext cx="1389256" cy="813311"/>
      </dsp:txXfrm>
    </dsp:sp>
    <dsp:sp modelId="{C58C9B2C-B5BF-4B6C-8F9F-54681B42EE46}">
      <dsp:nvSpPr>
        <dsp:cNvPr id="0" name=""/>
        <dsp:cNvSpPr/>
      </dsp:nvSpPr>
      <dsp:spPr>
        <a:xfrm>
          <a:off x="3599656" y="1771797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3599656" y="1843214"/>
        <a:ext cx="213675" cy="214251"/>
      </dsp:txXfrm>
    </dsp:sp>
    <dsp:sp modelId="{6BEE1703-9782-4962-909B-DC37CA99CE82}">
      <dsp:nvSpPr>
        <dsp:cNvPr id="0" name=""/>
        <dsp:cNvSpPr/>
      </dsp:nvSpPr>
      <dsp:spPr>
        <a:xfrm>
          <a:off x="4031614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Analysis and Evaluation</a:t>
          </a:r>
        </a:p>
      </dsp:txBody>
      <dsp:txXfrm>
        <a:off x="4056917" y="1543684"/>
        <a:ext cx="1389256" cy="813311"/>
      </dsp:txXfrm>
    </dsp:sp>
    <dsp:sp modelId="{6B78D792-C287-4DC7-B463-86A19DAD3E78}">
      <dsp:nvSpPr>
        <dsp:cNvPr id="0" name=""/>
        <dsp:cNvSpPr/>
      </dsp:nvSpPr>
      <dsp:spPr>
        <a:xfrm>
          <a:off x="5615463" y="1771797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5615463" y="1843214"/>
        <a:ext cx="213675" cy="214251"/>
      </dsp:txXfrm>
    </dsp:sp>
    <dsp:sp modelId="{ED470518-6134-477D-92DE-CF1DFE14D9CF}">
      <dsp:nvSpPr>
        <dsp:cNvPr id="0" name=""/>
        <dsp:cNvSpPr/>
      </dsp:nvSpPr>
      <dsp:spPr>
        <a:xfrm>
          <a:off x="6047422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CI/CD Integration</a:t>
          </a:r>
        </a:p>
      </dsp:txBody>
      <dsp:txXfrm>
        <a:off x="6072725" y="1543684"/>
        <a:ext cx="1389256" cy="813311"/>
      </dsp:txXfrm>
    </dsp:sp>
    <dsp:sp modelId="{D45DE0BE-41A3-41A0-9BF6-CE1EC0ACFCC2}">
      <dsp:nvSpPr>
        <dsp:cNvPr id="0" name=""/>
        <dsp:cNvSpPr/>
      </dsp:nvSpPr>
      <dsp:spPr>
        <a:xfrm>
          <a:off x="7631271" y="1771797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7631271" y="1843214"/>
        <a:ext cx="213675" cy="214251"/>
      </dsp:txXfrm>
    </dsp:sp>
    <dsp:sp modelId="{E0068A07-AAE5-4DB2-A24C-16F76B7BE00C}">
      <dsp:nvSpPr>
        <dsp:cNvPr id="0" name=""/>
        <dsp:cNvSpPr/>
      </dsp:nvSpPr>
      <dsp:spPr>
        <a:xfrm>
          <a:off x="8063230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Artifact Generation</a:t>
          </a:r>
        </a:p>
      </dsp:txBody>
      <dsp:txXfrm>
        <a:off x="8088533" y="1543684"/>
        <a:ext cx="1389256" cy="813311"/>
      </dsp:txXfrm>
    </dsp:sp>
    <dsp:sp modelId="{E5F55175-7A8A-4F99-B240-792025252389}">
      <dsp:nvSpPr>
        <dsp:cNvPr id="0" name=""/>
        <dsp:cNvSpPr/>
      </dsp:nvSpPr>
      <dsp:spPr>
        <a:xfrm>
          <a:off x="9647078" y="1771797"/>
          <a:ext cx="305250" cy="357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9647078" y="1843214"/>
        <a:ext cx="213675" cy="214251"/>
      </dsp:txXfrm>
    </dsp:sp>
    <dsp:sp modelId="{E71EA13A-DDD5-4C8A-A537-1854410439FA}">
      <dsp:nvSpPr>
        <dsp:cNvPr id="0" name=""/>
        <dsp:cNvSpPr/>
      </dsp:nvSpPr>
      <dsp:spPr>
        <a:xfrm>
          <a:off x="10079037" y="1518381"/>
          <a:ext cx="1439862" cy="8639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Documentation</a:t>
          </a:r>
        </a:p>
      </dsp:txBody>
      <dsp:txXfrm>
        <a:off x="10104340" y="1543684"/>
        <a:ext cx="1389256" cy="8133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EA8320-897F-754A-AED7-1E301A326361}">
      <dsp:nvSpPr>
        <dsp:cNvPr id="0" name=""/>
        <dsp:cNvSpPr/>
      </dsp:nvSpPr>
      <dsp:spPr>
        <a:xfrm>
          <a:off x="7105682" y="2848526"/>
          <a:ext cx="155762" cy="68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2387"/>
              </a:lnTo>
              <a:lnTo>
                <a:pt x="155762" y="682387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B332BF-0EBA-A14E-A3CD-8D6B84AD23D9}">
      <dsp:nvSpPr>
        <dsp:cNvPr id="0" name=""/>
        <dsp:cNvSpPr/>
      </dsp:nvSpPr>
      <dsp:spPr>
        <a:xfrm>
          <a:off x="6949920" y="2848526"/>
          <a:ext cx="155762" cy="682387"/>
        </a:xfrm>
        <a:custGeom>
          <a:avLst/>
          <a:gdLst/>
          <a:ahLst/>
          <a:cxnLst/>
          <a:rect l="0" t="0" r="0" b="0"/>
          <a:pathLst>
            <a:path>
              <a:moveTo>
                <a:pt x="155762" y="0"/>
              </a:moveTo>
              <a:lnTo>
                <a:pt x="155762" y="682387"/>
              </a:lnTo>
              <a:lnTo>
                <a:pt x="0" y="682387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F44C0-198D-6F48-800A-EFA1FD8ADBD1}">
      <dsp:nvSpPr>
        <dsp:cNvPr id="0" name=""/>
        <dsp:cNvSpPr/>
      </dsp:nvSpPr>
      <dsp:spPr>
        <a:xfrm>
          <a:off x="7847408" y="1795275"/>
          <a:ext cx="1053250" cy="682387"/>
        </a:xfrm>
        <a:custGeom>
          <a:avLst/>
          <a:gdLst/>
          <a:ahLst/>
          <a:cxnLst/>
          <a:rect l="0" t="0" r="0" b="0"/>
          <a:pathLst>
            <a:path>
              <a:moveTo>
                <a:pt x="1053250" y="0"/>
              </a:moveTo>
              <a:lnTo>
                <a:pt x="1053250" y="682387"/>
              </a:lnTo>
              <a:lnTo>
                <a:pt x="0" y="682387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BDCAB-D016-0E4D-B8D3-63A3C890D210}">
      <dsp:nvSpPr>
        <dsp:cNvPr id="0" name=""/>
        <dsp:cNvSpPr/>
      </dsp:nvSpPr>
      <dsp:spPr>
        <a:xfrm>
          <a:off x="5310705" y="742024"/>
          <a:ext cx="2848228" cy="68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2387"/>
              </a:lnTo>
              <a:lnTo>
                <a:pt x="2848228" y="682387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813901-FA45-8E40-9932-06678BD757AA}">
      <dsp:nvSpPr>
        <dsp:cNvPr id="0" name=""/>
        <dsp:cNvSpPr/>
      </dsp:nvSpPr>
      <dsp:spPr>
        <a:xfrm>
          <a:off x="3515728" y="1795275"/>
          <a:ext cx="155762" cy="17356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638"/>
              </a:lnTo>
              <a:lnTo>
                <a:pt x="155762" y="1735638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69E44-06D1-9B43-8B88-C4BE30DFBA96}">
      <dsp:nvSpPr>
        <dsp:cNvPr id="0" name=""/>
        <dsp:cNvSpPr/>
      </dsp:nvSpPr>
      <dsp:spPr>
        <a:xfrm>
          <a:off x="3359966" y="1795275"/>
          <a:ext cx="155762" cy="1735638"/>
        </a:xfrm>
        <a:custGeom>
          <a:avLst/>
          <a:gdLst/>
          <a:ahLst/>
          <a:cxnLst/>
          <a:rect l="0" t="0" r="0" b="0"/>
          <a:pathLst>
            <a:path>
              <a:moveTo>
                <a:pt x="155762" y="0"/>
              </a:moveTo>
              <a:lnTo>
                <a:pt x="155762" y="1735638"/>
              </a:lnTo>
              <a:lnTo>
                <a:pt x="0" y="1735638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B48359-7A3A-534A-98B0-79B26797E16A}">
      <dsp:nvSpPr>
        <dsp:cNvPr id="0" name=""/>
        <dsp:cNvSpPr/>
      </dsp:nvSpPr>
      <dsp:spPr>
        <a:xfrm>
          <a:off x="3515728" y="1795275"/>
          <a:ext cx="155762" cy="68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2387"/>
              </a:lnTo>
              <a:lnTo>
                <a:pt x="155762" y="682387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F82D54-FE45-CA4C-93EC-84E372C4A135}">
      <dsp:nvSpPr>
        <dsp:cNvPr id="0" name=""/>
        <dsp:cNvSpPr/>
      </dsp:nvSpPr>
      <dsp:spPr>
        <a:xfrm>
          <a:off x="3359966" y="1795275"/>
          <a:ext cx="155762" cy="682387"/>
        </a:xfrm>
        <a:custGeom>
          <a:avLst/>
          <a:gdLst/>
          <a:ahLst/>
          <a:cxnLst/>
          <a:rect l="0" t="0" r="0" b="0"/>
          <a:pathLst>
            <a:path>
              <a:moveTo>
                <a:pt x="155762" y="0"/>
              </a:moveTo>
              <a:lnTo>
                <a:pt x="155762" y="682387"/>
              </a:lnTo>
              <a:lnTo>
                <a:pt x="0" y="682387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060E33-77E4-774F-814B-1BE6D7E9C6BE}">
      <dsp:nvSpPr>
        <dsp:cNvPr id="0" name=""/>
        <dsp:cNvSpPr/>
      </dsp:nvSpPr>
      <dsp:spPr>
        <a:xfrm>
          <a:off x="4257454" y="742024"/>
          <a:ext cx="1053250" cy="682387"/>
        </a:xfrm>
        <a:custGeom>
          <a:avLst/>
          <a:gdLst/>
          <a:ahLst/>
          <a:cxnLst/>
          <a:rect l="0" t="0" r="0" b="0"/>
          <a:pathLst>
            <a:path>
              <a:moveTo>
                <a:pt x="1053250" y="0"/>
              </a:moveTo>
              <a:lnTo>
                <a:pt x="1053250" y="682387"/>
              </a:lnTo>
              <a:lnTo>
                <a:pt x="0" y="682387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13034-D3B6-9248-862E-0ED6AEA8400C}">
      <dsp:nvSpPr>
        <dsp:cNvPr id="0" name=""/>
        <dsp:cNvSpPr/>
      </dsp:nvSpPr>
      <dsp:spPr>
        <a:xfrm>
          <a:off x="4568979" y="298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LLMs</a:t>
          </a:r>
        </a:p>
      </dsp:txBody>
      <dsp:txXfrm>
        <a:off x="4568979" y="298"/>
        <a:ext cx="1483452" cy="741726"/>
      </dsp:txXfrm>
    </dsp:sp>
    <dsp:sp modelId="{D1B9B552-2189-0C49-B7E6-0A23FF353FA2}">
      <dsp:nvSpPr>
        <dsp:cNvPr id="0" name=""/>
        <dsp:cNvSpPr/>
      </dsp:nvSpPr>
      <dsp:spPr>
        <a:xfrm>
          <a:off x="2774002" y="1053548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local</a:t>
          </a:r>
        </a:p>
      </dsp:txBody>
      <dsp:txXfrm>
        <a:off x="2774002" y="1053548"/>
        <a:ext cx="1483452" cy="741726"/>
      </dsp:txXfrm>
    </dsp:sp>
    <dsp:sp modelId="{3A1CEB19-D4E8-C047-B844-ACC04D53E37E}">
      <dsp:nvSpPr>
        <dsp:cNvPr id="0" name=""/>
        <dsp:cNvSpPr/>
      </dsp:nvSpPr>
      <dsp:spPr>
        <a:xfrm>
          <a:off x="1876514" y="2106799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llama.cpp</a:t>
          </a:r>
          <a:endParaRPr lang="en-US" sz="2600" kern="1200" dirty="0"/>
        </a:p>
      </dsp:txBody>
      <dsp:txXfrm>
        <a:off x="1876514" y="2106799"/>
        <a:ext cx="1483452" cy="741726"/>
      </dsp:txXfrm>
    </dsp:sp>
    <dsp:sp modelId="{75704561-FA98-5C46-8112-60923B4CA383}">
      <dsp:nvSpPr>
        <dsp:cNvPr id="0" name=""/>
        <dsp:cNvSpPr/>
      </dsp:nvSpPr>
      <dsp:spPr>
        <a:xfrm>
          <a:off x="3671491" y="2106799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ollama</a:t>
          </a:r>
          <a:endParaRPr lang="en-US" sz="2600" kern="1200" dirty="0"/>
        </a:p>
      </dsp:txBody>
      <dsp:txXfrm>
        <a:off x="3671491" y="2106799"/>
        <a:ext cx="1483452" cy="741726"/>
      </dsp:txXfrm>
    </dsp:sp>
    <dsp:sp modelId="{FBD94E77-07EB-BB4A-8842-09B66B80E78A}">
      <dsp:nvSpPr>
        <dsp:cNvPr id="0" name=""/>
        <dsp:cNvSpPr/>
      </dsp:nvSpPr>
      <dsp:spPr>
        <a:xfrm>
          <a:off x="1876514" y="3160050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lm</a:t>
          </a:r>
          <a:r>
            <a:rPr lang="en-US" sz="2600" kern="1200" dirty="0"/>
            <a:t> studio</a:t>
          </a:r>
        </a:p>
      </dsp:txBody>
      <dsp:txXfrm>
        <a:off x="1876514" y="3160050"/>
        <a:ext cx="1483452" cy="741726"/>
      </dsp:txXfrm>
    </dsp:sp>
    <dsp:sp modelId="{4EF20237-F5B9-2341-BF05-058C8BF7E0EB}">
      <dsp:nvSpPr>
        <dsp:cNvPr id="0" name=""/>
        <dsp:cNvSpPr/>
      </dsp:nvSpPr>
      <dsp:spPr>
        <a:xfrm>
          <a:off x="3671491" y="3160050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custom </a:t>
          </a:r>
          <a:r>
            <a:rPr lang="en-US" sz="2600" kern="1200" dirty="0" err="1"/>
            <a:t>api</a:t>
          </a:r>
          <a:endParaRPr lang="en-US" sz="2600" kern="1200" dirty="0"/>
        </a:p>
      </dsp:txBody>
      <dsp:txXfrm>
        <a:off x="3671491" y="3160050"/>
        <a:ext cx="1483452" cy="741726"/>
      </dsp:txXfrm>
    </dsp:sp>
    <dsp:sp modelId="{AC6FAD4D-7054-D545-BC9E-82C73AD4FB40}">
      <dsp:nvSpPr>
        <dsp:cNvPr id="0" name=""/>
        <dsp:cNvSpPr/>
      </dsp:nvSpPr>
      <dsp:spPr>
        <a:xfrm>
          <a:off x="8158933" y="1053548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api</a:t>
          </a:r>
          <a:endParaRPr lang="en-US" sz="2600" kern="1200" dirty="0"/>
        </a:p>
      </dsp:txBody>
      <dsp:txXfrm>
        <a:off x="8158933" y="1053548"/>
        <a:ext cx="1483452" cy="741726"/>
      </dsp:txXfrm>
    </dsp:sp>
    <dsp:sp modelId="{7CE7F9B8-E497-2847-AE2F-E6A0E6FCE62F}">
      <dsp:nvSpPr>
        <dsp:cNvPr id="0" name=""/>
        <dsp:cNvSpPr/>
      </dsp:nvSpPr>
      <dsp:spPr>
        <a:xfrm>
          <a:off x="6363956" y="2106799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openai</a:t>
          </a:r>
          <a:endParaRPr lang="en-US" sz="2600" kern="1200" dirty="0"/>
        </a:p>
      </dsp:txBody>
      <dsp:txXfrm>
        <a:off x="6363956" y="2106799"/>
        <a:ext cx="1483452" cy="741726"/>
      </dsp:txXfrm>
    </dsp:sp>
    <dsp:sp modelId="{89C92F9B-E4A6-0345-9094-629204EE2560}">
      <dsp:nvSpPr>
        <dsp:cNvPr id="0" name=""/>
        <dsp:cNvSpPr/>
      </dsp:nvSpPr>
      <dsp:spPr>
        <a:xfrm>
          <a:off x="5466468" y="3160050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Gpt</a:t>
          </a:r>
          <a:r>
            <a:rPr lang="en-US" sz="2600" kern="1200" dirty="0"/>
            <a:t> - 4o</a:t>
          </a:r>
        </a:p>
      </dsp:txBody>
      <dsp:txXfrm>
        <a:off x="5466468" y="3160050"/>
        <a:ext cx="1483452" cy="741726"/>
      </dsp:txXfrm>
    </dsp:sp>
    <dsp:sp modelId="{581F2BF0-E61D-D441-AC26-C75192AFCCA9}">
      <dsp:nvSpPr>
        <dsp:cNvPr id="0" name=""/>
        <dsp:cNvSpPr/>
      </dsp:nvSpPr>
      <dsp:spPr>
        <a:xfrm>
          <a:off x="7261445" y="3160050"/>
          <a:ext cx="1483452" cy="741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Gpt</a:t>
          </a:r>
          <a:r>
            <a:rPr lang="en-US" sz="2600" kern="1200" dirty="0"/>
            <a:t>  5</a:t>
          </a:r>
        </a:p>
      </dsp:txBody>
      <dsp:txXfrm>
        <a:off x="7261445" y="3160050"/>
        <a:ext cx="1483452" cy="741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DD981-7C87-C140-A0E4-9F7835BC57EB}">
      <dsp:nvSpPr>
        <dsp:cNvPr id="0" name=""/>
        <dsp:cNvSpPr/>
      </dsp:nvSpPr>
      <dsp:spPr>
        <a:xfrm>
          <a:off x="7678505" y="2102506"/>
          <a:ext cx="182302" cy="798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659"/>
              </a:lnTo>
              <a:lnTo>
                <a:pt x="182302" y="798659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C5D7E-7488-CF4A-BAE8-8DFE1B53EEDF}">
      <dsp:nvSpPr>
        <dsp:cNvPr id="0" name=""/>
        <dsp:cNvSpPr/>
      </dsp:nvSpPr>
      <dsp:spPr>
        <a:xfrm>
          <a:off x="7496203" y="2102506"/>
          <a:ext cx="182302" cy="798659"/>
        </a:xfrm>
        <a:custGeom>
          <a:avLst/>
          <a:gdLst/>
          <a:ahLst/>
          <a:cxnLst/>
          <a:rect l="0" t="0" r="0" b="0"/>
          <a:pathLst>
            <a:path>
              <a:moveTo>
                <a:pt x="182302" y="0"/>
              </a:moveTo>
              <a:lnTo>
                <a:pt x="182302" y="798659"/>
              </a:lnTo>
              <a:lnTo>
                <a:pt x="0" y="798659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909A2-745E-464E-BEA4-60E9F48022E0}">
      <dsp:nvSpPr>
        <dsp:cNvPr id="0" name=""/>
        <dsp:cNvSpPr/>
      </dsp:nvSpPr>
      <dsp:spPr>
        <a:xfrm>
          <a:off x="5577683" y="869792"/>
          <a:ext cx="1232714" cy="798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659"/>
              </a:lnTo>
              <a:lnTo>
                <a:pt x="1232714" y="798659"/>
              </a:lnTo>
            </a:path>
          </a:pathLst>
        </a:custGeom>
        <a:noFill/>
        <a:ln w="63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F66B8F-4856-D841-B1A7-DD422287D031}">
      <dsp:nvSpPr>
        <dsp:cNvPr id="0" name=""/>
        <dsp:cNvSpPr/>
      </dsp:nvSpPr>
      <dsp:spPr>
        <a:xfrm>
          <a:off x="3476860" y="2102506"/>
          <a:ext cx="182302" cy="2031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1374"/>
              </a:lnTo>
              <a:lnTo>
                <a:pt x="182302" y="2031374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576900-9EFB-CA46-96C6-E522D87B0BEC}">
      <dsp:nvSpPr>
        <dsp:cNvPr id="0" name=""/>
        <dsp:cNvSpPr/>
      </dsp:nvSpPr>
      <dsp:spPr>
        <a:xfrm>
          <a:off x="3294557" y="2102506"/>
          <a:ext cx="182302" cy="2031374"/>
        </a:xfrm>
        <a:custGeom>
          <a:avLst/>
          <a:gdLst/>
          <a:ahLst/>
          <a:cxnLst/>
          <a:rect l="0" t="0" r="0" b="0"/>
          <a:pathLst>
            <a:path>
              <a:moveTo>
                <a:pt x="182302" y="0"/>
              </a:moveTo>
              <a:lnTo>
                <a:pt x="182302" y="2031374"/>
              </a:lnTo>
              <a:lnTo>
                <a:pt x="0" y="2031374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27EE65-C28D-724D-A6F9-AD42BDEBCEC6}">
      <dsp:nvSpPr>
        <dsp:cNvPr id="0" name=""/>
        <dsp:cNvSpPr/>
      </dsp:nvSpPr>
      <dsp:spPr>
        <a:xfrm>
          <a:off x="3476860" y="2102506"/>
          <a:ext cx="182302" cy="798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8659"/>
              </a:lnTo>
              <a:lnTo>
                <a:pt x="182302" y="798659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1BB63-F1C5-2F41-9499-52DA98D01487}">
      <dsp:nvSpPr>
        <dsp:cNvPr id="0" name=""/>
        <dsp:cNvSpPr/>
      </dsp:nvSpPr>
      <dsp:spPr>
        <a:xfrm>
          <a:off x="3294557" y="2102506"/>
          <a:ext cx="182302" cy="798659"/>
        </a:xfrm>
        <a:custGeom>
          <a:avLst/>
          <a:gdLst/>
          <a:ahLst/>
          <a:cxnLst/>
          <a:rect l="0" t="0" r="0" b="0"/>
          <a:pathLst>
            <a:path>
              <a:moveTo>
                <a:pt x="182302" y="0"/>
              </a:moveTo>
              <a:lnTo>
                <a:pt x="182302" y="798659"/>
              </a:lnTo>
              <a:lnTo>
                <a:pt x="0" y="798659"/>
              </a:lnTo>
            </a:path>
          </a:pathLst>
        </a:custGeom>
        <a:noFill/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52DF22-22AD-B244-A3F1-DE29C2B32BEA}">
      <dsp:nvSpPr>
        <dsp:cNvPr id="0" name=""/>
        <dsp:cNvSpPr/>
      </dsp:nvSpPr>
      <dsp:spPr>
        <a:xfrm>
          <a:off x="4344968" y="869792"/>
          <a:ext cx="1232714" cy="798659"/>
        </a:xfrm>
        <a:custGeom>
          <a:avLst/>
          <a:gdLst/>
          <a:ahLst/>
          <a:cxnLst/>
          <a:rect l="0" t="0" r="0" b="0"/>
          <a:pathLst>
            <a:path>
              <a:moveTo>
                <a:pt x="1232714" y="0"/>
              </a:moveTo>
              <a:lnTo>
                <a:pt x="1232714" y="798659"/>
              </a:lnTo>
              <a:lnTo>
                <a:pt x="0" y="798659"/>
              </a:lnTo>
            </a:path>
          </a:pathLst>
        </a:custGeom>
        <a:noFill/>
        <a:ln w="63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D3DC3B-9E00-ED43-BAF0-7F97E3442039}">
      <dsp:nvSpPr>
        <dsp:cNvPr id="0" name=""/>
        <dsp:cNvSpPr/>
      </dsp:nvSpPr>
      <dsp:spPr>
        <a:xfrm>
          <a:off x="4709574" y="1683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Local LLMs</a:t>
          </a:r>
        </a:p>
      </dsp:txBody>
      <dsp:txXfrm>
        <a:off x="4709574" y="1683"/>
        <a:ext cx="1736217" cy="868108"/>
      </dsp:txXfrm>
    </dsp:sp>
    <dsp:sp modelId="{8ED78151-6FBA-C540-8881-A585DBA99B60}">
      <dsp:nvSpPr>
        <dsp:cNvPr id="0" name=""/>
        <dsp:cNvSpPr/>
      </dsp:nvSpPr>
      <dsp:spPr>
        <a:xfrm>
          <a:off x="2608751" y="1234398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LLM’S models and performance</a:t>
          </a:r>
        </a:p>
      </dsp:txBody>
      <dsp:txXfrm>
        <a:off x="2608751" y="1234398"/>
        <a:ext cx="1736217" cy="868108"/>
      </dsp:txXfrm>
    </dsp:sp>
    <dsp:sp modelId="{31B6135D-BBB0-6C46-A0F7-855FF2B8AD98}">
      <dsp:nvSpPr>
        <dsp:cNvPr id="0" name=""/>
        <dsp:cNvSpPr/>
      </dsp:nvSpPr>
      <dsp:spPr>
        <a:xfrm>
          <a:off x="1558340" y="2467112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Small &lt; 15B parameters</a:t>
          </a:r>
        </a:p>
      </dsp:txBody>
      <dsp:txXfrm>
        <a:off x="1558340" y="2467112"/>
        <a:ext cx="1736217" cy="868108"/>
      </dsp:txXfrm>
    </dsp:sp>
    <dsp:sp modelId="{E3E5E074-DEAD-8841-AEC9-CE49CE329B56}">
      <dsp:nvSpPr>
        <dsp:cNvPr id="0" name=""/>
        <dsp:cNvSpPr/>
      </dsp:nvSpPr>
      <dsp:spPr>
        <a:xfrm>
          <a:off x="3659162" y="2467112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Medium 15–25B parameters</a:t>
          </a:r>
        </a:p>
      </dsp:txBody>
      <dsp:txXfrm>
        <a:off x="3659162" y="2467112"/>
        <a:ext cx="1736217" cy="868108"/>
      </dsp:txXfrm>
    </dsp:sp>
    <dsp:sp modelId="{B7849C06-8DF5-EF44-85CB-A3D1468BA21F}">
      <dsp:nvSpPr>
        <dsp:cNvPr id="0" name=""/>
        <dsp:cNvSpPr/>
      </dsp:nvSpPr>
      <dsp:spPr>
        <a:xfrm>
          <a:off x="1558340" y="3699826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Large 25-35B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parameters</a:t>
          </a:r>
        </a:p>
      </dsp:txBody>
      <dsp:txXfrm>
        <a:off x="1558340" y="3699826"/>
        <a:ext cx="1736217" cy="868108"/>
      </dsp:txXfrm>
    </dsp:sp>
    <dsp:sp modelId="{9CF5B2CA-DA0B-C641-BF2B-37D17AFBDA4B}">
      <dsp:nvSpPr>
        <dsp:cNvPr id="0" name=""/>
        <dsp:cNvSpPr/>
      </dsp:nvSpPr>
      <dsp:spPr>
        <a:xfrm>
          <a:off x="3659162" y="3699826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Extra Large &gt;40B parameters</a:t>
          </a:r>
        </a:p>
      </dsp:txBody>
      <dsp:txXfrm>
        <a:off x="3659162" y="3699826"/>
        <a:ext cx="1736217" cy="868108"/>
      </dsp:txXfrm>
    </dsp:sp>
    <dsp:sp modelId="{1EE1F2E5-1917-4D41-8627-22EA40F9CEA6}">
      <dsp:nvSpPr>
        <dsp:cNvPr id="0" name=""/>
        <dsp:cNvSpPr/>
      </dsp:nvSpPr>
      <dsp:spPr>
        <a:xfrm>
          <a:off x="6810397" y="1234398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LLMs broad classification</a:t>
          </a:r>
        </a:p>
      </dsp:txBody>
      <dsp:txXfrm>
        <a:off x="6810397" y="1234398"/>
        <a:ext cx="1736217" cy="868108"/>
      </dsp:txXfrm>
    </dsp:sp>
    <dsp:sp modelId="{06D020A0-CCCD-2D4E-9654-7E3CE0D9B385}">
      <dsp:nvSpPr>
        <dsp:cNvPr id="0" name=""/>
        <dsp:cNvSpPr/>
      </dsp:nvSpPr>
      <dsp:spPr>
        <a:xfrm>
          <a:off x="5759985" y="2467112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Code specialized</a:t>
          </a:r>
        </a:p>
      </dsp:txBody>
      <dsp:txXfrm>
        <a:off x="5759985" y="2467112"/>
        <a:ext cx="1736217" cy="868108"/>
      </dsp:txXfrm>
    </dsp:sp>
    <dsp:sp modelId="{777BB7FF-EF29-5447-A325-86EC1D6251CA}">
      <dsp:nvSpPr>
        <dsp:cNvPr id="0" name=""/>
        <dsp:cNvSpPr/>
      </dsp:nvSpPr>
      <dsp:spPr>
        <a:xfrm>
          <a:off x="7860808" y="2467112"/>
          <a:ext cx="1736217" cy="8681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General purpose</a:t>
          </a:r>
          <a:endParaRPr lang="en-US" sz="2100" kern="1200" dirty="0"/>
        </a:p>
      </dsp:txBody>
      <dsp:txXfrm>
        <a:off x="7860808" y="2467112"/>
        <a:ext cx="1736217" cy="8681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ACA37-2FBC-4315-81EB-82FE3BEFBD37}">
      <dsp:nvSpPr>
        <dsp:cNvPr id="0" name=""/>
        <dsp:cNvSpPr/>
      </dsp:nvSpPr>
      <dsp:spPr>
        <a:xfrm>
          <a:off x="5759450" y="1743175"/>
          <a:ext cx="4772427" cy="414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68"/>
              </a:lnTo>
              <a:lnTo>
                <a:pt x="4772427" y="207068"/>
              </a:lnTo>
              <a:lnTo>
                <a:pt x="4772427" y="414136"/>
              </a:lnTo>
            </a:path>
          </a:pathLst>
        </a:cu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46018D-033A-074E-8078-107BBE4E1DE2}">
      <dsp:nvSpPr>
        <dsp:cNvPr id="0" name=""/>
        <dsp:cNvSpPr/>
      </dsp:nvSpPr>
      <dsp:spPr>
        <a:xfrm>
          <a:off x="5759450" y="1743175"/>
          <a:ext cx="2386213" cy="414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68"/>
              </a:lnTo>
              <a:lnTo>
                <a:pt x="2386213" y="207068"/>
              </a:lnTo>
              <a:lnTo>
                <a:pt x="2386213" y="414136"/>
              </a:lnTo>
            </a:path>
          </a:pathLst>
        </a:cu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CC900C-ADB3-7D48-8D3B-23840C0D95FB}">
      <dsp:nvSpPr>
        <dsp:cNvPr id="0" name=""/>
        <dsp:cNvSpPr/>
      </dsp:nvSpPr>
      <dsp:spPr>
        <a:xfrm>
          <a:off x="5713729" y="1743175"/>
          <a:ext cx="91440" cy="4141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4136"/>
              </a:lnTo>
            </a:path>
          </a:pathLst>
        </a:cu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9A9BA-EAD2-6945-816A-D3FE804C8D88}">
      <dsp:nvSpPr>
        <dsp:cNvPr id="0" name=""/>
        <dsp:cNvSpPr/>
      </dsp:nvSpPr>
      <dsp:spPr>
        <a:xfrm>
          <a:off x="3373236" y="1743175"/>
          <a:ext cx="2386213" cy="414136"/>
        </a:xfrm>
        <a:custGeom>
          <a:avLst/>
          <a:gdLst/>
          <a:ahLst/>
          <a:cxnLst/>
          <a:rect l="0" t="0" r="0" b="0"/>
          <a:pathLst>
            <a:path>
              <a:moveTo>
                <a:pt x="2386213" y="0"/>
              </a:moveTo>
              <a:lnTo>
                <a:pt x="2386213" y="207068"/>
              </a:lnTo>
              <a:lnTo>
                <a:pt x="0" y="207068"/>
              </a:lnTo>
              <a:lnTo>
                <a:pt x="0" y="414136"/>
              </a:lnTo>
            </a:path>
          </a:pathLst>
        </a:cu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7583AD-AD29-6E45-9A08-21984109756F}">
      <dsp:nvSpPr>
        <dsp:cNvPr id="0" name=""/>
        <dsp:cNvSpPr/>
      </dsp:nvSpPr>
      <dsp:spPr>
        <a:xfrm>
          <a:off x="987022" y="1743175"/>
          <a:ext cx="4772427" cy="414136"/>
        </a:xfrm>
        <a:custGeom>
          <a:avLst/>
          <a:gdLst/>
          <a:ahLst/>
          <a:cxnLst/>
          <a:rect l="0" t="0" r="0" b="0"/>
          <a:pathLst>
            <a:path>
              <a:moveTo>
                <a:pt x="4772427" y="0"/>
              </a:moveTo>
              <a:lnTo>
                <a:pt x="4772427" y="207068"/>
              </a:lnTo>
              <a:lnTo>
                <a:pt x="0" y="207068"/>
              </a:lnTo>
              <a:lnTo>
                <a:pt x="0" y="414136"/>
              </a:lnTo>
            </a:path>
          </a:pathLst>
        </a:custGeom>
        <a:noFill/>
        <a:ln w="12700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C27DF-C041-134F-8384-430D3D5A405E}">
      <dsp:nvSpPr>
        <dsp:cNvPr id="0" name=""/>
        <dsp:cNvSpPr/>
      </dsp:nvSpPr>
      <dsp:spPr>
        <a:xfrm>
          <a:off x="4773411" y="757137"/>
          <a:ext cx="1972077" cy="986038"/>
        </a:xfrm>
        <a:prstGeom prst="rect">
          <a:avLst/>
        </a:prstGeom>
        <a:solidFill>
          <a:schemeClr val="accent4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CPP Repositories</a:t>
          </a:r>
        </a:p>
      </dsp:txBody>
      <dsp:txXfrm>
        <a:off x="4773411" y="757137"/>
        <a:ext cx="1972077" cy="986038"/>
      </dsp:txXfrm>
    </dsp:sp>
    <dsp:sp modelId="{2BD45A37-A72E-4D40-AC99-37CDBA69E936}">
      <dsp:nvSpPr>
        <dsp:cNvPr id="0" name=""/>
        <dsp:cNvSpPr/>
      </dsp:nvSpPr>
      <dsp:spPr>
        <a:xfrm>
          <a:off x="984" y="2157312"/>
          <a:ext cx="1972077" cy="986038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small</a:t>
          </a:r>
        </a:p>
      </dsp:txBody>
      <dsp:txXfrm>
        <a:off x="984" y="2157312"/>
        <a:ext cx="1972077" cy="986038"/>
      </dsp:txXfrm>
    </dsp:sp>
    <dsp:sp modelId="{CA409ED6-4FA0-DE4B-80EC-4CCC8D7EF51B}">
      <dsp:nvSpPr>
        <dsp:cNvPr id="0" name=""/>
        <dsp:cNvSpPr/>
      </dsp:nvSpPr>
      <dsp:spPr>
        <a:xfrm>
          <a:off x="2387197" y="2157312"/>
          <a:ext cx="1972077" cy="986038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big</a:t>
          </a:r>
        </a:p>
      </dsp:txBody>
      <dsp:txXfrm>
        <a:off x="2387197" y="2157312"/>
        <a:ext cx="1972077" cy="986038"/>
      </dsp:txXfrm>
    </dsp:sp>
    <dsp:sp modelId="{0F63A3E5-57C6-1140-9373-2098F179103E}">
      <dsp:nvSpPr>
        <dsp:cNvPr id="0" name=""/>
        <dsp:cNvSpPr/>
      </dsp:nvSpPr>
      <dsp:spPr>
        <a:xfrm>
          <a:off x="4773411" y="2157312"/>
          <a:ext cx="1972077" cy="986038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Needs wrapper small</a:t>
          </a:r>
        </a:p>
      </dsp:txBody>
      <dsp:txXfrm>
        <a:off x="4773411" y="2157312"/>
        <a:ext cx="1972077" cy="986038"/>
      </dsp:txXfrm>
    </dsp:sp>
    <dsp:sp modelId="{CFA665AF-5726-954F-9FF0-92EE48B0249D}">
      <dsp:nvSpPr>
        <dsp:cNvPr id="0" name=""/>
        <dsp:cNvSpPr/>
      </dsp:nvSpPr>
      <dsp:spPr>
        <a:xfrm>
          <a:off x="7159624" y="2157312"/>
          <a:ext cx="1972077" cy="986038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Needs wrapper big</a:t>
          </a:r>
        </a:p>
      </dsp:txBody>
      <dsp:txXfrm>
        <a:off x="7159624" y="2157312"/>
        <a:ext cx="1972077" cy="986038"/>
      </dsp:txXfrm>
    </dsp:sp>
    <dsp:sp modelId="{E58C64D7-5C6A-45F4-8A2B-FDF10DE87F6C}">
      <dsp:nvSpPr>
        <dsp:cNvPr id="0" name=""/>
        <dsp:cNvSpPr/>
      </dsp:nvSpPr>
      <dsp:spPr>
        <a:xfrm>
          <a:off x="9545838" y="2157312"/>
          <a:ext cx="1972077" cy="986038"/>
        </a:xfrm>
        <a:prstGeom prst="rect">
          <a:avLst/>
        </a:prstGeom>
        <a:solidFill>
          <a:schemeClr val="accent4">
            <a:alpha val="7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Already Featuring </a:t>
          </a:r>
          <a:r>
            <a:rPr lang="en-US" sz="2000" kern="1200" err="1"/>
            <a:t>CiFuzz</a:t>
          </a:r>
          <a:r>
            <a:rPr lang="en-US" sz="2000" kern="1200"/>
            <a:t>  workflow</a:t>
          </a:r>
        </a:p>
      </dsp:txBody>
      <dsp:txXfrm>
        <a:off x="9545838" y="2157312"/>
        <a:ext cx="1972077" cy="986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21532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0076829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ECA62E-2216-4960-A875-4D2633F4A404}" type="datetimeFigureOut">
              <a:rPr lang="de-DE"/>
              <a:t>25.09.25</a:t>
            </a:fld>
            <a:endParaRPr lang="de-DE"/>
          </a:p>
        </p:txBody>
      </p:sp>
      <p:sp>
        <p:nvSpPr>
          <p:cNvPr id="1441942098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1108645989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33584035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19255691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1F93703-73BA-47D5-8B02-C172375928DA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D0B97F-3FF6-DBAE-CC04-BE3F9EE0DCD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9A7E43-AE44-6BB8-04BB-95B22B9ED4C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77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972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143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992F-7772-D1F5-FF8F-FBF57B500F8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68400-FE5E-8C50-2DE5-D3306505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001F6-9762-5674-739C-28DBCB08D9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CC71-B029-BED2-453C-ED3843F6A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4610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804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CA49-918C-278F-6531-4105D4BE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729E9-7F1F-0B30-7D57-FDE368ADE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EE24E-B4AC-9D50-F8E3-A051BB956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E8E52-38C6-92B7-EE31-1CD7B2AF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9625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D3A5-938D-FF12-A6B9-E82E3D9905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B5BB-2BB8-2C06-B573-1E68D47E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5393C-F534-C3D6-96F9-8EF4464DA0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DC2ED-7CF9-D8A1-8D6F-6F941370B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901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AF46-E4A5-9DB2-0828-032F69938E3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26519-43D2-E52E-43D1-474572E99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3AA54-2F22-0146-D7F2-A0F868ADC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87D56-371F-A3F3-DFB1-1BCC31099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229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2F3D2-1D2B-30C6-A7CD-AFD102AAB29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78D41-AB4B-11FD-843B-B4B1EDB3F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D6615-EEE7-2FA8-8A3C-5A9F54D534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AEFB0-2C42-9794-7C01-03A491712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8832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367B-4581-CC9B-DCAF-05B4E995FA6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FA1F8-0061-0852-45BB-8A98411FD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637A6-7B6A-E516-97A5-81549C6926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A3BA5-8EC4-BCD2-0420-2382F5039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882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83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71B3-5121-BEC1-20C1-52031194708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AEB4C-71CA-E50E-9395-7440EA408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AB3C5-76F4-E2EF-1B39-D545AE5C8D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BDF7-80D2-6B81-5989-E1EA5A507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380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29C3-E3CD-791E-D15C-A622B5A985B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46CC3-1E52-524A-B089-DF14CC23D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8DAEC-C000-F71D-F228-388D20EE6B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7B0A9-3608-EA8C-9495-4C7087AB6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419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A616-9C3D-9A44-C015-741253E7E59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4DA76-24BC-529B-307C-97F404A32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6A5E9-4A63-ADC5-9808-A0BC1EF465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BFA10-295F-6744-6D0A-095FAC6E8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0394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2417-4A62-B975-F42D-C9834DBAF1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93F48-DE12-0930-FA77-D0414DE32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176B3-217E-8E41-83D0-8D4D6614EC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0D76D-528B-9945-6C33-37E42C1F0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71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F6FE-BE5C-8297-39F3-BF8953B30FD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010C9-55BC-3B5A-C967-77B52C07A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E30A2-9081-778E-80E9-61CBD6A79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DEE47-DFEB-9A4D-D963-875A4BDFE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1537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18FA-4925-7B35-CDEF-F0A51C0A22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3794B-87F9-09D5-483D-383F65FA5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5218A-1DC0-F39A-4B09-D9CFEFA51C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AA61B-80D9-19FB-8832-2BB642D5C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242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17D1-F39E-005C-BD38-772C505F05B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1435F-461A-3FED-CED1-DBF25956E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D184E-BD70-403D-FDC1-55F8C67A6F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076BE-E74E-53C1-B084-DCADE4726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2059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287D-00A7-0E71-54E4-9B2856117F5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B3A7B-2C0E-A1A4-27B1-5F4D3DB8F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D214A-8B14-77F8-9F7D-39D53E6BD3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BFA88-DB0E-C2F8-522C-EDA1B7BDA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4723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81B9-B782-27FD-E31B-1060CEEC9C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95AF4-486B-82DD-F6EE-DC2F7F50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A56AB-3249-AA0B-4DD7-CF12F8E244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35C5E-63E1-79D6-9D33-7AF5226BA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2933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CA5D-D613-7725-682E-44921033A16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A9F2E-575A-8D03-58A7-02D04B702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6B6E7-9534-BA90-A4FF-C6E425A52F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0B10A-CE65-16C7-49B2-C8FBCB1FA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1943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E6D3-34BD-683C-3D24-408640AF0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641B1-26D7-88E0-B9D1-3FE20ADFA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CF52-D542-F130-6625-7389E25542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768A1-BE07-45EE-214B-ECDF852B2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9807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14F7-35FE-39A8-BF28-C4AA240D141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483C7-D1C7-3C70-71E7-E804FAA0F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6CFD3-7485-89C1-E430-CC40FB3AFB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39379-D977-CDB7-5FFD-5E09CF8DD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97278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764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37701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FD05-E930-B54C-1804-1B31A2F7C4B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81104-9FF0-9F4D-0733-773983400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F4084-811A-A8B2-21AA-7CC668E1F7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C6CEE-2995-A9B3-2ADB-D0CCF4D2D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3EF1E-46E9-D20F-6A2B-E24183178A67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2033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6786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A326-4DAC-097D-82B4-18E8509534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386B0-623A-2A42-A572-907650352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1F941-91B4-08CD-4AB8-EB6F93D8CA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0473E-3479-ABB5-DBD0-D0E452597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5327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941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8494-E0A6-D5ED-9133-9E713696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0EFD0-1595-91B9-454B-4853A025D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A30CD-D1B6-4D3D-A5F0-290B3B669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3718-6FFC-513B-05EB-05E9F2C14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8091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3341F-B2D7-455A-923F-83B350011543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84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Number of bugs found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Code coverage percentage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Time to generate fuzz tests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Quality of generated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Number of tokens used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791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F93703-73BA-47D5-8B02-C172375928DA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7710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DCF33-4769-4AD3-DB0C-8416214789A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96F07-A3BE-2641-CBD5-2030497E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35361-1916-F184-FE12-598CB31BC3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73CC-0E33-23D4-E91F-E87117B17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D5968A-CFB3-D376-4C17-A4F8E44F7BC3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42308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595E7-715C-85A7-3EC8-2B70B39CC535}" type="slidenum">
              <a:rPr/>
              <a:t>47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983104-261E-B26F-4127-24DE20B4BD12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6353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3F9FC1-9B2F-4C14-33E7-5A29963B228D}" type="slidenum">
              <a:rPr/>
              <a:t>49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802469" name="Grafik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1" y="1628775"/>
            <a:ext cx="12189337" cy="5229225"/>
          </a:xfrm>
          <a:prstGeom prst="rect">
            <a:avLst/>
          </a:prstGeom>
        </p:spPr>
      </p:pic>
      <p:pic>
        <p:nvPicPr>
          <p:cNvPr id="772274181" name="Grafik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1161681391" name="Grafik 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04000" y="309980"/>
            <a:ext cx="2664000" cy="347478"/>
          </a:xfrm>
          <a:prstGeom prst="rect">
            <a:avLst/>
          </a:prstGeom>
        </p:spPr>
      </p:pic>
      <p:sp>
        <p:nvSpPr>
          <p:cNvPr id="754177995" name="Textplatzhalter 16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0" y="1628775"/>
            <a:ext cx="12192000" cy="5229225"/>
          </a:xfrm>
          <a:prstGeom prst="rect">
            <a:avLst/>
          </a:prstGeom>
          <a:gradFill>
            <a:gsLst>
              <a:gs pos="5000">
                <a:schemeClr val="accent4"/>
              </a:gs>
              <a:gs pos="50000">
                <a:schemeClr val="accent4">
                  <a:alpha val="5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91714101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600375" y="2340000"/>
            <a:ext cx="11082037" cy="752662"/>
          </a:xfrm>
        </p:spPr>
        <p:txBody>
          <a:bodyPr wrap="none" tIns="0" rIns="0" anchor="ctr">
            <a:noAutofit/>
          </a:bodyPr>
          <a:lstStyle>
            <a:lvl1pPr algn="l">
              <a:lnSpc>
                <a:spcPct val="110000"/>
              </a:lnSpc>
              <a:defRPr sz="2800" b="1" i="0" u="none">
                <a:solidFill>
                  <a:schemeClr val="tx1"/>
                </a:solidFill>
                <a:latin typeface="FAUSans Office"/>
                <a:cs typeface="FAUSans Office"/>
              </a:defRPr>
            </a:lvl1pPr>
          </a:lstStyle>
          <a:p>
            <a:pPr>
              <a:defRPr/>
            </a:pPr>
            <a:r>
              <a:rPr lang="de-DE"/>
              <a:t>The NEW FAU PowerPoint template</a:t>
            </a:r>
            <a:br>
              <a:rPr lang="de-DE"/>
            </a:br>
            <a:r>
              <a:rPr lang="en-US"/>
              <a:t>(extended by Joachim Falk with the Co-Design logo),</a:t>
            </a:r>
            <a:br>
              <a:rPr lang="en-US"/>
            </a:br>
            <a:r>
              <a:rPr lang="en-US"/>
              <a:t>conforming to the 2021 FAU corporate design guide</a:t>
            </a:r>
            <a:endParaRPr lang="de-DE"/>
          </a:p>
        </p:txBody>
      </p:sp>
      <p:sp>
        <p:nvSpPr>
          <p:cNvPr id="278742484" name="Rechteck 55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grpSp>
        <p:nvGrpSpPr>
          <p:cNvPr id="127144601" name="Gruppieren 56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2035883837" name="Gruppieren 59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1205927298" name="Gruppieren 62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1738400322" name="Gruppieren 65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25603098" name="Gruppieren 68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956932139" name="Gruppieren 71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1175821594" name="Gruppieren 74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985039776" name="Gruppieren 77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1007561097" name="Gruppieren 80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471018727" name="Gerader Verbinder 83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3695107" name="Gruppieren 84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pic>
        <p:nvPicPr>
          <p:cNvPr id="650608647" name="Grafik 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8352000" y="309600"/>
            <a:ext cx="1227421" cy="604800"/>
          </a:xfrm>
          <a:prstGeom prst="rect">
            <a:avLst/>
          </a:prstGeom>
        </p:spPr>
      </p:pic>
      <p:sp>
        <p:nvSpPr>
          <p:cNvPr id="752242158" name="Textplatzhalter 9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01200" y="3780000"/>
            <a:ext cx="11069319" cy="914400"/>
          </a:xfrm>
        </p:spPr>
        <p:txBody>
          <a:bodyPr>
            <a:normAutofit/>
          </a:bodyPr>
          <a:lstStyle>
            <a:lvl1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 sz="1800" b="0"/>
            </a:lvl1pPr>
          </a:lstStyle>
          <a:p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/>
              <a:t>Joachim Falk</a:t>
            </a:r>
            <a:br>
              <a:rPr lang="de-DE"/>
            </a:br>
            <a:r>
              <a:rPr lang="de-DE" sz="1600">
                <a:latin typeface="FAUSans Office"/>
                <a:cs typeface="FAUSans Office"/>
              </a:rPr>
              <a:t>Friedrich-Alexander-Universität Erlangen-Nürnberg, Hardware-Software-Co-Design</a:t>
            </a:r>
            <a:br>
              <a:rPr lang="de-DE" sz="1600">
                <a:latin typeface="FAUSans Office"/>
                <a:cs typeface="FAUSans Office"/>
              </a:rPr>
            </a:br>
            <a:r>
              <a:rPr lang="de-DE" sz="1600">
                <a:latin typeface="FAUSans Office"/>
                <a:cs typeface="FAUSans Office"/>
              </a:rPr>
              <a:t>Aug 4, 2022</a:t>
            </a:r>
            <a:endParaRPr lang="en-US" sz="1600">
              <a:latin typeface="FAUSans Office"/>
              <a:cs typeface="FAUSans Office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79157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331020471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67565249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431708146" name="Textplatzhalter 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560227861" name="Textplatzhalt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8318" y="235471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02 </a:t>
            </a:r>
            <a:endParaRPr/>
          </a:p>
        </p:txBody>
      </p:sp>
      <p:sp>
        <p:nvSpPr>
          <p:cNvPr id="1228959473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507671854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8318" y="452537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05 </a:t>
            </a:r>
            <a:endParaRPr/>
          </a:p>
        </p:txBody>
      </p:sp>
      <p:sp>
        <p:nvSpPr>
          <p:cNvPr id="1002664554" name="Textplatzhalter 6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609738383" name="Textplatzhalter 6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8318" y="307826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03 </a:t>
            </a:r>
            <a:endParaRPr/>
          </a:p>
        </p:txBody>
      </p:sp>
      <p:sp>
        <p:nvSpPr>
          <p:cNvPr id="481094472" name="Textplatzhalter 6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020832239" name="Textplatzhalter 6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8318" y="380182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04 </a:t>
            </a:r>
            <a:endParaRPr/>
          </a:p>
        </p:txBody>
      </p:sp>
      <p:sp>
        <p:nvSpPr>
          <p:cNvPr id="1132676751" name="Textplatzhalter 6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820694763" name="Textplatzhalter 6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8318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06 </a:t>
            </a:r>
            <a:endParaRPr/>
          </a:p>
        </p:txBody>
      </p:sp>
      <p:sp>
        <p:nvSpPr>
          <p:cNvPr id="838830976" name="Textplatzhalter 6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824634241" name="Textplatzhalter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06332" y="1632184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07 </a:t>
            </a:r>
            <a:endParaRPr/>
          </a:p>
        </p:txBody>
      </p:sp>
      <p:sp>
        <p:nvSpPr>
          <p:cNvPr id="646299733" name="Textplatzhalter 6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2100456043" name="Textplatzhalter 6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206332" y="2355533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08 </a:t>
            </a:r>
            <a:endParaRPr/>
          </a:p>
        </p:txBody>
      </p:sp>
      <p:sp>
        <p:nvSpPr>
          <p:cNvPr id="2139913272" name="Textplatzhalter 6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540812615" name="Textplatzhalter 6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11 </a:t>
            </a:r>
            <a:endParaRPr/>
          </a:p>
        </p:txBody>
      </p:sp>
      <p:sp>
        <p:nvSpPr>
          <p:cNvPr id="1929964288" name="Textplatzhalter 6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539917849" name="Textplatzhalter 6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206332" y="3078882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09 </a:t>
            </a:r>
            <a:endParaRPr/>
          </a:p>
        </p:txBody>
      </p:sp>
      <p:sp>
        <p:nvSpPr>
          <p:cNvPr id="1514901539" name="Textplatzhalter 6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2036238759" name="Textplatzhalter 6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6206332" y="380223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10 </a:t>
            </a:r>
            <a:endParaRPr/>
          </a:p>
        </p:txBody>
      </p:sp>
      <p:sp>
        <p:nvSpPr>
          <p:cNvPr id="2116741762" name="Textplatzhalter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1657751310" name="Textplatzhalter 6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206332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12 </a:t>
            </a:r>
            <a:endParaRPr/>
          </a:p>
        </p:txBody>
      </p:sp>
      <p:sp>
        <p:nvSpPr>
          <p:cNvPr id="1804541202" name="Titel 5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84410039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403207113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634050189" name="Textplatzhalt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8318" y="163115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01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 |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20083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62119814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213135976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096176133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6206329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883812037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46812055" name="Textplatzhalter 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528218662" name="Textplatzhalt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8318" y="235471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02 </a:t>
            </a:r>
            <a:endParaRPr/>
          </a:p>
        </p:txBody>
      </p:sp>
      <p:sp>
        <p:nvSpPr>
          <p:cNvPr id="282978052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859767055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8318" y="452537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05 </a:t>
            </a:r>
            <a:endParaRPr/>
          </a:p>
        </p:txBody>
      </p:sp>
      <p:sp>
        <p:nvSpPr>
          <p:cNvPr id="1952938400" name="Textplatzhalter 6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036282564" name="Textplatzhalter 6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8318" y="307826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03 </a:t>
            </a:r>
            <a:endParaRPr/>
          </a:p>
        </p:txBody>
      </p:sp>
      <p:sp>
        <p:nvSpPr>
          <p:cNvPr id="1311889327" name="Textplatzhalter 6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2144059753" name="Textplatzhalter 6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8318" y="380182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04 </a:t>
            </a:r>
            <a:endParaRPr/>
          </a:p>
        </p:txBody>
      </p:sp>
      <p:sp>
        <p:nvSpPr>
          <p:cNvPr id="1470718059" name="Textplatzhalter 6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487541449" name="Textplatzhalter 6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8318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06 </a:t>
            </a:r>
            <a:endParaRPr/>
          </a:p>
        </p:txBody>
      </p:sp>
      <p:sp>
        <p:nvSpPr>
          <p:cNvPr id="125728298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643433628" name="Textplatzhalt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8318" y="163115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>
              <a:defRPr/>
            </a:pPr>
            <a:r>
              <a:rPr lang="de-DE"/>
              <a:t>01 </a:t>
            </a:r>
            <a:endParaRPr/>
          </a:p>
        </p:txBody>
      </p:sp>
      <p:sp>
        <p:nvSpPr>
          <p:cNvPr id="76151852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1802038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78132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18318" y="3041201"/>
            <a:ext cx="11157743" cy="775597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  <a:endParaRPr/>
          </a:p>
        </p:txBody>
      </p:sp>
      <p:sp>
        <p:nvSpPr>
          <p:cNvPr id="24131895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32223147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43639217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94485589" name="Rechteck 56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37991404" name="Rechteck 58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grpSp>
        <p:nvGrpSpPr>
          <p:cNvPr id="1133211474" name="Gruppieren 57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1223702235" name="Gruppieren 62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1878586345" name="Gruppieren 65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551854901" name="Gruppieren 68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563832548" name="Gruppieren 71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557387006" name="Gruppieren 74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153231232" name="Gruppieren 77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373892240" name="Gruppieren 80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681505230" name="Gruppieren 83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40737741" name="Gerader Verbinder 86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9465919" name="Gruppieren 87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pic>
        <p:nvPicPr>
          <p:cNvPr id="679429830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4000" y="309599"/>
            <a:ext cx="2664000" cy="347478"/>
          </a:xfrm>
          <a:prstGeom prst="rect">
            <a:avLst/>
          </a:prstGeom>
        </p:spPr>
      </p:pic>
      <p:pic>
        <p:nvPicPr>
          <p:cNvPr id="301525798" name="Grafik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723286894" name="Grafik 41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8352000" y="309600"/>
            <a:ext cx="1227421" cy="6048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10988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30552716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70693592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53302230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654659759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07445325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 | 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3056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210464487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24929120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440737042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725990528" name="Textplatzhalter 6"/>
          <p:cNvSpPr>
            <a:spLocks noGrp="1"/>
          </p:cNvSpPr>
          <p:nvPr>
            <p:ph type="body" sz="quarter" idx="14"/>
          </p:nvPr>
        </p:nvSpPr>
        <p:spPr bwMode="auto">
          <a:xfrm>
            <a:off x="6206329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92277274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619075107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 | dr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978317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44327969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2050322994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33365963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8373032" name="Textplatzhalter 6"/>
          <p:cNvSpPr>
            <a:spLocks noGrp="1"/>
          </p:cNvSpPr>
          <p:nvPr>
            <p:ph type="body" sz="quarter" idx="16"/>
          </p:nvPr>
        </p:nvSpPr>
        <p:spPr bwMode="auto">
          <a:xfrm>
            <a:off x="518318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968220099" name="Textplatzhalter 6"/>
          <p:cNvSpPr>
            <a:spLocks noGrp="1"/>
          </p:cNvSpPr>
          <p:nvPr>
            <p:ph type="body" sz="quarter" idx="17"/>
          </p:nvPr>
        </p:nvSpPr>
        <p:spPr bwMode="auto">
          <a:xfrm>
            <a:off x="8107242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21108812" name="Textplatzhalter 6"/>
          <p:cNvSpPr>
            <a:spLocks noGrp="1"/>
          </p:cNvSpPr>
          <p:nvPr>
            <p:ph type="body" sz="quarter" idx="18"/>
          </p:nvPr>
        </p:nvSpPr>
        <p:spPr bwMode="auto">
          <a:xfrm>
            <a:off x="4312780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8879180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- Bild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968367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801921391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41624915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142994052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70984941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11734921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6206329" y="1631155"/>
            <a:ext cx="5469732" cy="4569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502191177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- 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263644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8" y="1631155"/>
            <a:ext cx="5469732" cy="4569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43550875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295644828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293873526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2103016301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6206331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52688471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39286995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Bildfolie | mit Stör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667523" name="Bildplatzhalter 8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896631158" name="Textplatzhalter 6"/>
          <p:cNvSpPr>
            <a:spLocks noGrp="1"/>
          </p:cNvSpPr>
          <p:nvPr>
            <p:ph type="body" sz="quarter" idx="14"/>
          </p:nvPr>
        </p:nvSpPr>
        <p:spPr bwMode="auto">
          <a:xfrm>
            <a:off x="518319" y="3431381"/>
            <a:ext cx="3571200" cy="2769394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grpSp>
        <p:nvGrpSpPr>
          <p:cNvPr id="1704344071" name="Gruppieren 3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1738989037" name="Gruppieren 7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2082901866" name="Gruppieren 11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1119570554" name="Gruppieren 14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1507057446" name="Gruppieren 17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469286069" name="Gruppieren 20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1327447446" name="Gruppieren 23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821160021" name="Gruppieren 26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230220444" name="Gruppieren 29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1724511022" name="Gerader Verbinder 32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8641297" name="Gruppieren 33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1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17781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90555709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65733282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449542925" name="Titel 12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08525859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11157746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10235788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8942829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2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504425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98213539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981127270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573906824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94140705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693116022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12863580" name="Bildplatzhalter 8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6206331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675161319" name="Textplatzhalter 10"/>
          <p:cNvSpPr>
            <a:spLocks noGrp="1"/>
          </p:cNvSpPr>
          <p:nvPr>
            <p:ph type="body" sz="quarter" idx="28"/>
          </p:nvPr>
        </p:nvSpPr>
        <p:spPr bwMode="auto"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123584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3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14444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55674656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918059291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311750391" name="Titel 17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75576779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791835980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145583993" name="Bildplatzhalter 8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8106305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582127271" name="Textplatzhalter 10"/>
          <p:cNvSpPr>
            <a:spLocks noGrp="1"/>
          </p:cNvSpPr>
          <p:nvPr>
            <p:ph type="body" sz="quarter" idx="28"/>
          </p:nvPr>
        </p:nvSpPr>
        <p:spPr bwMode="auto"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038978988" name="Bildplatzhalter 8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4312311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462649315" name="Textplatzhalter 10"/>
          <p:cNvSpPr>
            <a:spLocks noGrp="1"/>
          </p:cNvSpPr>
          <p:nvPr>
            <p:ph type="body" sz="quarter" idx="30"/>
          </p:nvPr>
        </p:nvSpPr>
        <p:spPr bwMode="auto"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88301264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8948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31530108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60876443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216544997" name="Inhaltsplatzhalter 7"/>
          <p:cNvSpPr>
            <a:spLocks noGrp="1"/>
          </p:cNvSpPr>
          <p:nvPr>
            <p:ph sz="quarter" idx="14" hasCustomPrompt="1"/>
          </p:nvPr>
        </p:nvSpPr>
        <p:spPr bwMode="auto">
          <a:xfrm>
            <a:off x="518317" y="1631156"/>
            <a:ext cx="11155366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334319652" name="Titel 8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860431349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 | 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35643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874135332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228733490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2133851271" name="Inhaltsplatzhalter 7"/>
          <p:cNvSpPr>
            <a:spLocks noGrp="1"/>
          </p:cNvSpPr>
          <p:nvPr>
            <p:ph sz="quarter" idx="14" hasCustomPrompt="1"/>
          </p:nvPr>
        </p:nvSpPr>
        <p:spPr bwMode="auto">
          <a:xfrm>
            <a:off x="518317" y="1631156"/>
            <a:ext cx="5469733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41934853" name="Titel 8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74995039" name="Inhaltsplatzhalter 7"/>
          <p:cNvSpPr>
            <a:spLocks noGrp="1"/>
          </p:cNvSpPr>
          <p:nvPr>
            <p:ph sz="quarter" idx="39" hasCustomPrompt="1"/>
          </p:nvPr>
        </p:nvSpPr>
        <p:spPr bwMode="auto">
          <a:xfrm>
            <a:off x="6206330" y="1631156"/>
            <a:ext cx="5469733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44123324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 | mit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912617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35060971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07959567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81051833" name="Textplatzhalter 6"/>
          <p:cNvSpPr>
            <a:spLocks noGrp="1"/>
          </p:cNvSpPr>
          <p:nvPr>
            <p:ph type="body" sz="quarter" idx="15"/>
          </p:nvPr>
        </p:nvSpPr>
        <p:spPr bwMode="auto">
          <a:xfrm>
            <a:off x="8104861" y="1631156"/>
            <a:ext cx="3571200" cy="456962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545423285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69187002" name="Inhaltsplatzhalter 7"/>
          <p:cNvSpPr>
            <a:spLocks noGrp="1"/>
          </p:cNvSpPr>
          <p:nvPr>
            <p:ph sz="quarter" idx="16" hasCustomPrompt="1"/>
          </p:nvPr>
        </p:nvSpPr>
        <p:spPr bwMode="auto">
          <a:xfrm>
            <a:off x="518317" y="1631157"/>
            <a:ext cx="7363752" cy="4569620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3105558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6841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FAUSans Office"/>
                <a:cs typeface="FAUSans Office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003534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59581338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821480810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192753477" name="Rechteck 56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466359" name="Rechteck 58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69746026" name="Textplatzhalter 9"/>
          <p:cNvSpPr>
            <a:spLocks noGrp="1"/>
          </p:cNvSpPr>
          <p:nvPr>
            <p:ph type="body" sz="quarter" idx="23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 b="0" i="0">
                <a:solidFill>
                  <a:schemeClr val="tx2"/>
                </a:solidFill>
                <a:latin typeface="FAUSans Office"/>
                <a:cs typeface="FAUSans Office"/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grpSp>
        <p:nvGrpSpPr>
          <p:cNvPr id="542159698" name="Gruppieren 10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150346295" name="Gruppieren 13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1452249981" name="Gruppieren 16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1783896846" name="Gruppieren 19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201598853" name="Gruppieren 22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1762344139" name="Gruppieren 25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1257690883" name="Gruppieren 28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789407587" name="Gruppieren 31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278525853" name="Gruppieren 34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196008475" name="Gerader Verbinder 37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0018753" name="Gruppieren 38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pic>
        <p:nvPicPr>
          <p:cNvPr id="177124342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594800" y="360000"/>
            <a:ext cx="1080000" cy="412609"/>
          </a:xfrm>
          <a:prstGeom prst="rect">
            <a:avLst/>
          </a:prstGeom>
        </p:spPr>
      </p:pic>
      <p:pic>
        <p:nvPicPr>
          <p:cNvPr id="264092201" name="Grafik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288000" y="360000"/>
            <a:ext cx="949790" cy="468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 | weiß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30210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7883936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120339283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35114826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498413920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ita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65147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20887692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916482282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146020946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715314937" name="Rechteck 6"/>
          <p:cNvSpPr/>
          <p:nvPr userDrawn="1"/>
        </p:nvSpPr>
        <p:spPr bwMode="auto"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endParaRPr lang="de-DE" sz="16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2114625" name="Textplatzhalter 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„Mastertextformat bearbeiten“</a:t>
            </a:r>
            <a:endParaRPr/>
          </a:p>
        </p:txBody>
      </p:sp>
      <p:sp>
        <p:nvSpPr>
          <p:cNvPr id="985924625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7661542" name="Grafik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1" y="1628775"/>
            <a:ext cx="12189337" cy="5229225"/>
          </a:xfrm>
          <a:prstGeom prst="rect">
            <a:avLst/>
          </a:prstGeom>
        </p:spPr>
      </p:pic>
      <p:pic>
        <p:nvPicPr>
          <p:cNvPr id="1733326591" name="Grafik 2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504000" y="309600"/>
            <a:ext cx="2664000" cy="349200"/>
          </a:xfrm>
          <a:prstGeom prst="rect">
            <a:avLst/>
          </a:prstGeom>
        </p:spPr>
      </p:pic>
      <p:sp>
        <p:nvSpPr>
          <p:cNvPr id="1999302462" name="Textplatzhalter 16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1628775"/>
            <a:ext cx="12192000" cy="5229225"/>
          </a:xfrm>
          <a:prstGeom prst="rect">
            <a:avLst/>
          </a:prstGeom>
          <a:gradFill>
            <a:gsLst>
              <a:gs pos="5000">
                <a:schemeClr val="accent4"/>
              </a:gs>
              <a:gs pos="50000">
                <a:schemeClr val="accent4">
                  <a:alpha val="5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487649894" name="Rechteck 59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18997203" name="Textplatzhalter 6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i="0">
                <a:latin typeface="FAUSans Office"/>
                <a:ea typeface="+mj-ea"/>
                <a:cs typeface="FAUSans Office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  <a:endParaRPr/>
          </a:p>
        </p:txBody>
      </p:sp>
      <p:grpSp>
        <p:nvGrpSpPr>
          <p:cNvPr id="1881926738" name="Gruppieren 55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1318390428" name="Gruppieren 63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1582242985" name="Gruppieren 67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866348962" name="Gruppieren 70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395906252" name="Gruppieren 73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76647268" name="Gruppieren 76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94863599" name="Gruppieren 79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1977606079" name="Gruppieren 82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2124327605" name="Gruppieren 85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1581450721" name="Gerader Verbinder 88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193292" name="Gruppieren 89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pic>
        <p:nvPicPr>
          <p:cNvPr id="1890010186" name="Grafik 4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0224000" y="309600"/>
            <a:ext cx="1584000" cy="605160"/>
          </a:xfrm>
          <a:prstGeom prst="rect">
            <a:avLst/>
          </a:prstGeom>
        </p:spPr>
      </p:pic>
      <p:pic>
        <p:nvPicPr>
          <p:cNvPr id="2068021329" name="Grafik 11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8352000" y="309600"/>
            <a:ext cx="1227421" cy="6048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24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4" name="Titel 15"/>
          <p:cNvSpPr>
            <a:spLocks noGrp="1"/>
          </p:cNvSpPr>
          <p:nvPr>
            <p:ph type="title" hasCustomPrompt="1"/>
          </p:nvPr>
        </p:nvSpPr>
        <p:spPr>
          <a:xfrm>
            <a:off x="336000" y="490220"/>
            <a:ext cx="11520000" cy="717250"/>
          </a:xfrm>
        </p:spPr>
        <p:txBody>
          <a:bodyPr anchor="t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600" baseline="0">
                <a:solidFill>
                  <a:schemeClr val="tx1"/>
                </a:solidFill>
                <a:latin typeface="+mj-lt"/>
                <a:sym typeface="FK CARIAD Light" pitchFamily="50" charset="0"/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18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2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9/26/25</a:t>
            </a:r>
          </a:p>
        </p:txBody>
      </p:sp>
      <p:sp>
        <p:nvSpPr>
          <p:cNvPr id="19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8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Master Thesis: AI Usage in CI/CD/CT Pipelines for Compute Platforms in Automotives</a:t>
            </a:r>
          </a:p>
          <a:p>
            <a:r>
              <a:rPr lang="en-US"/>
              <a:t>
</a:t>
            </a:r>
          </a:p>
        </p:txBody>
      </p:sp>
      <p:sp>
        <p:nvSpPr>
          <p:cNvPr id="20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 hasCustomPrompt="1"/>
          </p:nvPr>
        </p:nvSpPr>
        <p:spPr>
          <a:xfrm>
            <a:off x="334963" y="1207470"/>
            <a:ext cx="11520487" cy="46313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agenda</a:t>
            </a:r>
            <a:r>
              <a:rPr lang="de-DE"/>
              <a:t> </a:t>
            </a:r>
            <a:r>
              <a:rPr lang="de-DE" err="1"/>
              <a:t>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41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77977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95" imgH="394" progId="TCLayout.ActiveDocument.1">
                  <p:embed/>
                </p:oleObj>
              </mc:Choice>
              <mc:Fallback>
                <p:oleObj name="think-cell Folie" r:id="rId3" imgW="395" imgH="39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-1429" y="6234244"/>
            <a:ext cx="6087600" cy="62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8AF248-5D60-DF4F-BB68-76B45144932A}"/>
              </a:ext>
            </a:extLst>
          </p:cNvPr>
          <p:cNvSpPr/>
          <p:nvPr userDrawn="1"/>
        </p:nvSpPr>
        <p:spPr>
          <a:xfrm>
            <a:off x="6086170" y="6234244"/>
            <a:ext cx="6105829" cy="626400"/>
          </a:xfrm>
          <a:prstGeom prst="rect">
            <a:avLst/>
          </a:prstGeom>
          <a:solidFill>
            <a:srgbClr val="1D0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fr-DE">
              <a:solidFill>
                <a:schemeClr val="bg1"/>
              </a:solidFill>
              <a:latin typeface="+mn-lt"/>
              <a:sym typeface="FK CARIAD Light" pitchFamily="50" charset="0"/>
            </a:endParaRP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1442" y="39091"/>
            <a:ext cx="11814007" cy="3321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category [optional]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37200" y="5680430"/>
            <a:ext cx="11518249" cy="4248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>
              <a:buNone/>
              <a:defRPr sz="1800">
                <a:latin typeface="FK CARIAD Light" pitchFamily="2" charset="0"/>
              </a:defRPr>
            </a:lvl2pPr>
            <a:lvl3pPr marL="914400" indent="0">
              <a:buNone/>
              <a:defRPr sz="1800">
                <a:latin typeface="FK CARIAD Light" pitchFamily="2" charset="0"/>
              </a:defRPr>
            </a:lvl3pPr>
            <a:lvl4pPr marL="1371600" indent="0">
              <a:buNone/>
              <a:defRPr sz="1800">
                <a:latin typeface="FK CARIAD Light" pitchFamily="2" charset="0"/>
              </a:defRPr>
            </a:lvl4pPr>
            <a:lvl5pPr marL="1828800" indent="0">
              <a:buNone/>
              <a:defRPr sz="1800">
                <a:latin typeface="FK CARIAD Light" pitchFamily="2" charset="0"/>
              </a:defRPr>
            </a:lvl5pPr>
          </a:lstStyle>
          <a:p>
            <a:pPr lvl="0"/>
            <a:r>
              <a:rPr lang="en-US" noProof="0"/>
              <a:t>Placeholder key message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 b="7301"/>
          <a:stretch/>
        </p:blipFill>
        <p:spPr>
          <a:xfrm>
            <a:off x="9877425" y="6182196"/>
            <a:ext cx="2314576" cy="673688"/>
          </a:xfrm>
          <a:prstGeom prst="rect">
            <a:avLst/>
          </a:prstGeom>
        </p:spPr>
      </p:pic>
      <p:sp>
        <p:nvSpPr>
          <p:cNvPr id="20" name="Datumsplatzhalter 12"/>
          <p:cNvSpPr>
            <a:spLocks noGrp="1"/>
          </p:cNvSpPr>
          <p:nvPr>
            <p:ph type="dt" sz="half" idx="2"/>
          </p:nvPr>
        </p:nvSpPr>
        <p:spPr>
          <a:xfrm>
            <a:off x="568833" y="6321325"/>
            <a:ext cx="5417799" cy="208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9/26/25</a:t>
            </a:r>
          </a:p>
        </p:txBody>
      </p:sp>
      <p:sp>
        <p:nvSpPr>
          <p:cNvPr id="22" name="Fußzeilenplatzhalter 13"/>
          <p:cNvSpPr>
            <a:spLocks noGrp="1"/>
          </p:cNvSpPr>
          <p:nvPr>
            <p:ph type="ftr" sz="quarter" idx="3"/>
          </p:nvPr>
        </p:nvSpPr>
        <p:spPr>
          <a:xfrm>
            <a:off x="568833" y="6530125"/>
            <a:ext cx="5417799" cy="208800"/>
          </a:xfrm>
          <a:prstGeom prst="rect">
            <a:avLst/>
          </a:prstGeom>
        </p:spPr>
        <p:txBody>
          <a:bodyPr vert="horz" lIns="91440" tIns="46800" rIns="91440" bIns="46800" rtlCol="0" anchor="b">
            <a:noAutofit/>
          </a:bodyPr>
          <a:lstStyle>
            <a:lvl1pPr algn="l" defTabSz="3600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r>
              <a:rPr lang="en-US"/>
              <a:t>Master Thesis: AI Usage in CI/CD/CT Pipelines for Compute Platforms in Automotives</a:t>
            </a:r>
          </a:p>
          <a:p>
            <a:r>
              <a:rPr lang="en-US"/>
              <a:t>
</a:t>
            </a:r>
          </a:p>
        </p:txBody>
      </p:sp>
      <p:sp>
        <p:nvSpPr>
          <p:cNvPr id="25" name="Foliennummernplatzhalter 14"/>
          <p:cNvSpPr>
            <a:spLocks noGrp="1"/>
          </p:cNvSpPr>
          <p:nvPr>
            <p:ph type="sldNum" sz="quarter" idx="4"/>
          </p:nvPr>
        </p:nvSpPr>
        <p:spPr>
          <a:xfrm>
            <a:off x="123888" y="6321325"/>
            <a:ext cx="424223" cy="41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6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+mn-lt"/>
                <a:sym typeface="FK CARIAD Light" pitchFamily="50" charset="0"/>
              </a:defRPr>
            </a:lvl1pPr>
          </a:lstStyle>
          <a:p>
            <a:fld id="{1A672BC3-475D-4374-8EEC-4CFA9934D3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ubtitle 2"/>
          <p:cNvSpPr>
            <a:spLocks noGrp="1"/>
          </p:cNvSpPr>
          <p:nvPr>
            <p:ph type="subTitle" idx="20" hasCustomPrompt="1"/>
          </p:nvPr>
        </p:nvSpPr>
        <p:spPr>
          <a:xfrm>
            <a:off x="336486" y="993777"/>
            <a:ext cx="11518964" cy="3454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aseline="0">
                <a:solidFill>
                  <a:schemeClr val="accent1"/>
                </a:solidFill>
                <a:latin typeface="+mn-lt"/>
                <a:sym typeface="FK CARIAD Light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Placeholder subtitle [optional]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336550" y="487363"/>
            <a:ext cx="11520000" cy="455612"/>
          </a:xfrm>
        </p:spPr>
        <p:txBody>
          <a:bodyPr anchor="t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600" baseline="0"/>
            </a:lvl1pPr>
          </a:lstStyle>
          <a:p>
            <a:r>
              <a:rPr lang="de-DE" err="1"/>
              <a:t>Placeholder</a:t>
            </a:r>
            <a:r>
              <a:rPr lang="de-DE"/>
              <a:t> Slide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336550" y="1649016"/>
            <a:ext cx="11518900" cy="390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// </a:t>
            </a:r>
            <a:r>
              <a:rPr lang="de-DE" err="1"/>
              <a:t>Placeholder</a:t>
            </a:r>
            <a:r>
              <a:rPr lang="de-DE"/>
              <a:t> </a:t>
            </a:r>
            <a:r>
              <a:rPr lang="de-DE" err="1"/>
              <a:t>picture</a:t>
            </a:r>
            <a:r>
              <a:rPr lang="de-DE"/>
              <a:t>, </a:t>
            </a:r>
            <a:r>
              <a:rPr lang="de-DE" err="1"/>
              <a:t>table</a:t>
            </a:r>
            <a:r>
              <a:rPr lang="de-DE"/>
              <a:t>, </a:t>
            </a:r>
            <a:r>
              <a:rPr lang="de-DE" err="1"/>
              <a:t>video</a:t>
            </a:r>
            <a:r>
              <a:rPr lang="de-DE"/>
              <a:t>, SmartArt etc.</a:t>
            </a:r>
          </a:p>
        </p:txBody>
      </p:sp>
    </p:spTree>
    <p:extLst>
      <p:ext uri="{BB962C8B-B14F-4D97-AF65-F5344CB8AC3E}">
        <p14:creationId xmlns:p14="http://schemas.microsoft.com/office/powerpoint/2010/main" val="215701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561963" name="Titelplatzhalter 1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5977070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576666249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10649787" y="6634666"/>
            <a:ext cx="617156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FAUSans Office"/>
                <a:cs typeface="FAUSans Office"/>
              </a:defRPr>
            </a:lvl1pPr>
          </a:lstStyle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1402394657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 b="0" i="0">
                <a:solidFill>
                  <a:schemeClr val="tx1"/>
                </a:solidFill>
                <a:latin typeface="FAUSans Office"/>
                <a:cs typeface="FAUSans Office"/>
              </a:defRPr>
            </a:lvl1pPr>
          </a:lstStyle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946854011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1470879" y="6634666"/>
            <a:ext cx="20518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FAUSans Office"/>
                <a:cs typeface="FAUSans Office"/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979396455" name="Rechteck 6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811963430" name="Rechteck 8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grpSp>
        <p:nvGrpSpPr>
          <p:cNvPr id="28818273" name="Gruppieren 12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08,70</a:t>
              </a:r>
              <a:endParaRPr/>
            </a:p>
          </p:txBody>
        </p:sp>
      </p:grpSp>
      <p:grpSp>
        <p:nvGrpSpPr>
          <p:cNvPr id="1243140881" name="Gruppieren 14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06,00</a:t>
              </a:r>
              <a:endParaRPr/>
            </a:p>
          </p:txBody>
        </p:sp>
      </p:grpSp>
      <p:grpSp>
        <p:nvGrpSpPr>
          <p:cNvPr id="1533456173" name="Gruppieren 17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05,00</a:t>
              </a:r>
              <a:endParaRPr/>
            </a:p>
          </p:txBody>
        </p:sp>
      </p:grpSp>
      <p:grpSp>
        <p:nvGrpSpPr>
          <p:cNvPr id="278575506" name="Gruppieren 20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00,00</a:t>
              </a:r>
              <a:endParaRPr/>
            </a:p>
          </p:txBody>
        </p:sp>
      </p:grpSp>
      <p:grpSp>
        <p:nvGrpSpPr>
          <p:cNvPr id="463118375" name="Gruppieren 23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07,70</a:t>
              </a:r>
              <a:endParaRPr/>
            </a:p>
          </p:txBody>
        </p:sp>
      </p:grpSp>
      <p:grpSp>
        <p:nvGrpSpPr>
          <p:cNvPr id="1831363260" name="Gruppieren 26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08,90</a:t>
              </a:r>
              <a:endParaRPr/>
            </a:p>
          </p:txBody>
        </p:sp>
      </p:grpSp>
      <p:grpSp>
        <p:nvGrpSpPr>
          <p:cNvPr id="1135991260" name="Gruppieren 29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grpSp>
        <p:nvGrpSpPr>
          <p:cNvPr id="729388279" name="Gruppieren 32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grpSp>
        <p:nvGrpSpPr>
          <p:cNvPr id="540379151" name="Gruppieren 13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/>
            <p:cNvCxnSpPr/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00,30</a:t>
              </a:r>
              <a:endParaRPr/>
            </a:p>
          </p:txBody>
        </p:sp>
      </p:grpSp>
      <p:cxnSp>
        <p:nvCxnSpPr>
          <p:cNvPr id="1923235394" name="Gerader Verbinder 39"/>
          <p:cNvCxnSpPr/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9395420" name="Gruppieren 40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/>
            <p:cNvCxnSpPr/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15,50</a:t>
              </a:r>
              <a:endParaRPr/>
            </a:p>
          </p:txBody>
        </p:sp>
      </p:grpSp>
      <p:sp>
        <p:nvSpPr>
          <p:cNvPr id="394050453" name="Freihandform: Form 43"/>
          <p:cNvSpPr>
            <a:spLocks noChangeAspect="1"/>
          </p:cNvSpPr>
          <p:nvPr userDrawn="1"/>
        </p:nvSpPr>
        <p:spPr bwMode="auto">
          <a:xfrm>
            <a:off x="10596063" y="360000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800" b="0" i="0" u="none" strike="noStrike" cap="none" spc="0">
              <a:ln>
                <a:noFill/>
              </a:ln>
              <a:solidFill>
                <a:prstClr val="black"/>
              </a:solidFill>
            </a:endParaRPr>
          </a:p>
        </p:txBody>
      </p:sp>
      <p:pic>
        <p:nvPicPr>
          <p:cNvPr id="954127752" name="Grafik 7"/>
          <p:cNvPicPr>
            <a:picLocks noChangeAspect="1"/>
          </p:cNvPicPr>
          <p:nvPr userDrawn="1"/>
        </p:nvPicPr>
        <p:blipFill>
          <a:blip r:embed="rId24"/>
          <a:stretch/>
        </p:blipFill>
        <p:spPr bwMode="auto">
          <a:xfrm>
            <a:off x="9288000" y="360000"/>
            <a:ext cx="949790" cy="46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FDD053-BE48-FB40-1873-30C8EEAACF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2400" b="1" i="0">
          <a:solidFill>
            <a:srgbClr val="041E42"/>
          </a:solidFill>
          <a:latin typeface="FAUSans Office"/>
          <a:ea typeface="+mj-ea"/>
          <a:cs typeface="FAUSans Office"/>
        </a:defRPr>
      </a:lvl1pPr>
    </p:titleStyle>
    <p:bodyStyle>
      <a:lvl1pPr marL="0" indent="0" algn="l" defTabSz="914400">
        <a:lnSpc>
          <a:spcPct val="110000"/>
        </a:lnSpc>
        <a:spcBef>
          <a:spcPts val="0"/>
        </a:spcBef>
        <a:spcAft>
          <a:spcPts val="1200"/>
        </a:spcAft>
        <a:buFont typeface="Arial"/>
        <a:buNone/>
        <a:defRPr sz="1600" b="0" i="0">
          <a:solidFill>
            <a:schemeClr val="tx1"/>
          </a:solidFill>
          <a:latin typeface="FAUSans Office"/>
          <a:ea typeface="+mn-ea"/>
          <a:cs typeface="FAUSans Office"/>
        </a:defRPr>
      </a:lvl1pPr>
      <a:lvl2pPr marL="18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600" b="0" i="0">
          <a:solidFill>
            <a:schemeClr val="tx1"/>
          </a:solidFill>
          <a:latin typeface="FAUSans Office"/>
          <a:ea typeface="+mn-ea"/>
          <a:cs typeface="FAUSans Office"/>
        </a:defRPr>
      </a:lvl2pPr>
      <a:lvl3pPr marL="36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400" b="0" i="0">
          <a:solidFill>
            <a:schemeClr val="tx1"/>
          </a:solidFill>
          <a:latin typeface="FAUSans Office"/>
          <a:ea typeface="+mn-ea"/>
          <a:cs typeface="FAUSans Office"/>
        </a:defRPr>
      </a:lvl3pPr>
      <a:lvl4pPr marL="54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400" b="0" i="0">
          <a:solidFill>
            <a:schemeClr val="tx1"/>
          </a:solidFill>
          <a:latin typeface="FAUSans Office"/>
          <a:ea typeface="+mn-ea"/>
          <a:cs typeface="FAUSans Office"/>
        </a:defRPr>
      </a:lvl4pPr>
      <a:lvl5pPr marL="72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 b="0" i="0">
          <a:solidFill>
            <a:schemeClr val="tx1"/>
          </a:solidFill>
          <a:latin typeface="FAUSans Office"/>
          <a:ea typeface="+mn-ea"/>
          <a:cs typeface="FAUSans Office"/>
        </a:defRPr>
      </a:lvl5pPr>
      <a:lvl6pPr marL="90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 b="0" i="0">
          <a:solidFill>
            <a:schemeClr val="tx1"/>
          </a:solidFill>
          <a:latin typeface="FAUSans Office"/>
          <a:ea typeface="+mn-ea"/>
          <a:cs typeface="FAUSans Office"/>
        </a:defRPr>
      </a:lvl6pPr>
      <a:lvl7pPr marL="108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 b="0" i="0">
          <a:solidFill>
            <a:schemeClr val="tx1"/>
          </a:solidFill>
          <a:latin typeface="FAUSans Office"/>
          <a:ea typeface="+mn-ea"/>
          <a:cs typeface="FAUSans Office"/>
        </a:defRPr>
      </a:lvl7pPr>
      <a:lvl8pPr marL="126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 b="0" i="0">
          <a:solidFill>
            <a:schemeClr val="tx1"/>
          </a:solidFill>
          <a:latin typeface="FAUSans Office"/>
          <a:ea typeface="+mn-ea"/>
          <a:cs typeface="FAUSans Office"/>
        </a:defRPr>
      </a:lvl8pPr>
      <a:lvl9pPr marL="144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 b="0" i="0">
          <a:solidFill>
            <a:schemeClr val="tx1"/>
          </a:solidFill>
          <a:latin typeface="FAUSans Office"/>
          <a:ea typeface="+mn-ea"/>
          <a:cs typeface="FAUSans Office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266632" name="Textplatzhalter 1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en-US" sz="2200" dirty="0"/>
              <a:t> </a:t>
            </a:r>
            <a:endParaRPr lang="de-DE" sz="2200" dirty="0"/>
          </a:p>
        </p:txBody>
      </p:sp>
      <p:sp>
        <p:nvSpPr>
          <p:cNvPr id="1749513614" name="Titel 2"/>
          <p:cNvSpPr>
            <a:spLocks noGrp="1"/>
          </p:cNvSpPr>
          <p:nvPr>
            <p:ph type="title"/>
          </p:nvPr>
        </p:nvSpPr>
        <p:spPr bwMode="auto">
          <a:xfrm>
            <a:off x="600375" y="1371601"/>
            <a:ext cx="11082037" cy="1693188"/>
          </a:xfrm>
        </p:spPr>
        <p:txBody>
          <a:bodyPr/>
          <a:lstStyle/>
          <a:p>
            <a:r>
              <a:rPr lang="en-US" sz="3200" dirty="0"/>
              <a:t>Master Thesis: AI Usage in CI/CD/CT Pipelines for </a:t>
            </a:r>
            <a:br>
              <a:rPr lang="en-US" sz="3200" dirty="0"/>
            </a:br>
            <a:r>
              <a:rPr lang="en-US" sz="3200" dirty="0"/>
              <a:t>Compute Platforms in Automotive</a:t>
            </a:r>
            <a:endParaRPr lang="de-DE" sz="3200" dirty="0">
              <a:sym typeface="FK CARIAD Light" pitchFamily="50" charset="0"/>
            </a:endParaRPr>
          </a:p>
        </p:txBody>
      </p:sp>
      <p:sp>
        <p:nvSpPr>
          <p:cNvPr id="2069128972" name="Textplatzhalter 3"/>
          <p:cNvSpPr>
            <a:spLocks noGrp="1"/>
          </p:cNvSpPr>
          <p:nvPr>
            <p:ph type="body" sz="quarter" idx="12"/>
          </p:nvPr>
        </p:nvSpPr>
        <p:spPr bwMode="auto">
          <a:xfrm>
            <a:off x="600376" y="3429000"/>
            <a:ext cx="11070144" cy="3064789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endParaRPr lang="de-DE" b="1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b="1" dirty="0"/>
          </a:p>
          <a:p>
            <a:pPr>
              <a:defRPr/>
            </a:pPr>
            <a:r>
              <a:rPr lang="en-US" sz="2200" b="1" dirty="0"/>
              <a:t>Professors: Dr.-Ing. Stefan </a:t>
            </a:r>
            <a:r>
              <a:rPr lang="en-US" sz="2200" b="1" dirty="0" err="1"/>
              <a:t>Wildermann</a:t>
            </a:r>
            <a:r>
              <a:rPr lang="en-US" sz="2200" b="1" dirty="0"/>
              <a:t>, Prof. Dr.-Ing. Jürgen Teich</a:t>
            </a:r>
          </a:p>
          <a:p>
            <a:pPr>
              <a:defRPr/>
            </a:pPr>
            <a:r>
              <a:rPr lang="en-US" sz="2200" b="1" dirty="0"/>
              <a:t>Contact: Dr.-Ing. Andreas </a:t>
            </a:r>
            <a:r>
              <a:rPr lang="en-US" sz="2200" b="1" dirty="0" err="1"/>
              <a:t>Weichslgartner</a:t>
            </a:r>
            <a:r>
              <a:rPr lang="en-US" sz="2200" b="1" dirty="0"/>
              <a:t> (CARIAD SE), Bernd Schaller (CARIAD SE)</a:t>
            </a:r>
          </a:p>
          <a:p>
            <a:pPr>
              <a:defRPr/>
            </a:pPr>
            <a:endParaRPr lang="de-DE" b="1" dirty="0"/>
          </a:p>
          <a:p>
            <a:pPr>
              <a:defRPr/>
            </a:pPr>
            <a:r>
              <a:rPr lang="de-DE" b="1" dirty="0"/>
              <a:t>Morris Darren Babu</a:t>
            </a:r>
            <a:br>
              <a:rPr lang="de-DE" dirty="0"/>
            </a:br>
            <a:r>
              <a:rPr lang="de-DE" b="1" dirty="0"/>
              <a:t>Friedrich-Alexander-Universität Erlangen-Nürnberg, Hardware-Software-Co-Design</a:t>
            </a:r>
            <a:br>
              <a:rPr lang="de-DE" dirty="0"/>
            </a:br>
            <a:r>
              <a:rPr lang="de-DE" dirty="0"/>
              <a:t>Sept 26,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398102" name="Datumsplatzhalter 1"/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741216002" name="Textplatzhalter 4"/>
          <p:cNvSpPr>
            <a:spLocks noGrp="1"/>
          </p:cNvSpPr>
          <p:nvPr>
            <p:ph type="body" sz="quarter" idx="15"/>
          </p:nvPr>
        </p:nvSpPr>
        <p:spPr bwMode="auto">
          <a:xfrm>
            <a:off x="948060" y="2354711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/>
              <a:t>Background</a:t>
            </a:r>
            <a:endParaRPr lang="de-DE" dirty="0">
              <a:latin typeface="FAUSans Office"/>
              <a:cs typeface="FAUSans Office"/>
            </a:endParaRPr>
          </a:p>
        </p:txBody>
      </p:sp>
      <p:sp>
        <p:nvSpPr>
          <p:cNvPr id="1557415571" name="Textplatzhalter 5"/>
          <p:cNvSpPr>
            <a:spLocks noGrp="1"/>
          </p:cNvSpPr>
          <p:nvPr>
            <p:ph type="body" sz="quarter" idx="16"/>
          </p:nvPr>
        </p:nvSpPr>
        <p:spPr bwMode="auto">
          <a:xfrm>
            <a:off x="518318" y="2354711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02</a:t>
            </a:r>
            <a:endParaRPr/>
          </a:p>
        </p:txBody>
      </p:sp>
      <p:sp>
        <p:nvSpPr>
          <p:cNvPr id="788054279" name="Textplatzhalter 6"/>
          <p:cNvSpPr>
            <a:spLocks noGrp="1"/>
          </p:cNvSpPr>
          <p:nvPr>
            <p:ph type="body" sz="quarter" idx="17"/>
          </p:nvPr>
        </p:nvSpPr>
        <p:spPr bwMode="auto">
          <a:xfrm>
            <a:off x="948060" y="4525376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/>
              <a:t>Overview</a:t>
            </a:r>
            <a:endParaRPr lang="de-DE" dirty="0">
              <a:latin typeface="FAUSans Office"/>
              <a:cs typeface="FAUSans Office"/>
            </a:endParaRPr>
          </a:p>
        </p:txBody>
      </p:sp>
      <p:sp>
        <p:nvSpPr>
          <p:cNvPr id="1431936873" name="Textplatzhalter 7"/>
          <p:cNvSpPr>
            <a:spLocks noGrp="1"/>
          </p:cNvSpPr>
          <p:nvPr>
            <p:ph type="body" sz="quarter" idx="18"/>
          </p:nvPr>
        </p:nvSpPr>
        <p:spPr bwMode="auto">
          <a:xfrm>
            <a:off x="518318" y="4525376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05</a:t>
            </a:r>
            <a:endParaRPr/>
          </a:p>
        </p:txBody>
      </p:sp>
      <p:sp>
        <p:nvSpPr>
          <p:cNvPr id="1549631001" name="Textplatzhalter 8"/>
          <p:cNvSpPr>
            <a:spLocks noGrp="1"/>
          </p:cNvSpPr>
          <p:nvPr>
            <p:ph type="body" sz="quarter" idx="19"/>
          </p:nvPr>
        </p:nvSpPr>
        <p:spPr bwMode="auto">
          <a:xfrm>
            <a:off x="948060" y="3078266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/>
              <a:t>Research Questions</a:t>
            </a:r>
            <a:endParaRPr dirty="0"/>
          </a:p>
        </p:txBody>
      </p:sp>
      <p:sp>
        <p:nvSpPr>
          <p:cNvPr id="1934708119" name="Textplatzhalter 9"/>
          <p:cNvSpPr>
            <a:spLocks noGrp="1"/>
          </p:cNvSpPr>
          <p:nvPr>
            <p:ph type="body" sz="quarter" idx="20"/>
          </p:nvPr>
        </p:nvSpPr>
        <p:spPr bwMode="auto">
          <a:xfrm>
            <a:off x="518318" y="3078266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03</a:t>
            </a:r>
            <a:endParaRPr/>
          </a:p>
        </p:txBody>
      </p:sp>
      <p:sp>
        <p:nvSpPr>
          <p:cNvPr id="517431688" name="Textplatzhalter 10"/>
          <p:cNvSpPr>
            <a:spLocks noGrp="1"/>
          </p:cNvSpPr>
          <p:nvPr>
            <p:ph type="body" sz="quarter" idx="21"/>
          </p:nvPr>
        </p:nvSpPr>
        <p:spPr bwMode="auto">
          <a:xfrm>
            <a:off x="948060" y="3801821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/>
              <a:t>Literature Review &amp; State of the Art</a:t>
            </a:r>
            <a:endParaRPr lang="de-DE" dirty="0">
              <a:latin typeface="FAUSans Office"/>
              <a:cs typeface="FAUSans Office"/>
            </a:endParaRPr>
          </a:p>
        </p:txBody>
      </p:sp>
      <p:sp>
        <p:nvSpPr>
          <p:cNvPr id="253172180" name="Textplatzhalter 11"/>
          <p:cNvSpPr>
            <a:spLocks noGrp="1"/>
          </p:cNvSpPr>
          <p:nvPr>
            <p:ph type="body" sz="quarter" idx="22"/>
          </p:nvPr>
        </p:nvSpPr>
        <p:spPr bwMode="auto">
          <a:xfrm>
            <a:off x="518318" y="3801821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04</a:t>
            </a:r>
            <a:endParaRPr/>
          </a:p>
        </p:txBody>
      </p:sp>
      <p:sp>
        <p:nvSpPr>
          <p:cNvPr id="488459973" name="Textplatzhalter 12"/>
          <p:cNvSpPr>
            <a:spLocks noGrp="1"/>
          </p:cNvSpPr>
          <p:nvPr>
            <p:ph type="body" sz="quarter" idx="23"/>
          </p:nvPr>
        </p:nvSpPr>
        <p:spPr bwMode="auto">
          <a:xfrm>
            <a:off x="948060" y="5248930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/>
              <a:t>Method</a:t>
            </a:r>
          </a:p>
          <a:p>
            <a:pPr>
              <a:defRPr/>
            </a:pPr>
            <a:endParaRPr lang="de-DE" dirty="0">
              <a:latin typeface="FAUSans Office"/>
              <a:cs typeface="FAUSans Office"/>
            </a:endParaRPr>
          </a:p>
        </p:txBody>
      </p:sp>
      <p:sp>
        <p:nvSpPr>
          <p:cNvPr id="1278590867" name="Textplatzhalter 13"/>
          <p:cNvSpPr>
            <a:spLocks noGrp="1"/>
          </p:cNvSpPr>
          <p:nvPr>
            <p:ph type="body" sz="quarter" idx="24"/>
          </p:nvPr>
        </p:nvSpPr>
        <p:spPr bwMode="auto">
          <a:xfrm>
            <a:off x="518318" y="5248930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06</a:t>
            </a:r>
            <a:endParaRPr/>
          </a:p>
        </p:txBody>
      </p:sp>
      <p:sp>
        <p:nvSpPr>
          <p:cNvPr id="1655618170" name="Textplatzhalter 28"/>
          <p:cNvSpPr>
            <a:spLocks noGrp="1"/>
          </p:cNvSpPr>
          <p:nvPr>
            <p:ph type="body" sz="quarter" idx="13"/>
          </p:nvPr>
        </p:nvSpPr>
        <p:spPr bwMode="auto">
          <a:xfrm>
            <a:off x="948060" y="1631156"/>
            <a:ext cx="5039989" cy="28110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Helvetica" pitchFamily="2" charset="0"/>
              </a:rPr>
              <a:t>Introduction &amp; Problem Statement</a:t>
            </a:r>
            <a:endParaRPr dirty="0"/>
          </a:p>
        </p:txBody>
      </p:sp>
      <p:sp>
        <p:nvSpPr>
          <p:cNvPr id="61579980" name="Textplatzhalter 29"/>
          <p:cNvSpPr>
            <a:spLocks noGrp="1"/>
          </p:cNvSpPr>
          <p:nvPr>
            <p:ph type="body" sz="quarter" idx="14"/>
          </p:nvPr>
        </p:nvSpPr>
        <p:spPr bwMode="auto">
          <a:xfrm>
            <a:off x="518318" y="1631156"/>
            <a:ext cx="320600" cy="281103"/>
          </a:xfrm>
        </p:spPr>
        <p:txBody>
          <a:bodyPr/>
          <a:lstStyle/>
          <a:p>
            <a:pPr>
              <a:defRPr/>
            </a:pPr>
            <a:r>
              <a:rPr lang="de-DE">
                <a:latin typeface="FAUSans Office"/>
                <a:cs typeface="FAUSans Office"/>
              </a:rPr>
              <a:t>01</a:t>
            </a:r>
            <a:endParaRPr/>
          </a:p>
        </p:txBody>
      </p:sp>
      <p:sp>
        <p:nvSpPr>
          <p:cNvPr id="431908213" name="Titel 26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FAUSans Office"/>
                <a:cs typeface="FAUSans Office"/>
              </a:rPr>
              <a:t>Agenda </a:t>
            </a:r>
            <a:endParaRPr dirty="0"/>
          </a:p>
        </p:txBody>
      </p:sp>
      <p:sp>
        <p:nvSpPr>
          <p:cNvPr id="956190602" name="Textplatzhalter 55"/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7E18E-41A7-D163-5B5B-16F3A1942B5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Master thesis cover image: AI-driven CI/CD/CT pipelines for automotive compute platforms">
            <a:extLst>
              <a:ext uri="{FF2B5EF4-FFF2-40B4-BE49-F238E27FC236}">
                <a16:creationId xmlns:a16="http://schemas.microsoft.com/office/drawing/2014/main" id="{FFBF07C4-62FD-FA3B-0557-14EF3DB56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172" y="1557340"/>
            <a:ext cx="7310963" cy="461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7A316F-C199-D04C-0B8C-C4EE9E4CE192}"/>
              </a:ext>
            </a:extLst>
          </p:cNvPr>
          <p:cNvSpPr txBox="1"/>
          <p:nvPr/>
        </p:nvSpPr>
        <p:spPr bwMode="auto">
          <a:xfrm>
            <a:off x="420214" y="5868302"/>
            <a:ext cx="418704" cy="82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8C9FB1"/>
                </a:solidFill>
                <a:effectLst/>
                <a:uLnTx/>
                <a:uFillTx/>
                <a:latin typeface="FAUSans Office"/>
                <a:cs typeface="FAUSans Office"/>
              </a:rPr>
              <a:t>07</a:t>
            </a:r>
            <a:endParaRPr kumimoji="0" lang="de-DE" sz="1800" b="1" i="0" u="none" strike="noStrike" kern="0" cap="none" spc="0" normalizeH="0" baseline="0" noProof="0" dirty="0">
              <a:ln>
                <a:noFill/>
              </a:ln>
              <a:solidFill>
                <a:srgbClr val="8C9FB1"/>
              </a:solidFill>
              <a:effectLst/>
              <a:uLnTx/>
              <a:uFillTx/>
              <a:latin typeface="FAUSans Office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93AF8-2572-E5EA-1B86-4BB3A6CB2150}"/>
              </a:ext>
            </a:extLst>
          </p:cNvPr>
          <p:cNvSpPr txBox="1"/>
          <p:nvPr/>
        </p:nvSpPr>
        <p:spPr bwMode="auto">
          <a:xfrm>
            <a:off x="838918" y="5868302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conclusion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4564D7-90EC-3B44-8919-031CAFE6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408EE-ED7F-945D-CD96-0A2E98A5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/>
          <p:cNvSpPr>
            <a:spLocks noGrp="1"/>
          </p:cNvSpPr>
          <p:nvPr>
            <p:ph type="title"/>
          </p:nvPr>
        </p:nvSpPr>
        <p:spPr bwMode="auto">
          <a:xfrm>
            <a:off x="518318" y="2847301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>
                <a:effectLst/>
                <a:latin typeface="Helvetica" pitchFamily="2" charset="0"/>
              </a:rPr>
              <a:t>Introduction &amp; Problem Statement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/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043B58-03C2-B618-42DE-5D60DC25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E6786B-E5D2-710A-C5E8-E64D16A6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B3CAE-C19B-C36B-B9E9-B5D7E4A7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385DB-2CCF-1361-0682-25A8B39DB3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200" dirty="0"/>
              <a:t>• </a:t>
            </a:r>
            <a:r>
              <a:rPr lang="de-DE" sz="2200" dirty="0" err="1"/>
              <a:t>Rapidly</a:t>
            </a:r>
            <a:r>
              <a:rPr lang="de-DE" sz="2200" dirty="0"/>
              <a:t> </a:t>
            </a:r>
            <a:r>
              <a:rPr lang="de-DE" sz="2200" dirty="0" err="1"/>
              <a:t>growing</a:t>
            </a:r>
            <a:r>
              <a:rPr lang="de-DE" sz="2200" dirty="0"/>
              <a:t> </a:t>
            </a:r>
            <a:r>
              <a:rPr lang="de-DE" sz="2200" dirty="0" err="1"/>
              <a:t>software</a:t>
            </a:r>
            <a:r>
              <a:rPr lang="de-DE" sz="2200" dirty="0"/>
              <a:t> </a:t>
            </a:r>
            <a:r>
              <a:rPr lang="de-DE" sz="2200" dirty="0" err="1"/>
              <a:t>complexity</a:t>
            </a:r>
            <a:r>
              <a:rPr lang="de-DE" sz="2200" dirty="0"/>
              <a:t> &amp; </a:t>
            </a:r>
            <a:r>
              <a:rPr lang="de-DE" sz="2200" dirty="0" err="1"/>
              <a:t>shorter</a:t>
            </a:r>
            <a:r>
              <a:rPr lang="de-DE" sz="2200" dirty="0"/>
              <a:t> release </a:t>
            </a:r>
            <a:r>
              <a:rPr lang="de-DE" sz="2200" dirty="0" err="1"/>
              <a:t>cycles</a:t>
            </a:r>
            <a:r>
              <a:rPr lang="de-DE" sz="2200" dirty="0"/>
              <a:t>  </a:t>
            </a:r>
          </a:p>
          <a:p>
            <a:r>
              <a:rPr lang="en-US" sz="2200" dirty="0"/>
              <a:t>• </a:t>
            </a:r>
            <a:r>
              <a:rPr lang="de-DE" sz="2200" dirty="0"/>
              <a:t>Automotive ECUs </a:t>
            </a:r>
            <a:r>
              <a:rPr lang="de-DE" sz="2200" dirty="0" err="1"/>
              <a:t>are</a:t>
            </a:r>
            <a:r>
              <a:rPr lang="de-DE" sz="2200" dirty="0"/>
              <a:t> </a:t>
            </a:r>
            <a:r>
              <a:rPr lang="de-DE" sz="2200" dirty="0" err="1"/>
              <a:t>safety-critical</a:t>
            </a:r>
            <a:r>
              <a:rPr lang="de-DE" sz="2200" dirty="0"/>
              <a:t>, </a:t>
            </a:r>
            <a:r>
              <a:rPr lang="de-DE" sz="2200" dirty="0" err="1"/>
              <a:t>hence</a:t>
            </a:r>
            <a:r>
              <a:rPr lang="de-DE" sz="2200" dirty="0"/>
              <a:t> </a:t>
            </a:r>
            <a:r>
              <a:rPr lang="de-DE" sz="2200" dirty="0" err="1"/>
              <a:t>zero</a:t>
            </a:r>
            <a:r>
              <a:rPr lang="de-DE" sz="2200" dirty="0"/>
              <a:t> </a:t>
            </a:r>
            <a:r>
              <a:rPr lang="de-DE" sz="2200" dirty="0" err="1"/>
              <a:t>tolerance</a:t>
            </a:r>
            <a:endParaRPr lang="de-DE" sz="2200" dirty="0"/>
          </a:p>
          <a:p>
            <a:r>
              <a:rPr lang="en-US" sz="2200" dirty="0"/>
              <a:t>• </a:t>
            </a:r>
            <a:r>
              <a:rPr lang="de-DE" sz="2200" dirty="0"/>
              <a:t>Traditional </a:t>
            </a:r>
            <a:r>
              <a:rPr lang="de-DE" sz="2200" dirty="0" err="1"/>
              <a:t>security</a:t>
            </a:r>
            <a:r>
              <a:rPr lang="de-DE" sz="2200" dirty="0"/>
              <a:t> </a:t>
            </a:r>
            <a:r>
              <a:rPr lang="de-DE" sz="2200" dirty="0" err="1"/>
              <a:t>tests</a:t>
            </a:r>
            <a:r>
              <a:rPr lang="de-DE" sz="2200" dirty="0"/>
              <a:t> </a:t>
            </a:r>
            <a:r>
              <a:rPr lang="de-DE" sz="2200" dirty="0" err="1"/>
              <a:t>cannot</a:t>
            </a:r>
            <a:r>
              <a:rPr lang="de-DE" sz="2200" dirty="0"/>
              <a:t> </a:t>
            </a:r>
            <a:r>
              <a:rPr lang="de-DE" sz="2200" dirty="0" err="1"/>
              <a:t>keep</a:t>
            </a:r>
            <a:r>
              <a:rPr lang="de-DE" sz="2200" dirty="0"/>
              <a:t> </a:t>
            </a:r>
            <a:r>
              <a:rPr lang="de-DE" sz="2200" dirty="0" err="1"/>
              <a:t>pace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CI/CD </a:t>
            </a:r>
            <a:r>
              <a:rPr lang="de-DE" sz="2200" dirty="0" err="1"/>
              <a:t>demand</a:t>
            </a:r>
            <a:endParaRPr lang="de-DE" sz="2200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117BE7-4537-E2FB-327C-AD71F760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CBBBE8-9E17-5D51-35A4-54F25A8C934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Automotive ECU cybersecurity challenges in modern CI/CD environments">
            <a:extLst>
              <a:ext uri="{FF2B5EF4-FFF2-40B4-BE49-F238E27FC236}">
                <a16:creationId xmlns:a16="http://schemas.microsoft.com/office/drawing/2014/main" id="{6D0FB092-960F-1D59-2D97-8DAEE49B002A}"/>
              </a:ext>
            </a:extLst>
          </p:cNvPr>
          <p:cNvPicPr>
            <a:picLocks noGrp="1" noChangeAspect="1" noChangeArrowheads="1"/>
          </p:cNvPicPr>
          <p:nvPr>
            <p:ph type="pic" sz="quarter" idx="2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2" r="10102"/>
          <a:stretch>
            <a:fillRect/>
          </a:stretch>
        </p:blipFill>
        <p:spPr bwMode="auto">
          <a:xfrm>
            <a:off x="6203952" y="1504947"/>
            <a:ext cx="5469732" cy="456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F1824-3467-692E-7FF2-CEAA7C13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7DF9-488E-8C58-6C81-C6D66B42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154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46034-ADC8-01CA-49AA-5F59F7BB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DC494-B98E-B95C-D062-B16166A29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446D16-88B1-41BB-B6E9-DDCFE57F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DBBB37-17B2-2A83-6950-1265272CD56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The Challenges</a:t>
            </a:r>
          </a:p>
        </p:txBody>
      </p:sp>
      <p:pic>
        <p:nvPicPr>
          <p:cNvPr id="3074" name="Picture 2" descr="Key automotive cybersecurity stats">
            <a:extLst>
              <a:ext uri="{FF2B5EF4-FFF2-40B4-BE49-F238E27FC236}">
                <a16:creationId xmlns:a16="http://schemas.microsoft.com/office/drawing/2014/main" id="{3E8E7AD0-4EA0-2212-6A6F-67B7376EE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56" y="1789043"/>
            <a:ext cx="8348869" cy="421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5D205-4032-2028-0D79-021D878B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95C1-9B1A-D960-4C9A-4BE0F560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AE3C-C3B1-7BED-1E03-F53F8BCA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9C80-D11F-9F08-01F7-E0F699C4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9/26/25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885B-1D13-F338-2BE2-B90637B4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 fontScale="40000" lnSpcReduction="20000"/>
          </a:bodyPr>
          <a:lstStyle/>
          <a:p>
            <a:r>
              <a:rPr lang="en-US" sz="800"/>
              <a:t>Master Thesis: AI Usage in CI/CD/CT Pipelines for Compute Platforms in Automotives</a:t>
            </a:r>
          </a:p>
          <a:p>
            <a:r>
              <a:rPr lang="en-US" sz="800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6FEB-2055-1C74-3358-D550CB36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1A672BC3-475D-4374-8EEC-4CFA9934D3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C03E98-3B4B-D09E-DC51-AB83569109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C56A46-788E-7AD3-6BC4-F18C4EF9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de-DE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1EB26-33FA-2D55-E499-6B38BE10EA3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2102A986-20E9-27A6-9EFE-8B4796A770E9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631560442"/>
              </p:ext>
            </p:extLst>
          </p:nvPr>
        </p:nvGraphicFramePr>
        <p:xfrm>
          <a:off x="515938" y="1570038"/>
          <a:ext cx="11520488" cy="463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939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D5B9E7C-ED52-159D-B23C-DAE64D2074E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DD248212-0D9D-254E-748E-651E05E6ED7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2847300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/>
              <a:t>Background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AA8ED6A2-C906-CC38-5CDB-6A6B36C9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356A1E-E699-DF88-5156-A48555E1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A1703F-5104-4852-65E1-99B0B126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45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C6535-210F-6016-8F46-55516DC8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24A7A0-AC88-171B-2E99-BABA761F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Fuzzing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6D4F7-5C36-0FD2-40EE-A6EE6170680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BF545-4A71-8D1D-FE34-5AA25285F5E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052A78-7950-7D71-8BD2-F848381A5BE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0" name="Picture 6" descr="Enhanced fuzzing workflow diagram with clear labels">
            <a:extLst>
              <a:ext uri="{FF2B5EF4-FFF2-40B4-BE49-F238E27FC236}">
                <a16:creationId xmlns:a16="http://schemas.microsoft.com/office/drawing/2014/main" id="{D86341D2-FBE9-9E29-6258-91E4B04A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1631157"/>
            <a:ext cx="11157746" cy="395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FFEABD-FC2C-9DD5-C16E-EB218E8E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ECCA93-20A3-E7DA-4E81-8B2541BC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68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868F-8691-9B10-D1D6-C720A638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EE5E7-3CE4-F715-3F83-AD9AA0E5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B4EDD-60B4-6669-F6B6-64ACACC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Pipeline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C9FFC0-A587-0859-233E-7F191C42FD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A29F-A661-F749-E80F-048C9014308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D8DF00-14F8-7D5D-E4F0-84F5369A965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I/CD pipeline workflow diagram with clear labels">
            <a:extLst>
              <a:ext uri="{FF2B5EF4-FFF2-40B4-BE49-F238E27FC236}">
                <a16:creationId xmlns:a16="http://schemas.microsoft.com/office/drawing/2014/main" id="{8AB14169-8988-28AC-2180-5BA9DED76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" y="1662783"/>
            <a:ext cx="11157746" cy="39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16A8C8-B207-E0FA-FF86-645BF9E4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A3E1B1-7213-F164-116B-0FD2394C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66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E00404-DB5C-E748-9595-52ACBB37F24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8613D0B4-FAB2-3C8B-C7DE-A5D7A559A43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2847300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/>
              <a:t>Research Objectives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C51691F6-57C6-9696-5108-F0475D13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2D5BE6-BCCE-FB7C-1B50-464B6671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BC9C7-DFC0-B627-3905-74312AFB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92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EFCF15-8BB7-4F2C-CA52-78D73DF8C1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2FACF79E-6423-0485-C26B-5B9B12C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81F28269-BEC5-C4F3-78FB-BF7DCC370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r>
              <a:rPr lang="en-US" sz="2200" dirty="0"/>
              <a:t>• </a:t>
            </a:r>
            <a:r>
              <a:rPr lang="en-US" sz="2200" b="1" dirty="0"/>
              <a:t>AI-assisted white-box fuzzing </a:t>
            </a:r>
            <a:r>
              <a:rPr lang="en-US" sz="2200" dirty="0"/>
              <a:t>for automotive compute platforms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Novel security testing methods </a:t>
            </a:r>
            <a:r>
              <a:rPr lang="en-US" sz="2200" dirty="0"/>
              <a:t>integrating LLMs with fuzzing capabilities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Automated test artifact generation </a:t>
            </a:r>
            <a:r>
              <a:rPr lang="en-US" sz="2200" dirty="0"/>
              <a:t>- test cases, procedures, reports, quality matrices</a:t>
            </a:r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3029F21C-8A8D-DD7A-C332-CFC12D831B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55389F48-496B-E1D9-E91F-EF38EEA09CD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r>
              <a:rPr lang="en-US" dirty="0"/>
              <a:t>Technique Design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29FADD-5610-F447-DDD0-3395F9CA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56FDA-198D-56F5-DAAA-2CD63AD5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54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B1D88D-6D25-C621-D5CF-CE789D2CAA6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DAD6A139-5569-F597-3469-8885CAEF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649787" y="6634666"/>
            <a:ext cx="617156" cy="123111"/>
          </a:xfrm>
        </p:spPr>
        <p:txBody>
          <a:bodyPr wrap="non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C61F456A-40BF-1906-9CA4-FD316AC38C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 anchor="t">
            <a:normAutofit/>
          </a:bodyPr>
          <a:lstStyle/>
          <a:p>
            <a:r>
              <a:rPr lang="en-US" sz="2200" dirty="0"/>
              <a:t>• </a:t>
            </a:r>
            <a:r>
              <a:rPr lang="en-US" sz="2200" b="1" dirty="0"/>
              <a:t>Seamless CI/CD/CT integration </a:t>
            </a:r>
            <a:r>
              <a:rPr lang="en-US" sz="2200" dirty="0"/>
              <a:t>with existing automotive development workflows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Continuous fuzzing </a:t>
            </a:r>
            <a:r>
              <a:rPr lang="en-US" sz="2200" dirty="0"/>
              <a:t>embedded into daily development cycles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Zero-downtime deployment </a:t>
            </a:r>
            <a:r>
              <a:rPr lang="en-US" sz="2200" dirty="0"/>
              <a:t>of AI-enhanced security testing</a:t>
            </a:r>
          </a:p>
          <a:p>
            <a:endParaRPr lang="en-US" dirty="0"/>
          </a:p>
        </p:txBody>
      </p:sp>
      <p:sp>
        <p:nvSpPr>
          <p:cNvPr id="2048" name="Title 5">
            <a:extLst>
              <a:ext uri="{FF2B5EF4-FFF2-40B4-BE49-F238E27FC236}">
                <a16:creationId xmlns:a16="http://schemas.microsoft.com/office/drawing/2014/main" id="{EDF4BFB5-A17D-BFB2-9445-0E69BFCA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endParaRPr lang="en-US"/>
          </a:p>
        </p:txBody>
      </p:sp>
      <p:pic>
        <p:nvPicPr>
          <p:cNvPr id="2050" name="Picture 2" descr="Seamless CI/CD/CT integration with continuous fuzzing and zero-downtime AI-enhanced security testing">
            <a:extLst>
              <a:ext uri="{FF2B5EF4-FFF2-40B4-BE49-F238E27FC236}">
                <a16:creationId xmlns:a16="http://schemas.microsoft.com/office/drawing/2014/main" id="{C624E299-7C39-B639-B952-52FD58BF2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2" r="8081" b="2"/>
          <a:stretch>
            <a:fillRect/>
          </a:stretch>
        </p:blipFill>
        <p:spPr bwMode="auto">
          <a:xfrm>
            <a:off x="6206329" y="1631155"/>
            <a:ext cx="5469732" cy="45696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BA68D72E-EA72-2E64-C550-1C9A2426D40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Pipeline Integration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98C758-924A-1F83-8CCA-4E82C635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E3043-378E-A2B4-1AE2-FA015493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71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5EAA56-613E-4DC3-D8DC-5DE77AABF1A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FCE659A4-AC09-3D3D-0348-B2A07B45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2D555F00-DC80-3D76-51BA-9926A8E74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344706"/>
            <a:ext cx="11157745" cy="4856069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sz="2200" dirty="0"/>
              <a:t>• </a:t>
            </a:r>
            <a:r>
              <a:rPr lang="en-US" sz="2200" b="1" dirty="0"/>
              <a:t>Measure coverage, MTTV, and CI latency </a:t>
            </a:r>
            <a:r>
              <a:rPr lang="en-US" sz="2200" dirty="0"/>
              <a:t>vs. baseline traditional methods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Comprehensive cost-benefit analysis </a:t>
            </a:r>
            <a:r>
              <a:rPr lang="en-US" sz="2200" dirty="0"/>
              <a:t>for enterprise adoption</a:t>
            </a:r>
          </a:p>
          <a:p>
            <a:r>
              <a:rPr lang="en-US" sz="2200" dirty="0"/>
              <a:t>• </a:t>
            </a:r>
            <a:r>
              <a:rPr lang="en-US" sz="2200" b="1" dirty="0"/>
              <a:t>Real-world validation </a:t>
            </a:r>
            <a:r>
              <a:rPr lang="en-US" sz="2200" dirty="0"/>
              <a:t>within CARIAD's development environment</a:t>
            </a:r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B742A59A-15F6-8021-5383-6D62FD52D38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3D354A76-E80C-00FC-2A57-8EC838B74B0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r>
              <a:rPr lang="en-US" dirty="0"/>
              <a:t>Impact &amp; Performance Analysis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EB8460-A6A2-102F-E568-39B5F01F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6CA70A-3977-FD53-5414-E14A4074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3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58728-172A-6220-C563-C678BA78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14AE9-3AD4-509E-227B-8D5A54760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75DB18-0904-1A19-5601-50331716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Expected</a:t>
            </a:r>
            <a:r>
              <a:rPr lang="de-DE" dirty="0"/>
              <a:t> Outcomes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23BD41-869B-5CD5-F04A-78829EB3CBD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975EA59-C538-41F1-7D3A-3553E26F0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7775593"/>
              </p:ext>
            </p:extLst>
          </p:nvPr>
        </p:nvGraphicFramePr>
        <p:xfrm>
          <a:off x="1713054" y="1390025"/>
          <a:ext cx="8446946" cy="4748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D2939-7D31-AB68-7E83-DF26C9CA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038B-12E3-3815-3C33-12E38640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384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0D3F2C4-DF43-87B9-0BF3-C1B210A5EA9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4DEA49FB-410F-6230-21A4-6A15D41AB7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2847300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/>
              <a:t>Research Questions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EBDEBB02-78BE-D7CD-6AA9-06BF2DA5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12C6D-0515-01B2-EBCC-2C7AA78B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244485-DBD1-4B94-5276-2ADA779F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63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1A99D2-0E25-9330-C7C4-F98D892F01E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CA02FA39-E30E-0B4F-63D3-90C219FD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DD99DA8C-BBF3-F50B-461A-5895392FAF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r>
              <a:rPr lang="en-US" sz="2200" b="1" dirty="0"/>
              <a:t>RQ1: Effectiveness of LLM-Generated Fuzz Drivers</a:t>
            </a:r>
            <a:br>
              <a:rPr lang="en-US" sz="2200" dirty="0"/>
            </a:br>
            <a:r>
              <a:rPr lang="en-US" sz="2200" dirty="0"/>
              <a:t>Can Large Language Models generate effective fuzz drivers that achieve code cover-</a:t>
            </a:r>
            <a:br>
              <a:rPr lang="en-US" sz="2200" dirty="0"/>
            </a:br>
            <a:r>
              <a:rPr lang="en-US" sz="2200" dirty="0"/>
              <a:t>age and vulnerability detection performance comparable to manually-written drivers? </a:t>
            </a:r>
          </a:p>
          <a:p>
            <a:r>
              <a:rPr lang="en-US" sz="2200" b="1" dirty="0"/>
              <a:t>RQ2: Model Selection and Optimization</a:t>
            </a:r>
            <a:br>
              <a:rPr lang="en-US" sz="2200" dirty="0"/>
            </a:br>
            <a:r>
              <a:rPr lang="en-US" sz="2200" dirty="0"/>
              <a:t>Which LLM architectures, training approaches, and optimization techniques are</a:t>
            </a:r>
            <a:br>
              <a:rPr lang="en-US" sz="2200" dirty="0"/>
            </a:br>
            <a:r>
              <a:rPr lang="en-US" sz="2200" dirty="0"/>
              <a:t>most effective for automotive fuzzing applications? </a:t>
            </a:r>
          </a:p>
          <a:p>
            <a:r>
              <a:rPr lang="en-US" sz="2200" b="1" dirty="0"/>
              <a:t>RQ3: CI/CD Integration Feasibility</a:t>
            </a:r>
            <a:br>
              <a:rPr lang="en-US" sz="2200" dirty="0"/>
            </a:br>
            <a:r>
              <a:rPr lang="en-US" sz="2200" dirty="0"/>
              <a:t>Can AI-driven fuzzing be integrated into automotive CI/CD/CT pipelines without</a:t>
            </a:r>
            <a:br>
              <a:rPr lang="en-US" sz="2200" dirty="0"/>
            </a:br>
            <a:r>
              <a:rPr lang="en-US" sz="2200" dirty="0"/>
              <a:t>significantly impacting development velocity or resource utilization? </a:t>
            </a:r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F99B7B71-B426-0BC3-60A2-DEF407B5C82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008A9582-D432-6C63-D828-B830030CC2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r>
              <a:rPr lang="en-US" b="1" dirty="0"/>
              <a:t>Primary Research Questions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1519C3-820B-7A10-C470-5FB5FF2C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DADC5B-6C50-8F13-58F3-F701E507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147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99233A-E656-C55B-FC89-3016C33705D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1DB7C182-EE2B-550B-7C8E-B3A80A99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67870762-4391-E437-80AC-CBBC81B9D1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r>
              <a:rPr lang="en-US" sz="2200" b="1" dirty="0"/>
              <a:t>RQ4: Automated Test Artifact Generation</a:t>
            </a:r>
            <a:br>
              <a:rPr lang="en-US" sz="2200" dirty="0"/>
            </a:br>
            <a:r>
              <a:rPr lang="en-US" sz="2200" dirty="0"/>
              <a:t>Can LLMs automatically generate comprehensive test artifacts (test procedures,</a:t>
            </a:r>
            <a:br>
              <a:rPr lang="en-US" sz="2200" dirty="0"/>
            </a:br>
            <a:r>
              <a:rPr lang="en-US" sz="2200" dirty="0"/>
              <a:t>reports, quality matrices) that meet automotive development and compliance require-</a:t>
            </a:r>
            <a:br>
              <a:rPr lang="en-US" sz="2200" dirty="0"/>
            </a:br>
            <a:r>
              <a:rPr lang="en-US" sz="2200" dirty="0" err="1"/>
              <a:t>ments</a:t>
            </a:r>
            <a:r>
              <a:rPr lang="en-US" sz="2200" dirty="0"/>
              <a:t>? </a:t>
            </a:r>
          </a:p>
          <a:p>
            <a:r>
              <a:rPr lang="en-US" sz="2200" b="1" dirty="0"/>
              <a:t>RQ5: Continuous Learning and Adaptation</a:t>
            </a:r>
            <a:br>
              <a:rPr lang="en-US" sz="2200" dirty="0"/>
            </a:br>
            <a:r>
              <a:rPr lang="en-US" sz="2200" dirty="0"/>
              <a:t>How can AI-driven fuzzing systems continuously improve their effectiveness through</a:t>
            </a:r>
            <a:br>
              <a:rPr lang="en-US" sz="2200" dirty="0"/>
            </a:br>
            <a:r>
              <a:rPr lang="en-US" sz="2200" dirty="0"/>
              <a:t>learning from fuzzing campaigns, bug discoveries, and developer feedback? </a:t>
            </a:r>
          </a:p>
          <a:p>
            <a:r>
              <a:rPr lang="en-US" sz="2200" b="1" dirty="0"/>
              <a:t>RQ6: Cost-Effectiveness and ROI</a:t>
            </a:r>
            <a:br>
              <a:rPr lang="en-US" sz="2200" dirty="0"/>
            </a:br>
            <a:r>
              <a:rPr lang="en-US" sz="2200" dirty="0"/>
              <a:t>What are the economic implications of AI-enhanced fuzzing deployment, and under</a:t>
            </a:r>
            <a:br>
              <a:rPr lang="en-US" sz="2200" dirty="0"/>
            </a:br>
            <a:r>
              <a:rPr lang="en-US" sz="2200" dirty="0"/>
              <a:t>what conditions does it provide positive return on investment for automotive </a:t>
            </a:r>
            <a:r>
              <a:rPr lang="en-US" sz="2200" dirty="0" err="1"/>
              <a:t>organiza</a:t>
            </a:r>
            <a:r>
              <a:rPr lang="en-US" sz="2200" dirty="0"/>
              <a:t>-</a:t>
            </a:r>
            <a:br>
              <a:rPr lang="en-US" sz="2200" dirty="0"/>
            </a:br>
            <a:r>
              <a:rPr lang="en-US" sz="2200" dirty="0" err="1"/>
              <a:t>tions</a:t>
            </a:r>
            <a:r>
              <a:rPr lang="en-US" sz="2200" dirty="0"/>
              <a:t>? </a:t>
            </a:r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37F37851-DC8A-2B76-B753-282C54D5060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03B989F5-2866-D618-73EC-83577BC35D9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r>
              <a:rPr lang="en-US" b="1" dirty="0"/>
              <a:t>Secondary Research Questions</a:t>
            </a:r>
            <a:r>
              <a:rPr lang="en-US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143421-2E10-CD43-83C8-3D17A138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770EB-8109-A3B8-40ED-13A23828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20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8AD6AC6-48D2-8B1C-2372-602AB0A4273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59FC0BBE-FD50-242C-5AB4-A0679380DF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2847299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/>
              <a:t>Literature Review &amp; State of the Art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71163A8B-C104-6A72-C86B-5AA4625F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60D652-1BF6-B48D-5EA8-142D8038C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E200FE-EE7F-6E24-C1D8-19E9F4B8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679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7F3B405-7D8E-C957-AACC-DECC3649AF2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99C8ADE9-6EB0-096E-EFF9-FE022FBB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0D188F2C-7F7C-B03A-A1F4-E20222AF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r>
              <a:rPr lang="en-US" sz="2200" b="1" dirty="0"/>
              <a:t>Key Focus Areas: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AI techniques in software testing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LLM-based fuzzing approaches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CI/CD pipeline integration</a:t>
            </a:r>
          </a:p>
          <a:p>
            <a:pPr lvl="5">
              <a:buFont typeface="Wingdings" pitchFamily="2" charset="2"/>
              <a:buChar char="§"/>
            </a:pPr>
            <a:r>
              <a:rPr lang="en-US" sz="2200" dirty="0"/>
              <a:t>Automotive security applications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EADAD733-A008-9297-35F3-D213986CF3B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664797"/>
          </a:xfrm>
        </p:spPr>
        <p:txBody>
          <a:bodyPr/>
          <a:lstStyle/>
          <a:p>
            <a:pPr>
              <a:defRPr/>
            </a:pPr>
            <a:r>
              <a:rPr lang="en-US" dirty="0"/>
              <a:t>Literature review with quantitative analysis</a:t>
            </a:r>
            <a:br>
              <a:rPr lang="en-US" dirty="0"/>
            </a:b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A104679D-F23E-2B2F-A70C-97381265112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D57D1B-D48C-80F8-336F-EEA16242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4B3B1-4867-F9C4-0405-0148AA0C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537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B1255F0-2404-B6EF-B7EC-52F83F7708D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677CAFF6-8783-84BC-AB86-44098FBA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127F25BD-CC2E-CEFD-0CAC-3A57003EC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Key Milestones: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NeuFuzz</a:t>
            </a:r>
            <a:r>
              <a:rPr lang="en-US" sz="2200" dirty="0"/>
              <a:t> (2019): First neural network-guided fuzzing -</a:t>
            </a:r>
            <a:r>
              <a:rPr lang="de-DE" sz="2200" dirty="0"/>
              <a:t> </a:t>
            </a:r>
            <a:r>
              <a:rPr lang="de-DE" sz="2200" b="1" dirty="0"/>
              <a:t>35% </a:t>
            </a:r>
            <a:r>
              <a:rPr lang="de-DE" sz="2200" b="1" dirty="0" err="1"/>
              <a:t>improvement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Deep RL Fuzzing (2018):</a:t>
            </a:r>
            <a:r>
              <a:rPr lang="de-DE" sz="2200" dirty="0"/>
              <a:t> </a:t>
            </a:r>
            <a:r>
              <a:rPr lang="de-DE" sz="2200" b="1" dirty="0"/>
              <a:t>2.3× </a:t>
            </a:r>
            <a:r>
              <a:rPr lang="de-DE" sz="2200" b="1" dirty="0" err="1"/>
              <a:t>more</a:t>
            </a:r>
            <a:r>
              <a:rPr lang="de-DE" sz="2200" b="1" dirty="0"/>
              <a:t> </a:t>
            </a:r>
            <a:r>
              <a:rPr lang="de-DE" sz="2200" b="1" dirty="0" err="1"/>
              <a:t>crashes</a:t>
            </a:r>
            <a:r>
              <a:rPr lang="en-US" sz="2200" dirty="0"/>
              <a:t>than AFL,</a:t>
            </a:r>
            <a:r>
              <a:rPr lang="de-DE" sz="2200" dirty="0"/>
              <a:t> </a:t>
            </a:r>
            <a:r>
              <a:rPr lang="de-DE" sz="2200" b="1" dirty="0"/>
              <a:t>21 CVEs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TitanFuzz</a:t>
            </a:r>
            <a:r>
              <a:rPr lang="en-US" sz="2200" dirty="0"/>
              <a:t> (2022):</a:t>
            </a:r>
            <a:r>
              <a:rPr lang="de-DE" sz="2200" dirty="0"/>
              <a:t> </a:t>
            </a:r>
            <a:r>
              <a:rPr lang="de-DE" sz="2200" b="1" dirty="0" err="1"/>
              <a:t>Watershed</a:t>
            </a:r>
            <a:r>
              <a:rPr lang="de-DE" sz="2200" b="1" dirty="0"/>
              <a:t> </a:t>
            </a:r>
            <a:r>
              <a:rPr lang="de-DE" sz="2200" b="1" dirty="0" err="1"/>
              <a:t>moment</a:t>
            </a:r>
            <a:r>
              <a:rPr lang="de-DE" sz="2200" dirty="0"/>
              <a:t> </a:t>
            </a:r>
            <a:r>
              <a:rPr lang="en-US" sz="2200" dirty="0"/>
              <a:t>- First LLM-based </a:t>
            </a:r>
            <a:r>
              <a:rPr lang="en-US" sz="2200" dirty="0" err="1"/>
              <a:t>fuzzer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Fuzz4All (2023):Universal multi-language fuzzing -</a:t>
            </a:r>
            <a:r>
              <a:rPr lang="de-DE" sz="2200" dirty="0"/>
              <a:t> </a:t>
            </a:r>
            <a:r>
              <a:rPr lang="de-DE" sz="2200" b="1" dirty="0"/>
              <a:t>98 </a:t>
            </a:r>
            <a:r>
              <a:rPr lang="de-DE" sz="2200" b="1" dirty="0" err="1"/>
              <a:t>bugs</a:t>
            </a:r>
            <a:r>
              <a:rPr lang="de-DE" sz="2200" b="1" dirty="0"/>
              <a:t> </a:t>
            </a:r>
            <a:r>
              <a:rPr lang="de-DE" sz="2200" b="1" dirty="0" err="1"/>
              <a:t>found</a:t>
            </a:r>
            <a:endParaRPr lang="de-DE" sz="2200" b="1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200" b="1" dirty="0"/>
              <a:t>Performance Evolution: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2018-2020:</a:t>
            </a:r>
            <a:r>
              <a:rPr lang="de-DE" sz="2200" dirty="0"/>
              <a:t> </a:t>
            </a:r>
            <a:r>
              <a:rPr lang="en-US" sz="2200" dirty="0"/>
              <a:t>Traditional ML approaches dominated (60%)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2022-2025:</a:t>
            </a:r>
            <a:r>
              <a:rPr lang="de-DE" sz="2200" dirty="0"/>
              <a:t> </a:t>
            </a:r>
            <a:r>
              <a:rPr lang="en-US" sz="2200" dirty="0"/>
              <a:t>LLM revolution with</a:t>
            </a:r>
            <a:r>
              <a:rPr lang="de-DE" sz="2200" dirty="0"/>
              <a:t> </a:t>
            </a:r>
            <a:r>
              <a:rPr lang="de-DE" sz="2200" b="1" dirty="0"/>
              <a:t>50.84% </a:t>
            </a:r>
            <a:r>
              <a:rPr lang="de-DE" sz="2200" b="1" dirty="0" err="1"/>
              <a:t>coverage</a:t>
            </a:r>
            <a:r>
              <a:rPr lang="de-DE" sz="2200" b="1" dirty="0"/>
              <a:t> </a:t>
            </a:r>
            <a:r>
              <a:rPr lang="de-DE" sz="2200" b="1" dirty="0" err="1"/>
              <a:t>improvements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16AECC43-B4E7-8267-2C15-6EB5A719E19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664797"/>
          </a:xfrm>
        </p:spPr>
        <p:txBody>
          <a:bodyPr/>
          <a:lstStyle/>
          <a:p>
            <a:pPr>
              <a:defRPr/>
            </a:pPr>
            <a:r>
              <a:rPr lang="en-US" dirty="0"/>
              <a:t>From Traditional AI to LLMs - The Technical Journey</a:t>
            </a:r>
            <a:br>
              <a:rPr lang="en-US" dirty="0"/>
            </a:b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697A4C14-772A-7894-2F01-6CA37CBC4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D36CBB-B4A5-F239-0AC3-D3527323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653AB-A390-ACDF-55C4-894B7544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218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708299F-A9E5-1F06-7069-A6E6062C419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E0BE5CBC-6641-3031-1F45-D4796CD8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017D6359-31AB-5805-7DEA-56F4564F95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Identified Gaps: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Limited automotive-specific research</a:t>
            </a:r>
            <a:r>
              <a:rPr lang="de-DE" sz="2200" dirty="0"/>
              <a:t> </a:t>
            </a:r>
            <a:r>
              <a:rPr lang="en-US" sz="2200" dirty="0"/>
              <a:t>- Most work targets general software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de-DE" sz="2200" b="1" dirty="0"/>
              <a:t>Slow </a:t>
            </a:r>
            <a:r>
              <a:rPr lang="de-DE" sz="2200" b="1" dirty="0" err="1"/>
              <a:t>or</a:t>
            </a:r>
            <a:r>
              <a:rPr lang="de-DE" sz="2200" b="1" dirty="0"/>
              <a:t> Manual </a:t>
            </a:r>
            <a:r>
              <a:rPr lang="de-DE" sz="2200" b="1" dirty="0" err="1"/>
              <a:t>triggered</a:t>
            </a:r>
            <a:r>
              <a:rPr lang="de-DE" sz="2200" b="1" dirty="0"/>
              <a:t> </a:t>
            </a:r>
            <a:r>
              <a:rPr lang="de-DE" sz="2200" b="1" dirty="0" err="1"/>
              <a:t>fuzzing</a:t>
            </a:r>
            <a:r>
              <a:rPr lang="en-US" sz="2200" dirty="0"/>
              <a:t>- Insufficient automation 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Standardization</a:t>
            </a:r>
            <a:r>
              <a:rPr lang="de-DE" sz="2200" dirty="0"/>
              <a:t> </a:t>
            </a:r>
            <a:r>
              <a:rPr lang="en-US" sz="2200" dirty="0"/>
              <a:t>- No safety-critical evaluation frameworks</a:t>
            </a:r>
          </a:p>
          <a:p>
            <a:r>
              <a:rPr lang="en-US" sz="2200" b="1" dirty="0"/>
              <a:t>Quantitative Evidence: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20-90% consistent performance gains</a:t>
            </a:r>
            <a:r>
              <a:rPr lang="de-DE" sz="2200" dirty="0"/>
              <a:t> </a:t>
            </a:r>
            <a:r>
              <a:rPr lang="en-US" sz="2200" dirty="0"/>
              <a:t>across all AI approaches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2-24× speed improvements</a:t>
            </a:r>
            <a:r>
              <a:rPr lang="de-DE" sz="2200" dirty="0"/>
              <a:t> </a:t>
            </a:r>
            <a:r>
              <a:rPr lang="en-US" sz="2200" dirty="0"/>
              <a:t>in specialized scenarios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Hundreds of CVE discoveries</a:t>
            </a:r>
            <a:r>
              <a:rPr lang="de-DE" sz="2200" dirty="0"/>
              <a:t> </a:t>
            </a:r>
            <a:r>
              <a:rPr lang="en-US" sz="2200" dirty="0"/>
              <a:t>with real-world impact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Cost reduction:</a:t>
            </a:r>
            <a:r>
              <a:rPr lang="de-DE" sz="2200" dirty="0"/>
              <a:t> </a:t>
            </a:r>
            <a:r>
              <a:rPr lang="en-US" sz="2200" dirty="0"/>
              <a:t>From $1000s to &lt;$1 per campaign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DB032A5D-9430-3551-F51E-17437C3DECE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 Research Gaps  &amp; Critical Findings</a:t>
            </a:r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A9140E47-A629-C69F-8E2C-D0FB74A1E18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C65EBB-94CD-2EBF-453C-068D4321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21903-0ADB-9B31-2C9F-F2F28894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422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3EDB7B-16AC-27BD-F15C-D63EB27935D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5E7EA7FC-D604-4721-CC67-1545209D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B9B4C4A0-819E-3B44-83A9-2157505DA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 fontScale="92500" lnSpcReduction="10000"/>
          </a:bodyPr>
          <a:lstStyle/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Developed practical CI/CD integration framework</a:t>
            </a:r>
            <a:r>
              <a:rPr lang="de-DE" sz="2200" dirty="0"/>
              <a:t>  </a:t>
            </a:r>
            <a:r>
              <a:rPr lang="en-US" sz="2200" dirty="0"/>
              <a:t>connecting LLM-based test generation with automotive development workflows using </a:t>
            </a:r>
            <a:r>
              <a:rPr lang="en-US" sz="2200" dirty="0" err="1"/>
              <a:t>cifuzz</a:t>
            </a:r>
            <a:r>
              <a:rPr lang="en-US" sz="2200" dirty="0"/>
              <a:t> and GitHub Actions</a:t>
            </a:r>
          </a:p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Evaluated 14 different LLM models</a:t>
            </a:r>
            <a:r>
              <a:rPr lang="de-DE" sz="2200" dirty="0"/>
              <a:t> </a:t>
            </a:r>
            <a:r>
              <a:rPr lang="en-US" sz="2200" dirty="0"/>
              <a:t>across various C/C++ repositories to identify optimal approaches for automotive software testing</a:t>
            </a:r>
          </a:p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Created fine-tuned models</a:t>
            </a:r>
            <a:r>
              <a:rPr lang="de-DE" sz="2200" dirty="0"/>
              <a:t> </a:t>
            </a:r>
            <a:r>
              <a:rPr lang="en-US" sz="2200" dirty="0"/>
              <a:t>achieving 33% faster test generation and 55% token reduction compared to base models</a:t>
            </a:r>
          </a:p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Implemented enterprise-ready solution</a:t>
            </a:r>
            <a:r>
              <a:rPr lang="de-DE" sz="2200" dirty="0"/>
              <a:t> </a:t>
            </a:r>
            <a:r>
              <a:rPr lang="en-US" sz="2200" dirty="0"/>
              <a:t>with Azure Private Link architecture addressing automotive industry network security requirements</a:t>
            </a:r>
          </a:p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Established economic viability analysis</a:t>
            </a:r>
            <a:r>
              <a:rPr lang="de-DE" sz="2200" dirty="0"/>
              <a:t> </a:t>
            </a:r>
            <a:r>
              <a:rPr lang="en-US" sz="2200" dirty="0"/>
              <a:t>demonstrating 90% cost reduction potential and clear ROI for automotive OEMs</a:t>
            </a:r>
          </a:p>
          <a:p>
            <a:pPr marL="342900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Evaluation Framework </a:t>
            </a:r>
            <a:r>
              <a:rPr lang="en-US" sz="2200" dirty="0"/>
              <a:t>based on numerical and safety first approach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02B02A77-22F8-B21C-480B-44E49B9E453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Solutions proposed and implemented</a:t>
            </a:r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6890222E-8F75-ABDD-30EB-DAC53FB80FC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73996B-DEB8-443D-61A9-9B49218F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F26B8-44FD-44F7-FCD3-A659FF16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343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901497-A7BB-9FD9-FD8D-F0E48F8532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E017B4CC-04C1-D879-D891-14B55EA2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9F3445F2-1AF6-D9D4-C503-CC6A39B5A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r>
              <a:rPr lang="en-US" sz="2200" b="1" dirty="0" err="1"/>
              <a:t>TitanFuzz</a:t>
            </a:r>
            <a:r>
              <a:rPr lang="en-US" sz="2200" b="1" dirty="0"/>
              <a:t> Impact (2022):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Zero-shot capability</a:t>
            </a:r>
            <a:r>
              <a:rPr lang="de-DE" sz="2200" dirty="0"/>
              <a:t> </a:t>
            </a:r>
            <a:r>
              <a:rPr lang="en-US" sz="2200" dirty="0"/>
              <a:t>without explicit constraints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30.38% higher coverage</a:t>
            </a:r>
            <a:r>
              <a:rPr lang="de-DE" sz="2200" dirty="0"/>
              <a:t> </a:t>
            </a:r>
            <a:r>
              <a:rPr lang="en-US" sz="2200" dirty="0"/>
              <a:t>on TensorFlow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50.84% higher coverage</a:t>
            </a:r>
            <a:r>
              <a:rPr lang="de-DE" sz="2200" dirty="0"/>
              <a:t> </a:t>
            </a:r>
            <a:r>
              <a:rPr lang="en-US" sz="2200" dirty="0"/>
              <a:t>on </a:t>
            </a:r>
            <a:r>
              <a:rPr lang="en-US" sz="2200" dirty="0" err="1"/>
              <a:t>PyTorch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65 bugs discovered, 44 previously unknown</a:t>
            </a:r>
            <a:endParaRPr lang="en-US" sz="2200" dirty="0"/>
          </a:p>
          <a:p>
            <a:r>
              <a:rPr lang="en-US" sz="2200" b="1" dirty="0"/>
              <a:t>Follow-up Advances: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HGFuzzer</a:t>
            </a:r>
            <a:r>
              <a:rPr lang="en-US" sz="2200" dirty="0"/>
              <a:t>:</a:t>
            </a:r>
            <a:r>
              <a:rPr lang="de-DE" sz="2200" dirty="0"/>
              <a:t> </a:t>
            </a:r>
            <a:r>
              <a:rPr lang="de-DE" sz="2200" b="1" dirty="0"/>
              <a:t>24.8× </a:t>
            </a:r>
            <a:r>
              <a:rPr lang="de-DE" sz="2200" b="1" dirty="0" err="1"/>
              <a:t>speedup</a:t>
            </a:r>
            <a:r>
              <a:rPr lang="de-DE" sz="2200" dirty="0"/>
              <a:t> </a:t>
            </a:r>
            <a:r>
              <a:rPr lang="en-US" sz="2200" dirty="0"/>
              <a:t>over traditional approaches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CKGFuzzer</a:t>
            </a:r>
            <a:r>
              <a:rPr lang="en-US" sz="2200" dirty="0"/>
              <a:t>: Code knowledge graphs + LLMs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G²Fuzz:</a:t>
            </a:r>
            <a:r>
              <a:rPr lang="de-DE" sz="2200" dirty="0"/>
              <a:t> </a:t>
            </a:r>
            <a:r>
              <a:rPr lang="de-DE" sz="2200" b="1" dirty="0"/>
              <a:t>&lt;$0.2 </a:t>
            </a:r>
            <a:r>
              <a:rPr lang="de-DE" sz="2200" b="1" dirty="0" err="1"/>
              <a:t>for</a:t>
            </a:r>
            <a:r>
              <a:rPr lang="de-DE" sz="2200" b="1" dirty="0"/>
              <a:t> 24-hour </a:t>
            </a:r>
            <a:r>
              <a:rPr lang="de-DE" sz="2200" b="1" dirty="0" err="1"/>
              <a:t>fuzzing</a:t>
            </a:r>
            <a:r>
              <a:rPr lang="de-DE" sz="2200" dirty="0"/>
              <a:t> </a:t>
            </a:r>
            <a:r>
              <a:rPr lang="en-US" sz="2200" dirty="0"/>
              <a:t>campaigns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A58B3CAD-E615-9C0A-47F8-835945DBA0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664797"/>
          </a:xfrm>
        </p:spPr>
        <p:txBody>
          <a:bodyPr/>
          <a:lstStyle/>
          <a:p>
            <a:pPr>
              <a:defRPr/>
            </a:pPr>
            <a:r>
              <a:rPr lang="en-US" dirty="0"/>
              <a:t>The </a:t>
            </a:r>
            <a:r>
              <a:rPr lang="en-US" dirty="0" err="1"/>
              <a:t>TitanFuzz</a:t>
            </a:r>
            <a:r>
              <a:rPr lang="en-US" dirty="0"/>
              <a:t> Revolution &amp; Beyond</a:t>
            </a:r>
            <a:br>
              <a:rPr lang="en-US" dirty="0"/>
            </a:b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F79DCE35-B73D-CD62-0978-741700A3FC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F125FD-A6D7-307D-FE88-93657A71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ED97A-06A1-7F0C-A75A-269F12A8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7739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5D9009-66C8-751A-1E56-295BD48DEF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19EAFE12-AB65-36E8-7186-A376E407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397D7B7A-E0BD-CF51-D03D-E871A6212F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Safety-Critical Breakthroughs: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SAFLITE: Autonomous systems fuzzing -</a:t>
            </a:r>
            <a:r>
              <a:rPr lang="de-DE" sz="2200" dirty="0"/>
              <a:t> </a:t>
            </a:r>
            <a:r>
              <a:rPr lang="de-DE" sz="2200" b="1" dirty="0"/>
              <a:t>234.5% </a:t>
            </a:r>
            <a:r>
              <a:rPr lang="de-DE" sz="2200" b="1" dirty="0" err="1"/>
              <a:t>improvement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CAN Bus AI Fuzzing: Real-time automotive network security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ECG Embedded OS:</a:t>
            </a:r>
            <a:r>
              <a:rPr lang="de-DE" sz="2200" dirty="0"/>
              <a:t> </a:t>
            </a:r>
            <a:r>
              <a:rPr lang="de-DE" sz="2200" b="1" dirty="0"/>
              <a:t>32 </a:t>
            </a:r>
            <a:r>
              <a:rPr lang="de-DE" sz="2200" b="1" dirty="0" err="1"/>
              <a:t>new</a:t>
            </a:r>
            <a:r>
              <a:rPr lang="de-DE" sz="2200" b="1" dirty="0"/>
              <a:t> </a:t>
            </a:r>
            <a:r>
              <a:rPr lang="de-DE" sz="2200" b="1" dirty="0" err="1"/>
              <a:t>vulnerabilities</a:t>
            </a:r>
            <a:r>
              <a:rPr lang="de-DE" sz="2200" dirty="0"/>
              <a:t> </a:t>
            </a:r>
            <a:r>
              <a:rPr lang="en-US" sz="2200" dirty="0"/>
              <a:t>in embedded systems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 err="1"/>
              <a:t>KernelGPT</a:t>
            </a:r>
            <a:r>
              <a:rPr lang="en-US" sz="2200" dirty="0"/>
              <a:t>:</a:t>
            </a:r>
            <a:r>
              <a:rPr lang="de-DE" sz="2200" dirty="0"/>
              <a:t> </a:t>
            </a:r>
            <a:r>
              <a:rPr lang="de-DE" sz="2200" b="1" dirty="0"/>
              <a:t>24 </a:t>
            </a:r>
            <a:r>
              <a:rPr lang="de-DE" sz="2200" b="1" dirty="0" err="1"/>
              <a:t>unknown</a:t>
            </a:r>
            <a:r>
              <a:rPr lang="de-DE" sz="2200" b="1" dirty="0"/>
              <a:t> </a:t>
            </a:r>
            <a:r>
              <a:rPr lang="de-DE" sz="2200" b="1" dirty="0" err="1"/>
              <a:t>bugs</a:t>
            </a:r>
            <a:r>
              <a:rPr lang="en-US" sz="2200" dirty="0"/>
              <a:t>,</a:t>
            </a:r>
            <a:r>
              <a:rPr lang="de-DE" sz="2200" dirty="0"/>
              <a:t> </a:t>
            </a:r>
            <a:r>
              <a:rPr lang="de-DE" sz="2200" b="1" dirty="0"/>
              <a:t>11 CVE </a:t>
            </a:r>
            <a:r>
              <a:rPr lang="de-DE" sz="2200" b="1" dirty="0" err="1"/>
              <a:t>assignments</a:t>
            </a:r>
            <a:endParaRPr lang="en-US" sz="2200" dirty="0"/>
          </a:p>
          <a:p>
            <a:r>
              <a:rPr lang="en-US" sz="2200" b="1" dirty="0"/>
              <a:t>Automotive Applications: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Neural network validation for autonomous driving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ECU firmware testing with real-time constraints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Multi-ECU system integration testing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E5F45C03-9961-0922-E7B3-D40CF9FB582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 Automotive Domain Applications</a:t>
            </a:r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914F8CA7-7094-47D4-E124-D7C010C15A6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5F5661-EAAC-5050-704C-12F40ADB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59D2-74A9-1BF5-68AF-A22406CB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302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02706E-589B-1F08-8948-9F2CDCF3F1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33BCAEC7-47F1-FA35-F0AA-14C79038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DB09D278-AD92-3580-ADB6-FCFCC879F5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r>
              <a:rPr lang="en-US" sz="2200" b="1" dirty="0"/>
              <a:t>Major Findings: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AI-enhanced fuzzing consistently superior</a:t>
            </a:r>
            <a:r>
              <a:rPr lang="de-DE" sz="2200" dirty="0"/>
              <a:t> </a:t>
            </a:r>
            <a:r>
              <a:rPr lang="en-US" sz="2200" dirty="0"/>
              <a:t>to traditional methods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LLM-based approaches</a:t>
            </a:r>
            <a:r>
              <a:rPr lang="de-DE" sz="2200" dirty="0"/>
              <a:t> </a:t>
            </a:r>
            <a:r>
              <a:rPr lang="en-US" sz="2200" dirty="0"/>
              <a:t>represent paradigm shift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b="1" dirty="0"/>
              <a:t>Industrial adoption accelerating</a:t>
            </a:r>
            <a:r>
              <a:rPr lang="de-DE" sz="2200" dirty="0"/>
              <a:t> </a:t>
            </a:r>
            <a:r>
              <a:rPr lang="en-US" sz="2200" dirty="0"/>
              <a:t>with proven ROI</a:t>
            </a:r>
          </a:p>
          <a:p>
            <a:r>
              <a:rPr lang="en-US" sz="2200" b="1" dirty="0"/>
              <a:t>Future Research Priorities:</a:t>
            </a:r>
            <a:endParaRPr lang="en-US" sz="2200" dirty="0"/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Automotive-specific AI fuzzing frameworks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Integration with safety standards (ISO 26262, ISO 21434)</a:t>
            </a:r>
          </a:p>
          <a:p>
            <a:pPr marL="522900" lvl="1" indent="-342900" rtl="0" fontAlgn="ctr">
              <a:buFont typeface="Arial" panose="020B0604020202020204" pitchFamily="34" charset="0"/>
              <a:buChar char="•"/>
            </a:pPr>
            <a:r>
              <a:rPr lang="en-US" sz="2200" dirty="0"/>
              <a:t>Real-time aware fuzzing techniques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A5C87B83-BFF8-F376-2F20-427AEABDB42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A293F293-3368-1EEE-7D9A-1329FE27AB4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C92A39-5F79-D3A5-C897-F8659D33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344C22-1527-3DA5-6683-85B9DA53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565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F081555-FABC-38FE-9710-FFBEAC1E91A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4E2A88B4-C289-EB8E-0AB6-3AB5C2FCAB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235098"/>
            <a:ext cx="11157743" cy="387798"/>
          </a:xfrm>
        </p:spPr>
        <p:txBody>
          <a:bodyPr/>
          <a:lstStyle/>
          <a:p>
            <a:r>
              <a:rPr lang="en-US" dirty="0"/>
              <a:t>Overview</a:t>
            </a: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95CDE455-4574-B9F0-A1E8-D06B2146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B27AB5-F95A-9D73-3241-7F472BD0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07BB2-E9CB-180D-22D3-662D8C78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96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F3CC7-9240-86C1-3978-7E170557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1D3DF-13A0-9E21-7BC9-15B450C2C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BAAD52-1D8B-9E08-EC4C-B3A0A5A2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4C12D5-A4CB-EE43-D0D9-C55FA591801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8" name="Content Placeholder 15">
            <a:extLst>
              <a:ext uri="{FF2B5EF4-FFF2-40B4-BE49-F238E27FC236}">
                <a16:creationId xmlns:a16="http://schemas.microsoft.com/office/drawing/2014/main" id="{DD7E2BEE-B5EC-F7C1-CE2A-6B62EF4B0537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1169137716"/>
              </p:ext>
            </p:extLst>
          </p:nvPr>
        </p:nvGraphicFramePr>
        <p:xfrm>
          <a:off x="336550" y="1650736"/>
          <a:ext cx="11518900" cy="390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E7D1F-2281-02B0-0C0F-D9309ACB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10D2E-0973-5030-5FCA-200FEE08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69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10DD8CB-A3F0-49CA-928C-6E0E0742D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C10DD8CB-A3F0-49CA-928C-6E0E0742D8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64BF05-B52B-43E5-8FC1-DB28672790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E064BF05-B52B-43E5-8FC1-DB28672790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6DEEDF3-8E93-4FE9-8949-12AC4A7C6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B6DEEDF3-8E93-4FE9-8949-12AC4A7C65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58C9B2C-B5BF-4B6C-8F9F-54681B42E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C58C9B2C-B5BF-4B6C-8F9F-54681B42EE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EE1703-9782-4962-909B-DC37CA99CE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6BEE1703-9782-4962-909B-DC37CA99CE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78D792-C287-4DC7-B463-86A19DAD3E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dgm id="{6B78D792-C287-4DC7-B463-86A19DAD3E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470518-6134-477D-92DE-CF1DFE14D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ED470518-6134-477D-92DE-CF1DFE14D9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45DE0BE-41A3-41A0-9BF6-CE1EC0ACFC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>
                                            <p:graphicEl>
                                              <a:dgm id="{D45DE0BE-41A3-41A0-9BF6-CE1EC0ACFC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0068A07-AAE5-4DB2-A24C-16F76B7BE0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E0068A07-AAE5-4DB2-A24C-16F76B7BE0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5F55175-7A8A-4F99-B240-792025252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8">
                                            <p:graphicEl>
                                              <a:dgm id="{E5F55175-7A8A-4F99-B240-7920252523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71EA13A-DDD5-4C8A-A537-185441043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dgm id="{E71EA13A-DDD5-4C8A-A537-1854410439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D1E9E-C0E0-339B-8BD2-1308E755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A987C-CB39-09E0-E525-83DA17AB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3DB5D-05FF-1101-3992-D88A185D6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D05781-5BCA-A784-8946-2FE96D5E8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664797"/>
          </a:xfrm>
        </p:spPr>
        <p:txBody>
          <a:bodyPr/>
          <a:lstStyle/>
          <a:p>
            <a:r>
              <a:rPr lang="en-US" dirty="0"/>
              <a:t>LLM Fuzzing 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582147-303A-BF65-186D-6A67FFFA013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2B38A-537A-548F-66E1-A46C558F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E9E688-04ED-2EC7-C137-2DCB05E4D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57" y="1652290"/>
            <a:ext cx="10483486" cy="451811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39017-EC85-7436-1928-79CC2F1E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F106FB-D417-8659-2BA1-B7C6DEF3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502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79CBB5A-32AB-084A-E31C-E7667D6EA2B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097642" name="Datumsplatzhalter 2">
            <a:extLst>
              <a:ext uri="{FF2B5EF4-FFF2-40B4-BE49-F238E27FC236}">
                <a16:creationId xmlns:a16="http://schemas.microsoft.com/office/drawing/2014/main" id="{F1B973B7-5828-656C-3D7A-3FA00854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029675515" name="Textplatzhalter 6">
            <a:extLst>
              <a:ext uri="{FF2B5EF4-FFF2-40B4-BE49-F238E27FC236}">
                <a16:creationId xmlns:a16="http://schemas.microsoft.com/office/drawing/2014/main" id="{7C31302E-680C-C84D-5470-1B754ABA0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sz="2200" b="1" dirty="0"/>
              <a:t>Tools used: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Visual Studio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CiFuzz</a:t>
            </a:r>
            <a:r>
              <a:rPr lang="en-US" sz="2200" dirty="0"/>
              <a:t> (exe or docker image)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Cmake</a:t>
            </a:r>
            <a:r>
              <a:rPr lang="en-US" sz="2200" dirty="0"/>
              <a:t> Build systems and </a:t>
            </a:r>
            <a:r>
              <a:rPr lang="en-US" sz="2200" dirty="0" err="1"/>
              <a:t>libfuzzer</a:t>
            </a:r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Azure Open AI endpoint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Github</a:t>
            </a:r>
            <a:r>
              <a:rPr lang="en-US" sz="2200" dirty="0"/>
              <a:t> Actions (CI/CD) and Jenkins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/>
              <a:t>Jfrog</a:t>
            </a:r>
            <a:r>
              <a:rPr lang="en-US" sz="2200" dirty="0"/>
              <a:t> and Artifactory (docker images)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1298992970" name="Titel 5">
            <a:extLst>
              <a:ext uri="{FF2B5EF4-FFF2-40B4-BE49-F238E27FC236}">
                <a16:creationId xmlns:a16="http://schemas.microsoft.com/office/drawing/2014/main" id="{6973A6E2-6D17-EA27-81CF-D2EFBAB603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664797"/>
          </a:xfrm>
        </p:spPr>
        <p:txBody>
          <a:bodyPr/>
          <a:lstStyle/>
          <a:p>
            <a:pPr>
              <a:defRPr/>
            </a:pPr>
            <a:r>
              <a:rPr lang="en-US" dirty="0"/>
              <a:t>Tools</a:t>
            </a:r>
            <a:br>
              <a:rPr lang="en-US" dirty="0"/>
            </a:br>
            <a:endParaRPr dirty="0"/>
          </a:p>
        </p:txBody>
      </p:sp>
      <p:sp>
        <p:nvSpPr>
          <p:cNvPr id="2015335695" name="Textplatzhalter 7">
            <a:extLst>
              <a:ext uri="{FF2B5EF4-FFF2-40B4-BE49-F238E27FC236}">
                <a16:creationId xmlns:a16="http://schemas.microsoft.com/office/drawing/2014/main" id="{AA8D965C-4E90-4B66-8A1B-D622E124C4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C7239-C758-D719-5DA3-375655883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320102"/>
            <a:ext cx="6596743" cy="480933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E6151-5C49-5494-AFFB-1168CD67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A4619-968F-21CA-548F-AE7928F1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007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1FD61-D506-552F-4725-108AFB98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A9E27-7A5C-E3C4-67E5-6A3F63883B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C01313-6896-75A4-9D2C-49F992E7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Fuzzing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F7C0F4-F42B-7745-2978-2D46AF2BA3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 descr="Detailed automotive AI fuzzing in GitHub CI/CD workflow">
            <a:extLst>
              <a:ext uri="{FF2B5EF4-FFF2-40B4-BE49-F238E27FC236}">
                <a16:creationId xmlns:a16="http://schemas.microsoft.com/office/drawing/2014/main" id="{9D738CAB-F4D8-1A17-DAAC-6EF4571B2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1631156"/>
            <a:ext cx="11157745" cy="456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5637F-6B98-33C6-40A1-A593255D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0B43F-E149-950E-3C1C-007669CC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020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D709F70-DDF6-EEF1-9348-D6E1E64A2B6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EBFB4302-A765-BB48-E7FD-3D411718D9D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3235098"/>
            <a:ext cx="11157743" cy="387798"/>
          </a:xfrm>
        </p:spPr>
        <p:txBody>
          <a:bodyPr/>
          <a:lstStyle/>
          <a:p>
            <a:r>
              <a:rPr lang="en-US" dirty="0"/>
              <a:t>Method</a:t>
            </a: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3132E5AC-51FA-3D36-6F60-F78EE693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1DDABB-AF92-69D6-86CA-AB5E5F1F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4AE206-1C2A-92C6-9FBC-CFC83E0B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6225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AE3C-C3B1-7BED-1E03-F53F8BCA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9C80-D11F-9F08-01F7-E0F699C4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non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9/26/25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885B-1D13-F338-2BE2-B90637B4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/>
          </a:bodyPr>
          <a:lstStyle/>
          <a:p>
            <a:r>
              <a:rPr lang="en-US" sz="200"/>
              <a:t>Master Thesis: AI Usage in CI/CD/CT Pipelines for Compute Platforms in Automotives</a:t>
            </a:r>
          </a:p>
          <a:p>
            <a:r>
              <a:rPr lang="en-US" sz="200"/>
              <a:t>
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1A6C6FEB-2055-1C74-3358-D550CB36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A672BC3-475D-4374-8EEC-4CFA9934D311}" type="slidenum">
              <a:rPr lang="en-US" sz="200" smtClean="0"/>
              <a:pPr>
                <a:lnSpc>
                  <a:spcPct val="90000"/>
                </a:lnSpc>
                <a:spcAft>
                  <a:spcPts val="600"/>
                </a:spcAft>
              </a:pPr>
              <a:t>32</a:t>
            </a:fld>
            <a:endParaRPr lang="en-US" sz="2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31CFF9-A9B8-39EA-F583-6B21BAD480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9C70CD2-0E05-ECDC-4A6D-2DABF2C0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996E1-9DB4-B048-E3BB-9456250AEB5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9FB2840-85CA-7E38-9DED-E86E3DFB61D0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673414275"/>
              </p:ext>
            </p:extLst>
          </p:nvPr>
        </p:nvGraphicFramePr>
        <p:xfrm>
          <a:off x="0" y="1649413"/>
          <a:ext cx="11518900" cy="390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555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D1DE-1684-A069-A0B0-940372A64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BCB1-BB94-4D47-3CA9-8DA8A506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9787" y="6634666"/>
            <a:ext cx="617156" cy="123111"/>
          </a:xfrm>
        </p:spPr>
        <p:txBody>
          <a:bodyPr wrap="non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9/26/25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715A5DF-A8BB-0856-E914-D17C8C40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Local LLMs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3110E7E-70C8-4AD5-1E01-94E6C04D7A5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5039-D1C8-863E-7B88-F9569405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 fontScale="40000" lnSpcReduction="20000"/>
          </a:bodyPr>
          <a:lstStyle/>
          <a:p>
            <a:r>
              <a:rPr lang="en-US"/>
              <a:t>Master Thesis: AI Usage in CI/CD/CT Pipelines for Compute Platforms in Automotives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551D03A1-8AD7-27D5-A70E-6FA8333F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A672BC3-475D-4374-8EEC-4CFA9934D311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BEC7DA7B-0092-0033-145A-00A0F810D20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41265094"/>
              </p:ext>
            </p:extLst>
          </p:nvPr>
        </p:nvGraphicFramePr>
        <p:xfrm>
          <a:off x="518317" y="1631156"/>
          <a:ext cx="11155366" cy="456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3862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C22C79-FB77-46F4-0402-65118308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B442F-8C35-7C83-0D30-A01E014B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9/26/25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D3D0-AFC9-5055-6578-18E447269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Thesis: AI Usage in CI/CD/CT Pipelines for Compute Platforms in Automotives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3FEBD-0680-5302-FADF-B4878C57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A4A2BB-5C92-46BE-FF3B-5536D20C16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Small (&lt;15B parameters)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phi4:14b (14B)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llama3:latest (8B)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qwen2.5-coder:1.5b (1.54B)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qwen2.5-coder:7b (7B)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qwen2.5-coder:14b (14B)        </a:t>
            </a:r>
          </a:p>
          <a:p>
            <a:r>
              <a:rPr lang="en-US" b="1" dirty="0"/>
              <a:t>Medium (15–25B parameters)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magistral:24b (24B)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 err="1"/>
              <a:t>devstral:latest</a:t>
            </a:r>
            <a:r>
              <a:rPr lang="en-US" dirty="0"/>
              <a:t> (24B)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dirty="0"/>
              <a:t>starcoder2:15b (15B)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D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81091-36AC-02E8-EBC2-82949F10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CB9EC0-DC6A-A94D-310F-BEE924666CE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99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043531-0EA6-10FA-647C-56DA08CD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04C5D-5466-B1CC-AED2-0555B068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9/26/25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B073F-2F97-ADBF-043A-2621BBE4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 Thesis: AI Usage in CI/CD/CT Pipelines for Compute Platforms in Automotives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168E3-48FC-D2D3-F2E7-ED24CFEE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2BC3-475D-4374-8EEC-4CFA9934D31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CE4A09-0BE3-C35A-7782-CFF48EF48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Large (25-35B parameters)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gemma3:27b (27.4B)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qwen3:32b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deepseek-r1:32b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qwen2.5-coder:32b (32.8B)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deepseek-coder:33b (33B)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wizardcoder:33b (33B)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codellama:34b-instruct (34B)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yi:34b (34B)</a:t>
            </a:r>
          </a:p>
          <a:p>
            <a:r>
              <a:rPr lang="en-US" b="1" dirty="0"/>
              <a:t>Extra Large (&gt; 40B parameters)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mixtral:latest</a:t>
            </a:r>
            <a:r>
              <a:rPr lang="en-US" dirty="0"/>
              <a:t> (46.7B)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90543-1382-ED39-5521-960AE17E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4F660-DF00-1CC8-99FB-A047A65546D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00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0E3D4-6734-E145-1F41-A528A0D8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9C2BC-9661-9F7E-D413-E7122D7C5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4355D7-0B6C-822F-4910-2BA525C5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E0CB63-F83B-6B58-665E-3094A7F2B5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11">
            <a:extLst>
              <a:ext uri="{FF2B5EF4-FFF2-40B4-BE49-F238E27FC236}">
                <a16:creationId xmlns:a16="http://schemas.microsoft.com/office/drawing/2014/main" id="{B21765E1-8DFB-BD5F-ABAF-5526482A5F3C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1462759572"/>
              </p:ext>
            </p:extLst>
          </p:nvPr>
        </p:nvGraphicFramePr>
        <p:xfrm>
          <a:off x="336550" y="1651000"/>
          <a:ext cx="11518900" cy="3900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F198A-8E55-C1FB-C38F-1878BC83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0515D-A8DF-D170-E074-63524107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25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26965-2F80-2815-D680-2421E4C4E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C99B3-D8A8-497D-B535-F369B836BB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64E1F4-036F-AA86-0DEA-17EB7B03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997196"/>
          </a:xfrm>
        </p:spPr>
        <p:txBody>
          <a:bodyPr/>
          <a:lstStyle/>
          <a:p>
            <a:r>
              <a:rPr lang="en-US" dirty="0"/>
              <a:t>Evaluation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07A28E-FFF1-B553-5829-19F011CE3DF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Metrics</a:t>
            </a:r>
          </a:p>
        </p:txBody>
      </p:sp>
      <p:pic>
        <p:nvPicPr>
          <p:cNvPr id="3076" name="Picture 4" descr="Key metrics infographic">
            <a:extLst>
              <a:ext uri="{FF2B5EF4-FFF2-40B4-BE49-F238E27FC236}">
                <a16:creationId xmlns:a16="http://schemas.microsoft.com/office/drawing/2014/main" id="{51DEBBE4-3684-87D6-4FE7-453E0C999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55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D25FB-2C72-FF39-304B-6266012E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004A2-6637-9EA8-FC53-32D8226C2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680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D1DDE9-480F-67A7-F882-C4CAEC49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0F2A2-1D58-26C0-5196-76C89465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9D75D-90D6-41C2-F08D-78DCEFB5CE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b="1" dirty="0" err="1"/>
              <a:t>LoRA</a:t>
            </a:r>
            <a:r>
              <a:rPr lang="en-US" sz="2400" dirty="0"/>
              <a:t> </a:t>
            </a:r>
            <a:r>
              <a:rPr lang="de-DE" sz="2400" dirty="0"/>
              <a:t>(Low-Rank Adaptation)</a:t>
            </a:r>
            <a:r>
              <a:rPr lang="en-US" sz="24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LoRA</a:t>
            </a:r>
            <a:r>
              <a:rPr lang="en-US" sz="2400" dirty="0"/>
              <a:t> rank (r): 16 – controls adaptation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LoRA</a:t>
            </a:r>
            <a:r>
              <a:rPr lang="en-US" sz="2400" dirty="0"/>
              <a:t> alpha: 32 – scaling for adaptation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Dropout: 0.1 – prevents overfitting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Target modules: </a:t>
            </a:r>
            <a:r>
              <a:rPr lang="en-US" sz="2400" dirty="0" err="1"/>
              <a:t>q_proj</a:t>
            </a:r>
            <a:r>
              <a:rPr lang="en-US" sz="2400" dirty="0"/>
              <a:t>, </a:t>
            </a:r>
            <a:r>
              <a:rPr lang="en-US" sz="2400" dirty="0" err="1"/>
              <a:t>v_proj</a:t>
            </a:r>
            <a:r>
              <a:rPr lang="en-US" sz="2400" dirty="0"/>
              <a:t>, etc. – efficient fine-tuning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Device: auto – runs on best available hardware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Dtype</a:t>
            </a:r>
            <a:r>
              <a:rPr lang="en-US" sz="2400" dirty="0"/>
              <a:t>: float16 – faster, less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 Efficient model loading and saving (</a:t>
            </a:r>
            <a:r>
              <a:rPr lang="en-US" sz="2400" dirty="0" err="1"/>
              <a:t>safetensors</a:t>
            </a:r>
            <a:r>
              <a:rPr lang="en-US" sz="2400" dirty="0"/>
              <a:t>)</a:t>
            </a:r>
          </a:p>
          <a:p>
            <a:endParaRPr lang="de-DE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53FA9C-9E10-F7CE-1E01-EE6B1D10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Training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F7FCFC-D27C-FE0C-DB79-446735281D1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97024-0C33-C6FA-7599-7F6F883D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163F7-A5D3-3974-7F98-F22C300C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580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22261-F1AB-0F12-6EB8-D96D4753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9918F-2E1E-EEBE-ABBB-47A2C7512B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3626351" y="6089011"/>
            <a:ext cx="1147483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38F6FA-2A74-AAAD-E81B-1E7AAABD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632681-8A66-A15B-693D-A70F45990F5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0" name="Picture 4" descr="Horizontal layout of LoRA for LLM Fine-Tuning">
            <a:extLst>
              <a:ext uri="{FF2B5EF4-FFF2-40B4-BE49-F238E27FC236}">
                <a16:creationId xmlns:a16="http://schemas.microsoft.com/office/drawing/2014/main" id="{4D859887-94AC-018B-1CCE-3E91EE12C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1" y="1655149"/>
            <a:ext cx="10287000" cy="467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A992B-616C-5172-9E83-1649A776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2F956-1B92-D141-9284-438EA907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385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3EC8B2-B489-60E6-A93A-E03CE0BB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83B53-B923-2E96-0609-AB079902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E1302-ABF3-C866-DBC2-16C4D8ADE1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400" dirty="0"/>
              <a:t>{"prompt": "Generate a </a:t>
            </a:r>
            <a:r>
              <a:rPr lang="de-DE" sz="2400" dirty="0" err="1"/>
              <a:t>comprehensive</a:t>
            </a:r>
            <a:r>
              <a:rPr lang="de-DE" sz="2400" dirty="0"/>
              <a:t> </a:t>
            </a:r>
            <a:r>
              <a:rPr lang="de-DE" sz="2400" dirty="0" err="1"/>
              <a:t>parser</a:t>
            </a:r>
            <a:r>
              <a:rPr lang="de-DE" sz="2400" dirty="0"/>
              <a:t> </a:t>
            </a:r>
            <a:r>
              <a:rPr lang="de-DE" sz="2400" dirty="0" err="1"/>
              <a:t>fuzzer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structured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\</a:t>
            </a:r>
            <a:r>
              <a:rPr lang="de-DE" sz="2400" dirty="0" err="1"/>
              <a:t>nRequirements</a:t>
            </a:r>
            <a:r>
              <a:rPr lang="de-DE" sz="2400" dirty="0"/>
              <a:t>:\</a:t>
            </a:r>
            <a:r>
              <a:rPr lang="de-DE" sz="2400" dirty="0" err="1"/>
              <a:t>n</a:t>
            </a:r>
            <a:r>
              <a:rPr lang="de-DE" sz="2400" dirty="0"/>
              <a:t>- </a:t>
            </a:r>
            <a:r>
              <a:rPr lang="de-DE" sz="2400" dirty="0" err="1"/>
              <a:t>Maximize</a:t>
            </a:r>
            <a:r>
              <a:rPr lang="de-DE" sz="2400" dirty="0"/>
              <a:t> code </a:t>
            </a:r>
            <a:r>
              <a:rPr lang="de-DE" sz="2400" dirty="0" err="1"/>
              <a:t>coverage</a:t>
            </a:r>
            <a:r>
              <a:rPr lang="de-DE" sz="2400" dirty="0"/>
              <a:t> and </a:t>
            </a:r>
            <a:r>
              <a:rPr lang="de-DE" sz="2400" dirty="0" err="1"/>
              <a:t>edge</a:t>
            </a:r>
            <a:r>
              <a:rPr lang="de-DE" sz="2400" dirty="0"/>
              <a:t> </a:t>
            </a:r>
            <a:r>
              <a:rPr lang="de-DE" sz="2400" dirty="0" err="1"/>
              <a:t>case</a:t>
            </a:r>
            <a:r>
              <a:rPr lang="de-DE" sz="2400" dirty="0"/>
              <a:t> </a:t>
            </a:r>
            <a:r>
              <a:rPr lang="de-DE" sz="2400" dirty="0" err="1"/>
              <a:t>detection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- Generate intelligent, </a:t>
            </a:r>
            <a:r>
              <a:rPr lang="de-DE" sz="2400" dirty="0" err="1"/>
              <a:t>targeted</a:t>
            </a:r>
            <a:r>
              <a:rPr lang="de-DE" sz="2400" dirty="0"/>
              <a:t> </a:t>
            </a:r>
            <a:r>
              <a:rPr lang="de-DE" sz="2400" dirty="0" err="1"/>
              <a:t>inputs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- </a:t>
            </a:r>
            <a:r>
              <a:rPr lang="de-DE" sz="2400" dirty="0" err="1"/>
              <a:t>Optimize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vulnerability</a:t>
            </a:r>
            <a:r>
              <a:rPr lang="de-DE" sz="2400" dirty="0"/>
              <a:t> </a:t>
            </a:r>
            <a:r>
              <a:rPr lang="de-DE" sz="2400" dirty="0" err="1"/>
              <a:t>discovery</a:t>
            </a:r>
            <a:r>
              <a:rPr lang="de-DE" sz="2400" dirty="0"/>
              <a:t> </a:t>
            </a:r>
            <a:r>
              <a:rPr lang="de-DE" sz="2400" dirty="0" err="1"/>
              <a:t>speed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- Include </a:t>
            </a:r>
            <a:r>
              <a:rPr lang="de-DE" sz="2400" dirty="0" err="1"/>
              <a:t>comprehensive</a:t>
            </a:r>
            <a:r>
              <a:rPr lang="de-DE" sz="2400" dirty="0"/>
              <a:t> </a:t>
            </a:r>
            <a:r>
              <a:rPr lang="de-DE" sz="2400" dirty="0" err="1"/>
              <a:t>error</a:t>
            </a:r>
            <a:r>
              <a:rPr lang="de-DE" sz="2400" dirty="0"/>
              <a:t> </a:t>
            </a:r>
            <a:r>
              <a:rPr lang="de-DE" sz="2400" dirty="0" err="1"/>
              <a:t>handling</a:t>
            </a:r>
            <a:r>
              <a:rPr lang="de-DE" sz="2400" dirty="0"/>
              <a:t>„</a:t>
            </a:r>
          </a:p>
          <a:p>
            <a:endParaRPr lang="de-DE" sz="2400" dirty="0"/>
          </a:p>
          <a:p>
            <a:endParaRPr lang="de-DE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443BCB-E0EF-C7F0-366A-495664E6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BB0378-7BCD-9CC8-D7B3-02FA0C90A3B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prompt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A77C0-BF5B-FB7E-CF6A-595F1D8C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E318B-E3B4-BD33-A74F-D6711600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5570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A98044-3D09-57DA-7DD2-88746ACD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37981-2FE8-E167-16A7-5C8A6F38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C3C2A-FE58-96AB-72B2-67583DE9E0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sz="2400" dirty="0"/>
              <a:t>"</a:t>
            </a:r>
            <a:r>
              <a:rPr lang="de-DE" sz="2400" dirty="0" err="1"/>
              <a:t>completion</a:t>
            </a:r>
            <a:r>
              <a:rPr lang="de-DE" sz="2400" dirty="0"/>
              <a:t>": </a:t>
            </a:r>
          </a:p>
          <a:p>
            <a:r>
              <a:rPr lang="de-DE" sz="2400" dirty="0"/>
              <a:t>"</a:t>
            </a:r>
            <a:r>
              <a:rPr lang="de-DE" sz="2400" dirty="0" err="1"/>
              <a:t>void</a:t>
            </a:r>
            <a:r>
              <a:rPr lang="de-DE" sz="2400" dirty="0"/>
              <a:t> </a:t>
            </a:r>
            <a:r>
              <a:rPr lang="de-DE" sz="2400" dirty="0" err="1"/>
              <a:t>train_timing_attack</a:t>
            </a:r>
            <a:r>
              <a:rPr lang="de-DE" sz="2400" dirty="0"/>
              <a:t>(</a:t>
            </a:r>
            <a:r>
              <a:rPr lang="de-DE" sz="2400" dirty="0" err="1"/>
              <a:t>const</a:t>
            </a:r>
            <a:r>
              <a:rPr lang="de-DE" sz="2400" dirty="0"/>
              <a:t> uint8_t* </a:t>
            </a:r>
            <a:r>
              <a:rPr lang="de-DE" sz="2400" dirty="0" err="1"/>
              <a:t>data</a:t>
            </a:r>
            <a:r>
              <a:rPr lang="de-DE" sz="2400" dirty="0"/>
              <a:t>, </a:t>
            </a:r>
            <a:r>
              <a:rPr lang="de-DE" sz="2400" dirty="0" err="1"/>
              <a:t>size_t</a:t>
            </a:r>
            <a:r>
              <a:rPr lang="de-DE" sz="2400" dirty="0"/>
              <a:t> </a:t>
            </a:r>
            <a:r>
              <a:rPr lang="de-DE" sz="2400" dirty="0" err="1"/>
              <a:t>size</a:t>
            </a:r>
            <a:r>
              <a:rPr lang="de-DE" sz="2400" dirty="0"/>
              <a:t>) {\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if</a:t>
            </a:r>
            <a:r>
              <a:rPr lang="de-DE" sz="2400" dirty="0"/>
              <a:t> (</a:t>
            </a:r>
            <a:r>
              <a:rPr lang="de-DE" sz="2400" dirty="0" err="1"/>
              <a:t>size</a:t>
            </a:r>
            <a:r>
              <a:rPr lang="de-DE" sz="2400" dirty="0"/>
              <a:t> &lt; 20) </a:t>
            </a:r>
            <a:r>
              <a:rPr lang="de-DE" sz="2400" dirty="0" err="1"/>
              <a:t>return</a:t>
            </a:r>
            <a:r>
              <a:rPr lang="de-DE" sz="2400" dirty="0"/>
              <a:t>;\</a:t>
            </a:r>
            <a:r>
              <a:rPr lang="de-DE" sz="2400" dirty="0" err="1"/>
              <a:t>n</a:t>
            </a:r>
            <a:r>
              <a:rPr lang="de-DE" sz="2400" dirty="0"/>
              <a:t>    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const</a:t>
            </a:r>
            <a:r>
              <a:rPr lang="de-DE" sz="2400" dirty="0"/>
              <a:t> </a:t>
            </a:r>
            <a:r>
              <a:rPr lang="de-DE" sz="2400" dirty="0" err="1"/>
              <a:t>char</a:t>
            </a:r>
            <a:r>
              <a:rPr lang="de-DE" sz="2400" dirty="0"/>
              <a:t>* </a:t>
            </a:r>
            <a:r>
              <a:rPr lang="de-DE" sz="2400" dirty="0" err="1"/>
              <a:t>secret</a:t>
            </a:r>
            <a:r>
              <a:rPr lang="de-DE" sz="2400" dirty="0"/>
              <a:t> = \"supersecretpassword123\";\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std</a:t>
            </a:r>
            <a:r>
              <a:rPr lang="de-DE" sz="2400" dirty="0"/>
              <a:t>::</a:t>
            </a:r>
            <a:r>
              <a:rPr lang="de-DE" sz="2400" dirty="0" err="1"/>
              <a:t>string</a:t>
            </a:r>
            <a:r>
              <a:rPr lang="de-DE" sz="2400" dirty="0"/>
              <a:t> </a:t>
            </a:r>
            <a:r>
              <a:rPr lang="de-DE" sz="2400" dirty="0" err="1"/>
              <a:t>user_input</a:t>
            </a:r>
            <a:r>
              <a:rPr lang="de-DE" sz="2400" dirty="0"/>
              <a:t>(</a:t>
            </a:r>
            <a:r>
              <a:rPr lang="de-DE" sz="2400" dirty="0" err="1"/>
              <a:t>reinterpret_cast</a:t>
            </a:r>
            <a:r>
              <a:rPr lang="de-DE" sz="2400" dirty="0"/>
              <a:t>&lt;</a:t>
            </a:r>
            <a:r>
              <a:rPr lang="de-DE" sz="2400" dirty="0" err="1"/>
              <a:t>const</a:t>
            </a:r>
            <a:r>
              <a:rPr lang="de-DE" sz="2400" dirty="0"/>
              <a:t> </a:t>
            </a:r>
            <a:r>
              <a:rPr lang="de-DE" sz="2400" dirty="0" err="1"/>
              <a:t>char</a:t>
            </a:r>
            <a:r>
              <a:rPr lang="de-DE" sz="2400" dirty="0"/>
              <a:t>*&gt;(</a:t>
            </a:r>
            <a:r>
              <a:rPr lang="de-DE" sz="2400" dirty="0" err="1"/>
              <a:t>data</a:t>
            </a:r>
            <a:r>
              <a:rPr lang="de-DE" sz="2400" dirty="0"/>
              <a:t>), \</a:t>
            </a:r>
            <a:r>
              <a:rPr lang="de-DE" sz="2400" dirty="0" err="1"/>
              <a:t>n</a:t>
            </a:r>
            <a:r>
              <a:rPr lang="de-DE" sz="2400" dirty="0"/>
              <a:t>                          </a:t>
            </a:r>
            <a:r>
              <a:rPr lang="de-DE" sz="2400" dirty="0" err="1"/>
              <a:t>std</a:t>
            </a:r>
            <a:r>
              <a:rPr lang="de-DE" sz="2400" dirty="0"/>
              <a:t>::min(</a:t>
            </a:r>
            <a:r>
              <a:rPr lang="de-DE" sz="2400" dirty="0" err="1"/>
              <a:t>size</a:t>
            </a:r>
            <a:r>
              <a:rPr lang="de-DE" sz="2400" dirty="0"/>
              <a:t>, </a:t>
            </a:r>
            <a:r>
              <a:rPr lang="de-DE" sz="2400" dirty="0" err="1"/>
              <a:t>strlen</a:t>
            </a:r>
            <a:r>
              <a:rPr lang="de-DE" sz="2400" dirty="0"/>
              <a:t>(</a:t>
            </a:r>
            <a:r>
              <a:rPr lang="de-DE" sz="2400" dirty="0" err="1"/>
              <a:t>secret</a:t>
            </a:r>
            <a:r>
              <a:rPr lang="de-DE" sz="2400" dirty="0"/>
              <a:t>)));\</a:t>
            </a:r>
            <a:r>
              <a:rPr lang="de-DE" sz="2400" dirty="0" err="1"/>
              <a:t>n</a:t>
            </a:r>
            <a:r>
              <a:rPr lang="de-DE" sz="2400" dirty="0"/>
              <a:t>    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auto</a:t>
            </a:r>
            <a:r>
              <a:rPr lang="de-DE" sz="2400" dirty="0"/>
              <a:t> </a:t>
            </a:r>
            <a:r>
              <a:rPr lang="de-DE" sz="2400" dirty="0" err="1"/>
              <a:t>start</a:t>
            </a:r>
            <a:r>
              <a:rPr lang="de-DE" sz="2400" dirty="0"/>
              <a:t> = </a:t>
            </a:r>
            <a:r>
              <a:rPr lang="de-DE" sz="2400" dirty="0" err="1"/>
              <a:t>std</a:t>
            </a:r>
            <a:r>
              <a:rPr lang="de-DE" sz="2400" dirty="0"/>
              <a:t>::</a:t>
            </a:r>
            <a:r>
              <a:rPr lang="de-DE" sz="2400" dirty="0" err="1"/>
              <a:t>chrono</a:t>
            </a:r>
            <a:r>
              <a:rPr lang="de-DE" sz="2400" dirty="0"/>
              <a:t>::</a:t>
            </a:r>
            <a:r>
              <a:rPr lang="de-DE" sz="2400" dirty="0" err="1"/>
              <a:t>high_resolution_clock</a:t>
            </a:r>
            <a:r>
              <a:rPr lang="de-DE" sz="2400" dirty="0"/>
              <a:t>::</a:t>
            </a:r>
            <a:r>
              <a:rPr lang="de-DE" sz="2400" dirty="0" err="1"/>
              <a:t>now</a:t>
            </a:r>
            <a:r>
              <a:rPr lang="de-DE" sz="2400" dirty="0"/>
              <a:t>();\</a:t>
            </a:r>
            <a:r>
              <a:rPr lang="de-DE" sz="2400" dirty="0" err="1"/>
              <a:t>n</a:t>
            </a:r>
            <a:r>
              <a:rPr lang="de-DE" sz="2400" dirty="0"/>
              <a:t>    \</a:t>
            </a:r>
            <a:r>
              <a:rPr lang="de-DE" sz="2400" dirty="0" err="1"/>
              <a:t>n</a:t>
            </a:r>
            <a:r>
              <a:rPr lang="de-DE" sz="2400" dirty="0"/>
              <a:t>    // VULNERABLE: Early </a:t>
            </a:r>
            <a:r>
              <a:rPr lang="de-DE" sz="2400" dirty="0" err="1"/>
              <a:t>return</a:t>
            </a:r>
            <a:r>
              <a:rPr lang="de-DE" sz="2400" dirty="0"/>
              <a:t> </a:t>
            </a:r>
            <a:r>
              <a:rPr lang="de-DE" sz="2400" dirty="0" err="1"/>
              <a:t>creates</a:t>
            </a:r>
            <a:r>
              <a:rPr lang="de-DE" sz="2400" dirty="0"/>
              <a:t> </a:t>
            </a:r>
            <a:r>
              <a:rPr lang="de-DE" sz="2400" dirty="0" err="1"/>
              <a:t>timing</a:t>
            </a:r>
            <a:r>
              <a:rPr lang="de-DE" sz="2400" dirty="0"/>
              <a:t> </a:t>
            </a:r>
            <a:r>
              <a:rPr lang="de-DE" sz="2400" dirty="0" err="1"/>
              <a:t>difference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bool</a:t>
            </a:r>
            <a:r>
              <a:rPr lang="de-DE" sz="2400" dirty="0"/>
              <a:t> </a:t>
            </a:r>
            <a:r>
              <a:rPr lang="de-DE" sz="2400" dirty="0" err="1"/>
              <a:t>matches</a:t>
            </a:r>
            <a:r>
              <a:rPr lang="de-DE" sz="2400" dirty="0"/>
              <a:t> = </a:t>
            </a:r>
            <a:r>
              <a:rPr lang="de-DE" sz="2400" dirty="0" err="1"/>
              <a:t>true</a:t>
            </a:r>
            <a:r>
              <a:rPr lang="de-DE" sz="2400" dirty="0"/>
              <a:t>;\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for</a:t>
            </a:r>
            <a:r>
              <a:rPr lang="de-DE" sz="2400" dirty="0"/>
              <a:t> (</a:t>
            </a:r>
            <a:r>
              <a:rPr lang="de-DE" sz="2400" dirty="0" err="1"/>
              <a:t>size_t</a:t>
            </a:r>
            <a:r>
              <a:rPr lang="de-DE" sz="2400" dirty="0"/>
              <a:t> i = 0; i &lt; </a:t>
            </a:r>
            <a:r>
              <a:rPr lang="de-DE" sz="2400" dirty="0" err="1"/>
              <a:t>strlen</a:t>
            </a:r>
            <a:r>
              <a:rPr lang="de-DE" sz="2400" dirty="0"/>
              <a:t>(</a:t>
            </a:r>
            <a:r>
              <a:rPr lang="de-DE" sz="2400" dirty="0" err="1"/>
              <a:t>secret</a:t>
            </a:r>
            <a:r>
              <a:rPr lang="de-DE" sz="2400" dirty="0"/>
              <a:t>) &amp;&amp; i &lt; </a:t>
            </a:r>
            <a:r>
              <a:rPr lang="de-DE" sz="2400" dirty="0" err="1"/>
              <a:t>user_input.length</a:t>
            </a:r>
            <a:r>
              <a:rPr lang="de-DE" sz="2400" dirty="0"/>
              <a:t>(); i++) {\</a:t>
            </a:r>
            <a:r>
              <a:rPr lang="de-DE" sz="2400" dirty="0" err="1"/>
              <a:t>n</a:t>
            </a:r>
            <a:r>
              <a:rPr lang="de-DE" sz="2400" dirty="0"/>
              <a:t>        </a:t>
            </a:r>
            <a:r>
              <a:rPr lang="de-DE" sz="2400" dirty="0" err="1"/>
              <a:t>if</a:t>
            </a:r>
            <a:r>
              <a:rPr lang="de-DE" sz="2400" dirty="0"/>
              <a:t> (</a:t>
            </a:r>
            <a:r>
              <a:rPr lang="de-DE" sz="2400" dirty="0" err="1"/>
              <a:t>secret</a:t>
            </a:r>
            <a:r>
              <a:rPr lang="de-DE" sz="2400" dirty="0"/>
              <a:t>[i] != </a:t>
            </a:r>
            <a:r>
              <a:rPr lang="de-DE" sz="2400" dirty="0" err="1"/>
              <a:t>user_input</a:t>
            </a:r>
            <a:r>
              <a:rPr lang="de-DE" sz="2400" dirty="0"/>
              <a:t>[i]) {\</a:t>
            </a:r>
            <a:r>
              <a:rPr lang="de-DE" sz="2400" dirty="0" err="1"/>
              <a:t>n</a:t>
            </a:r>
            <a:r>
              <a:rPr lang="de-DE" sz="2400" dirty="0"/>
              <a:t>            </a:t>
            </a:r>
            <a:r>
              <a:rPr lang="de-DE" sz="2400" dirty="0" err="1"/>
              <a:t>matches</a:t>
            </a:r>
            <a:r>
              <a:rPr lang="de-DE" sz="2400" dirty="0"/>
              <a:t> = </a:t>
            </a:r>
            <a:r>
              <a:rPr lang="de-DE" sz="2400" dirty="0" err="1"/>
              <a:t>false</a:t>
            </a:r>
            <a:r>
              <a:rPr lang="de-DE" sz="2400" dirty="0"/>
              <a:t>;\</a:t>
            </a:r>
            <a:r>
              <a:rPr lang="de-DE" sz="2400" dirty="0" err="1"/>
              <a:t>n</a:t>
            </a:r>
            <a:r>
              <a:rPr lang="de-DE" sz="2400" dirty="0"/>
              <a:t>            break;  // Early </a:t>
            </a:r>
            <a:r>
              <a:rPr lang="de-DE" sz="2400" dirty="0" err="1"/>
              <a:t>return</a:t>
            </a:r>
            <a:r>
              <a:rPr lang="de-DE" sz="2400" dirty="0"/>
              <a:t> </a:t>
            </a:r>
            <a:r>
              <a:rPr lang="de-DE" sz="2400" dirty="0" err="1"/>
              <a:t>reveals</a:t>
            </a:r>
            <a:r>
              <a:rPr lang="de-DE" sz="2400" dirty="0"/>
              <a:t> </a:t>
            </a:r>
            <a:r>
              <a:rPr lang="de-DE" sz="2400" dirty="0" err="1"/>
              <a:t>timing</a:t>
            </a:r>
            <a:r>
              <a:rPr lang="de-DE" sz="2400" dirty="0"/>
              <a:t> </a:t>
            </a:r>
            <a:r>
              <a:rPr lang="de-DE" sz="2400" dirty="0" err="1"/>
              <a:t>information</a:t>
            </a:r>
            <a:r>
              <a:rPr lang="de-DE" sz="2400" dirty="0"/>
              <a:t>\</a:t>
            </a:r>
            <a:r>
              <a:rPr lang="de-DE" sz="2400" dirty="0" err="1"/>
              <a:t>n</a:t>
            </a:r>
            <a:r>
              <a:rPr lang="de-DE" sz="2400" dirty="0"/>
              <a:t>        }\</a:t>
            </a:r>
            <a:r>
              <a:rPr lang="de-DE" sz="2400" dirty="0" err="1"/>
              <a:t>n</a:t>
            </a:r>
            <a:r>
              <a:rPr lang="de-DE" sz="2400" dirty="0"/>
              <a:t>        // </a:t>
            </a:r>
            <a:r>
              <a:rPr lang="de-DE" sz="2400" dirty="0" err="1"/>
              <a:t>Simulate</a:t>
            </a:r>
            <a:r>
              <a:rPr lang="de-DE" sz="2400" dirty="0"/>
              <a:t> </a:t>
            </a:r>
            <a:r>
              <a:rPr lang="de-DE" sz="2400" dirty="0" err="1"/>
              <a:t>processing</a:t>
            </a:r>
            <a:r>
              <a:rPr lang="de-DE" sz="2400" dirty="0"/>
              <a:t> time\</a:t>
            </a:r>
            <a:r>
              <a:rPr lang="de-DE" sz="2400" dirty="0" err="1"/>
              <a:t>n</a:t>
            </a:r>
            <a:r>
              <a:rPr lang="de-DE" sz="2400" dirty="0"/>
              <a:t>    }\</a:t>
            </a:r>
            <a:r>
              <a:rPr lang="de-DE" sz="2400" dirty="0" err="1"/>
              <a:t>n</a:t>
            </a:r>
            <a:r>
              <a:rPr lang="de-DE" sz="2400" dirty="0"/>
              <a:t>    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auto</a:t>
            </a:r>
            <a:r>
              <a:rPr lang="de-DE" sz="2400" dirty="0"/>
              <a:t> end = </a:t>
            </a:r>
            <a:r>
              <a:rPr lang="de-DE" sz="2400" dirty="0" err="1"/>
              <a:t>std</a:t>
            </a:r>
            <a:r>
              <a:rPr lang="de-DE" sz="2400" dirty="0"/>
              <a:t>::</a:t>
            </a:r>
            <a:r>
              <a:rPr lang="de-DE" sz="2400" dirty="0" err="1"/>
              <a:t>chrono</a:t>
            </a:r>
            <a:r>
              <a:rPr lang="de-DE" sz="2400" dirty="0"/>
              <a:t>::</a:t>
            </a:r>
            <a:r>
              <a:rPr lang="de-DE" sz="2400" dirty="0" err="1"/>
              <a:t>high_resolution_clock</a:t>
            </a:r>
            <a:r>
              <a:rPr lang="de-DE" sz="2400" dirty="0"/>
              <a:t>::</a:t>
            </a:r>
            <a:r>
              <a:rPr lang="de-DE" sz="2400" dirty="0" err="1"/>
              <a:t>now</a:t>
            </a:r>
            <a:r>
              <a:rPr lang="de-DE" sz="2400" dirty="0"/>
              <a:t>();\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auto</a:t>
            </a:r>
            <a:r>
              <a:rPr lang="de-DE" sz="2400" dirty="0"/>
              <a:t> </a:t>
            </a:r>
            <a:r>
              <a:rPr lang="de-DE" sz="2400" dirty="0" err="1"/>
              <a:t>duration</a:t>
            </a:r>
            <a:r>
              <a:rPr lang="de-DE" sz="2400" dirty="0"/>
              <a:t> = </a:t>
            </a:r>
            <a:r>
              <a:rPr lang="de-DE" sz="2400" dirty="0" err="1"/>
              <a:t>std</a:t>
            </a:r>
            <a:r>
              <a:rPr lang="de-DE" sz="2400" dirty="0"/>
              <a:t>::</a:t>
            </a:r>
            <a:r>
              <a:rPr lang="de-DE" sz="2400" dirty="0" err="1"/>
              <a:t>chrono</a:t>
            </a:r>
            <a:r>
              <a:rPr lang="de-DE" sz="2400" dirty="0"/>
              <a:t>::</a:t>
            </a:r>
            <a:r>
              <a:rPr lang="de-DE" sz="2400" dirty="0" err="1"/>
              <a:t>duration_cast</a:t>
            </a:r>
            <a:r>
              <a:rPr lang="de-DE" sz="2400" dirty="0"/>
              <a:t>&lt;</a:t>
            </a:r>
            <a:r>
              <a:rPr lang="de-DE" sz="2400" dirty="0" err="1"/>
              <a:t>std</a:t>
            </a:r>
            <a:r>
              <a:rPr lang="de-DE" sz="2400" dirty="0"/>
              <a:t>::</a:t>
            </a:r>
            <a:r>
              <a:rPr lang="de-DE" sz="2400" dirty="0" err="1"/>
              <a:t>chrono</a:t>
            </a:r>
            <a:r>
              <a:rPr lang="de-DE" sz="2400" dirty="0"/>
              <a:t>::</a:t>
            </a:r>
            <a:r>
              <a:rPr lang="de-DE" sz="2400" dirty="0" err="1"/>
              <a:t>microseconds</a:t>
            </a:r>
            <a:r>
              <a:rPr lang="de-DE" sz="2400" dirty="0"/>
              <a:t>&gt;(end - </a:t>
            </a:r>
            <a:r>
              <a:rPr lang="de-DE" sz="2400" dirty="0" err="1"/>
              <a:t>start</a:t>
            </a:r>
            <a:r>
              <a:rPr lang="de-DE" sz="2400" dirty="0"/>
              <a:t>);\</a:t>
            </a:r>
            <a:r>
              <a:rPr lang="de-DE" sz="2400" dirty="0" err="1"/>
              <a:t>n</a:t>
            </a:r>
            <a:r>
              <a:rPr lang="de-DE" sz="2400" dirty="0"/>
              <a:t>    \</a:t>
            </a:r>
            <a:r>
              <a:rPr lang="de-DE" sz="2400" dirty="0" err="1"/>
              <a:t>n</a:t>
            </a:r>
            <a:r>
              <a:rPr lang="de-DE" sz="2400" dirty="0"/>
              <a:t>    </a:t>
            </a:r>
            <a:r>
              <a:rPr lang="de-DE" sz="2400" dirty="0" err="1"/>
              <a:t>printf</a:t>
            </a:r>
            <a:r>
              <a:rPr lang="de-DE" sz="2400" dirty="0"/>
              <a:t>(\"Password check </a:t>
            </a:r>
            <a:r>
              <a:rPr lang="de-DE" sz="2400" dirty="0" err="1"/>
              <a:t>took</a:t>
            </a:r>
            <a:r>
              <a:rPr lang="de-DE" sz="2400" dirty="0"/>
              <a:t> %</a:t>
            </a:r>
            <a:r>
              <a:rPr lang="de-DE" sz="2400" dirty="0" err="1"/>
              <a:t>ld</a:t>
            </a:r>
            <a:r>
              <a:rPr lang="de-DE" sz="2400" dirty="0"/>
              <a:t> </a:t>
            </a:r>
            <a:r>
              <a:rPr lang="de-DE" sz="2400" dirty="0" err="1"/>
              <a:t>microseconds</a:t>
            </a:r>
            <a:r>
              <a:rPr lang="de-DE" sz="2400" dirty="0"/>
              <a:t>, match: %s\\</a:t>
            </a:r>
            <a:r>
              <a:rPr lang="de-DE" sz="2400" dirty="0" err="1"/>
              <a:t>n</a:t>
            </a:r>
            <a:r>
              <a:rPr lang="de-DE" sz="2400" dirty="0"/>
              <a:t>\", \</a:t>
            </a:r>
            <a:r>
              <a:rPr lang="de-DE" sz="2400" dirty="0" err="1"/>
              <a:t>n</a:t>
            </a:r>
            <a:r>
              <a:rPr lang="de-DE" sz="2400" dirty="0"/>
              <a:t>           </a:t>
            </a:r>
            <a:r>
              <a:rPr lang="de-DE" sz="2400" dirty="0" err="1"/>
              <a:t>duration.count</a:t>
            </a:r>
            <a:r>
              <a:rPr lang="de-DE" sz="2400" dirty="0"/>
              <a:t>(), </a:t>
            </a:r>
            <a:r>
              <a:rPr lang="de-DE" sz="2400" dirty="0" err="1"/>
              <a:t>matches</a:t>
            </a:r>
            <a:r>
              <a:rPr lang="de-DE" sz="2400" dirty="0"/>
              <a:t> ? \"</a:t>
            </a:r>
            <a:r>
              <a:rPr lang="de-DE" sz="2400" dirty="0" err="1"/>
              <a:t>true</a:t>
            </a:r>
            <a:r>
              <a:rPr lang="de-DE" sz="2400" dirty="0"/>
              <a:t>\" : \"</a:t>
            </a:r>
            <a:r>
              <a:rPr lang="de-DE" sz="2400" dirty="0" err="1"/>
              <a:t>false</a:t>
            </a:r>
            <a:r>
              <a:rPr lang="de-DE" sz="2400" dirty="0"/>
              <a:t>\");\</a:t>
            </a:r>
            <a:r>
              <a:rPr lang="de-DE" sz="2400" dirty="0" err="1"/>
              <a:t>n</a:t>
            </a:r>
            <a:r>
              <a:rPr lang="de-DE" sz="2400" dirty="0"/>
              <a:t>}"}</a:t>
            </a:r>
          </a:p>
          <a:p>
            <a:endParaRPr lang="de-DE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A380A2-64F4-3A3E-0C2E-EC2BB1E5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CF5D40-E672-3324-A73B-F5A9BAC0633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D6E05-4628-1526-7A27-98117F09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FA28-4019-739F-747B-C05EFB23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365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31CDE-DAC8-7535-52E4-A0E48F58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14ED5-BC79-1C5F-47E6-B3FEDC066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To train open source LLMS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32b – needs more than 60gb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14b – (32 – 37gb)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7b –  24gb ram without any background process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1.5b – 14gb ram</a:t>
            </a:r>
          </a:p>
          <a:p>
            <a:endParaRPr lang="en-US" sz="2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7F4AD4-E89B-8A11-E012-9A72CDC0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A387EB-95C5-609D-DBE1-3E7596ADB3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C29E6-DF14-F907-C9FC-ADF2DD35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CD8A4-3687-98F1-555B-BBA2FB5F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7525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3EAFE6-E0CF-D0B7-636C-952FD9B7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0A956-AE0F-5634-4264-29D9035F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C752F-4FE5-4264-2184-BF30F22FE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	 </a:t>
            </a:r>
          </a:p>
          <a:p>
            <a:pPr algn="ctr"/>
            <a:r>
              <a:rPr lang="en-US" sz="2200" dirty="0"/>
              <a:t>   NAME                                  	                		SIZE    </a:t>
            </a:r>
          </a:p>
          <a:p>
            <a:r>
              <a:rPr lang="en-US" sz="2200" dirty="0"/>
              <a:t>   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qwen2.5-coder:1.5b                                   				986 MB  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qwen-fuzzer-1.5-709-examples:latest         				3.1 GB  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qwen-fuzzer-1.5-172-examples:latest         				3.1 GB       </a:t>
            </a:r>
          </a:p>
          <a:p>
            <a:endParaRPr lang="de-DE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6C1A3F-5D3B-822D-52DA-4611661C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8237B7-95B0-CEC3-D34E-F68A4D0A1E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r>
              <a:rPr lang="en-US" dirty="0"/>
              <a:t>Trained </a:t>
            </a:r>
            <a:r>
              <a:rPr lang="en-US" dirty="0" err="1"/>
              <a:t>llms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AEF53-20DD-7910-A872-B5F16FA2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239D7-B5AE-DB9B-B5BA-4750DF0B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0229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24BCEA-B367-14CE-3319-5B67DE065F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75691" name="Titel 20">
            <a:extLst>
              <a:ext uri="{FF2B5EF4-FFF2-40B4-BE49-F238E27FC236}">
                <a16:creationId xmlns:a16="http://schemas.microsoft.com/office/drawing/2014/main" id="{E37670A9-C218-DE5E-9807-49719DD7B39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18318" y="2847301"/>
            <a:ext cx="11157743" cy="1163395"/>
          </a:xfrm>
        </p:spPr>
        <p:txBody>
          <a:bodyPr/>
          <a:lstStyle/>
          <a:p>
            <a:br>
              <a:rPr lang="en-US" dirty="0">
                <a:latin typeface="Helvetica" pitchFamily="2" charset="0"/>
              </a:rPr>
            </a:br>
            <a:r>
              <a:rPr lang="en-US" dirty="0">
                <a:effectLst/>
                <a:latin typeface="Helvetica" pitchFamily="2" charset="0"/>
              </a:rPr>
              <a:t>Conclusion</a:t>
            </a:r>
            <a:br>
              <a:rPr lang="en-US" dirty="0">
                <a:effectLst/>
                <a:latin typeface="Helvetica" pitchFamily="2" charset="0"/>
              </a:rPr>
            </a:br>
            <a:endParaRPr dirty="0"/>
          </a:p>
        </p:txBody>
      </p:sp>
      <p:sp>
        <p:nvSpPr>
          <p:cNvPr id="2049401721" name="Datumsplatzhalter 1">
            <a:extLst>
              <a:ext uri="{FF2B5EF4-FFF2-40B4-BE49-F238E27FC236}">
                <a16:creationId xmlns:a16="http://schemas.microsoft.com/office/drawing/2014/main" id="{90319386-56C1-D477-8F55-2AC4E400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4C78AF-DC73-7FC7-A0E6-8C34D8D5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FEC91-258E-35FB-9562-886A5565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328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0B38-E09A-939D-A292-F7B9D048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2156F-3B88-D49C-7492-320C0F7C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6ECA5-A5B3-13A5-FCFC-1F15C23125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b="1" dirty="0"/>
              <a:t>Key Achievements:</a:t>
            </a:r>
            <a:endParaRPr lang="en-US" sz="2200" dirty="0"/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Successfully demonstrated LLM-based fuzzing integration in CI/CD pipelines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Achieved significant performance improvements over traditional methods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Developed cost-effective solution using </a:t>
            </a:r>
            <a:r>
              <a:rPr lang="en-US" sz="2200" dirty="0" err="1"/>
              <a:t>LoRA</a:t>
            </a:r>
            <a:r>
              <a:rPr lang="en-US" sz="2200" dirty="0"/>
              <a:t> fine-tuning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Created practical implementation within automotive constraints</a:t>
            </a:r>
          </a:p>
          <a:p>
            <a:r>
              <a:rPr lang="en-US" sz="2200" b="1" dirty="0"/>
              <a:t>Technical Contributions:</a:t>
            </a:r>
            <a:endParaRPr lang="en-US" sz="2200" dirty="0"/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Novel AI-assisted white-box fuzzing for automotive platforms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Seamless CI/CD/CT pipeline integration with zero-downtime deployment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Automated test artifact generation using fine-tuned LLMs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Comprehensive evaluation framework with multiple metrics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A35198-1C5D-E19A-B8DC-FDFC1A61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A75F66-65C1-5A78-D64D-9E7203F2FD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B31AA-0598-3997-5FE0-BF0446E7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08E-CF9C-EADD-0B29-F5883916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19136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AC8CB5-E393-5931-EEC8-7423CFC6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C0FB8-7587-F189-2E57-BE899C46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F563F-C5E6-3904-593B-A20A1CA80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b="1" dirty="0"/>
              <a:t>Impact &amp; Validation:</a:t>
            </a:r>
            <a:endParaRPr lang="en-US" sz="2200" dirty="0"/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Real-world validation in CARIAD's development environment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Demonstrated cost reduction from thousands to under $1 per campaign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Enhanced security testing without impacting development velocity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Established foundation for automotive-specific AI fuzzing frameworks</a:t>
            </a:r>
          </a:p>
          <a:p>
            <a:r>
              <a:rPr lang="en-US" sz="2200" b="1" dirty="0"/>
              <a:t>Future Research Directions:</a:t>
            </a:r>
            <a:endParaRPr lang="en-US" sz="2200" dirty="0"/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Integration with safety standards (ISO 26262, ISO 21434)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Real-time constraint handling for automotive requirements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Multi-ECU testing approaches for distributed architectures</a:t>
            </a:r>
          </a:p>
          <a:p>
            <a:pPr marL="5229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Standardization of safety-critical evaluation frameworks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9D25F4-DF19-B6C7-8C38-BD5E0D6F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B55CEC-6FD8-D697-DE83-1AF7E13F495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57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E8E7A-E9AD-5C04-96D1-3E942B11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86EE0-E7EB-C840-36F0-778BFF7C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3642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209339" name="Titel 6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12190023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 dirty="0">
              <a:latin typeface="FAUSans Office"/>
              <a:cs typeface="FAUSans Office"/>
            </a:endParaRPr>
          </a:p>
        </p:txBody>
      </p:sp>
      <p:sp>
        <p:nvSpPr>
          <p:cNvPr id="1493203389" name="Textplatzhalter 8"/>
          <p:cNvSpPr>
            <a:spLocks noGrp="1"/>
          </p:cNvSpPr>
          <p:nvPr>
            <p:ph type="body" sz="quarter" idx="24"/>
          </p:nvPr>
        </p:nvSpPr>
        <p:spPr bwMode="auto">
          <a:xfrm>
            <a:off x="2497190" y="2835964"/>
            <a:ext cx="7200000" cy="2160000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FAUSans Office"/>
                <a:cs typeface="FAUSans Office"/>
              </a:rPr>
              <a:t>„</a:t>
            </a:r>
            <a:r>
              <a:rPr lang="en-US" b="1" dirty="0"/>
              <a:t>This thesis focuses on integrating AI and LLMs into CI/CD/CT pipelines to improve the security testing of automotive software</a:t>
            </a:r>
            <a:r>
              <a:rPr lang="de-DE" dirty="0">
                <a:latin typeface="FAUSans Office"/>
                <a:cs typeface="FAUSans Office"/>
              </a:rPr>
              <a:t>.“</a:t>
            </a:r>
            <a:endParaRPr dirty="0"/>
          </a:p>
        </p:txBody>
      </p:sp>
      <p:sp>
        <p:nvSpPr>
          <p:cNvPr id="672220426" name="Textplatzhalter 7"/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57250"/>
          </a:xfrm>
        </p:spPr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89D849-4780-F8F5-39A7-342CE92A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01A71-2D83-2E1D-3875-8239E6CE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47</a:t>
            </a:fld>
            <a:endParaRPr lang="de-DE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003313" name="Titel 9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FAUSans Office"/>
                <a:cs typeface="FAUSans Office"/>
              </a:rPr>
              <a:t>Timeline</a:t>
            </a:r>
            <a:endParaRPr dirty="0"/>
          </a:p>
        </p:txBody>
      </p:sp>
      <p:sp>
        <p:nvSpPr>
          <p:cNvPr id="227815287" name="Datumsplatzhalter 1"/>
          <p:cNvSpPr>
            <a:spLocks noGrp="1"/>
          </p:cNvSpPr>
          <p:nvPr>
            <p:ph type="dt" sz="half" idx="10"/>
          </p:nvPr>
        </p:nvSpPr>
        <p:spPr bwMode="auto">
          <a:xfrm>
            <a:off x="10588873" y="6634666"/>
            <a:ext cx="678071" cy="123111"/>
          </a:xfrm>
        </p:spPr>
        <p:txBody>
          <a:bodyPr/>
          <a:lstStyle/>
          <a:p>
            <a:pPr>
              <a:defRPr/>
            </a:pPr>
            <a:r>
              <a:rPr lang="en-US">
                <a:latin typeface="FAUSans Office"/>
              </a:rPr>
              <a:t>9/26/25</a:t>
            </a:r>
            <a:endParaRPr lang="de-DE">
              <a:latin typeface="FAUSans Office"/>
              <a:cs typeface="FAUSans Office"/>
            </a:endParaRPr>
          </a:p>
        </p:txBody>
      </p:sp>
      <p:cxnSp>
        <p:nvCxnSpPr>
          <p:cNvPr id="1409475628" name="Gerader Verbinder 13"/>
          <p:cNvCxnSpPr/>
          <p:nvPr/>
        </p:nvCxnSpPr>
        <p:spPr bwMode="auto">
          <a:xfrm>
            <a:off x="518317" y="3786038"/>
            <a:ext cx="11157746" cy="0"/>
          </a:xfrm>
          <a:prstGeom prst="line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02472" name="Rechteck 18"/>
          <p:cNvSpPr/>
          <p:nvPr/>
        </p:nvSpPr>
        <p:spPr bwMode="auto">
          <a:xfrm>
            <a:off x="87831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01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04977787" name="Textfeld 19"/>
          <p:cNvSpPr txBox="1"/>
          <p:nvPr/>
        </p:nvSpPr>
        <p:spPr bwMode="auto">
          <a:xfrm>
            <a:off x="123831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Literature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Review and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Familarizing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softwares</a:t>
            </a:r>
            <a:endParaRPr dirty="0"/>
          </a:p>
        </p:txBody>
      </p:sp>
      <p:cxnSp>
        <p:nvCxnSpPr>
          <p:cNvPr id="1512465606" name="Gerader Verbinder 21"/>
          <p:cNvCxnSpPr/>
          <p:nvPr/>
        </p:nvCxnSpPr>
        <p:spPr bwMode="auto">
          <a:xfrm>
            <a:off x="105831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264661" name="Rechteck 27"/>
          <p:cNvSpPr/>
          <p:nvPr/>
        </p:nvSpPr>
        <p:spPr bwMode="auto">
          <a:xfrm>
            <a:off x="253628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02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60717030" name="Textfeld 28"/>
          <p:cNvSpPr txBox="1"/>
          <p:nvPr/>
        </p:nvSpPr>
        <p:spPr bwMode="auto">
          <a:xfrm>
            <a:off x="2880784" y="4500707"/>
            <a:ext cx="1785540" cy="12392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Local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and Benchmarking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Evaluation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metrics</a:t>
            </a:r>
            <a:endParaRPr lang="de-DE" dirty="0"/>
          </a:p>
        </p:txBody>
      </p:sp>
      <p:cxnSp>
        <p:nvCxnSpPr>
          <p:cNvPr id="892333205" name="Gerader Verbinder 29"/>
          <p:cNvCxnSpPr/>
          <p:nvPr/>
        </p:nvCxnSpPr>
        <p:spPr bwMode="auto">
          <a:xfrm>
            <a:off x="271628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0901893" name="Rechteck 32"/>
          <p:cNvSpPr/>
          <p:nvPr/>
        </p:nvSpPr>
        <p:spPr bwMode="auto">
          <a:xfrm>
            <a:off x="419424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03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1816855620" name="Textfeld 33"/>
          <p:cNvSpPr txBox="1"/>
          <p:nvPr/>
        </p:nvSpPr>
        <p:spPr bwMode="auto">
          <a:xfrm>
            <a:off x="4554247" y="1987930"/>
            <a:ext cx="1785540" cy="1264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Open source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training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cloud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testing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(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OpenAi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)</a:t>
            </a:r>
            <a:endParaRPr dirty="0"/>
          </a:p>
        </p:txBody>
      </p:sp>
      <p:cxnSp>
        <p:nvCxnSpPr>
          <p:cNvPr id="492820990" name="Gerader Verbinder 34"/>
          <p:cNvCxnSpPr/>
          <p:nvPr/>
        </p:nvCxnSpPr>
        <p:spPr bwMode="auto">
          <a:xfrm>
            <a:off x="437424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7339137" name="Rechteck 36"/>
          <p:cNvSpPr/>
          <p:nvPr/>
        </p:nvSpPr>
        <p:spPr bwMode="auto">
          <a:xfrm>
            <a:off x="585221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04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1545243349" name="Textfeld 37"/>
          <p:cNvSpPr txBox="1"/>
          <p:nvPr/>
        </p:nvSpPr>
        <p:spPr bwMode="auto">
          <a:xfrm>
            <a:off x="6212212" y="4500708"/>
            <a:ext cx="1785540" cy="12392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</a:rPr>
              <a:t>Automation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of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llm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locally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adaption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to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the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</a:rPr>
              <a:t>production</a:t>
            </a:r>
            <a:r>
              <a:rPr lang="de-DE" b="1" dirty="0">
                <a:solidFill>
                  <a:prstClr val="black"/>
                </a:solidFill>
                <a:latin typeface="FAUSans Office"/>
              </a:rPr>
              <a:t> code</a:t>
            </a:r>
            <a:endParaRPr dirty="0"/>
          </a:p>
        </p:txBody>
      </p:sp>
      <p:cxnSp>
        <p:nvCxnSpPr>
          <p:cNvPr id="1770243050" name="Gerader Verbinder 38"/>
          <p:cNvCxnSpPr/>
          <p:nvPr/>
        </p:nvCxnSpPr>
        <p:spPr bwMode="auto">
          <a:xfrm>
            <a:off x="603221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395813" name="Rechteck 40"/>
          <p:cNvSpPr/>
          <p:nvPr/>
        </p:nvSpPr>
        <p:spPr bwMode="auto">
          <a:xfrm>
            <a:off x="751017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05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290627400" name="Textfeld 41"/>
          <p:cNvSpPr txBox="1"/>
          <p:nvPr/>
        </p:nvSpPr>
        <p:spPr bwMode="auto">
          <a:xfrm>
            <a:off x="7894319" y="1903888"/>
            <a:ext cx="1785540" cy="1704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LLM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Fuzzing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in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the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ci/cd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pipeline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with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jfrog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and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azure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endpoints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in </a:t>
            </a:r>
            <a:r>
              <a:rPr lang="de-DE" b="1" dirty="0" err="1">
                <a:solidFill>
                  <a:prstClr val="black"/>
                </a:solidFill>
                <a:latin typeface="FAUSans Office"/>
                <a:cs typeface="FAUSans Office"/>
              </a:rPr>
              <a:t>github</a:t>
            </a: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 </a:t>
            </a:r>
            <a:br>
              <a:rPr lang="de-DE" sz="1400" u="none" strike="noStrike" cap="none" spc="0" dirty="0">
                <a:ln>
                  <a:noFill/>
                </a:ln>
                <a:solidFill>
                  <a:prstClr val="black"/>
                </a:solidFill>
                <a:latin typeface="FAUSans Office"/>
                <a:cs typeface="FAUSans Office"/>
              </a:rPr>
            </a:br>
            <a:r>
              <a:rPr lang="de-DE" sz="1400" u="none" strike="noStrike" cap="none" spc="0" dirty="0">
                <a:ln>
                  <a:noFill/>
                </a:ln>
                <a:solidFill>
                  <a:prstClr val="black"/>
                </a:solidFill>
                <a:latin typeface="FAUSans Office"/>
                <a:cs typeface="FAUSans Office"/>
              </a:rPr>
              <a:t>.							</a:t>
            </a:r>
            <a:endParaRPr dirty="0"/>
          </a:p>
        </p:txBody>
      </p:sp>
      <p:cxnSp>
        <p:nvCxnSpPr>
          <p:cNvPr id="248937115" name="Gerader Verbinder 42"/>
          <p:cNvCxnSpPr/>
          <p:nvPr/>
        </p:nvCxnSpPr>
        <p:spPr bwMode="auto">
          <a:xfrm>
            <a:off x="769017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802119" name="Rechteck 44"/>
          <p:cNvSpPr/>
          <p:nvPr/>
        </p:nvSpPr>
        <p:spPr bwMode="auto">
          <a:xfrm>
            <a:off x="9168143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  <a:latin typeface="FAUSans Office"/>
                <a:cs typeface="FAUSans Office"/>
              </a:rPr>
              <a:t>06</a:t>
            </a:r>
            <a:endParaRPr lang="de-DE" b="1" u="none" strike="noStrike" cap="none" spc="0">
              <a:ln>
                <a:noFill/>
              </a:ln>
              <a:solidFill>
                <a:schemeClr val="bg1"/>
              </a:solidFill>
              <a:latin typeface="FAUSans Office"/>
              <a:cs typeface="FAUSans Office"/>
            </a:endParaRPr>
          </a:p>
        </p:txBody>
      </p:sp>
      <p:sp>
        <p:nvSpPr>
          <p:cNvPr id="802702208" name="Textfeld 45"/>
          <p:cNvSpPr txBox="1"/>
          <p:nvPr/>
        </p:nvSpPr>
        <p:spPr bwMode="auto">
          <a:xfrm>
            <a:off x="9528143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/>
            </a:pPr>
            <a:r>
              <a:rPr lang="de-DE" b="1" dirty="0">
                <a:solidFill>
                  <a:prstClr val="black"/>
                </a:solidFill>
                <a:latin typeface="FAUSans Office"/>
                <a:cs typeface="FAUSans Office"/>
              </a:rPr>
              <a:t>Writing Thesis</a:t>
            </a:r>
            <a:endParaRPr dirty="0"/>
          </a:p>
        </p:txBody>
      </p:sp>
      <p:cxnSp>
        <p:nvCxnSpPr>
          <p:cNvPr id="433184560" name="Gerader Verbinder 46"/>
          <p:cNvCxnSpPr/>
          <p:nvPr/>
        </p:nvCxnSpPr>
        <p:spPr bwMode="auto">
          <a:xfrm>
            <a:off x="9348143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6F6C2-B110-0E92-9F37-51EE94D60D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AD14AB-48C4-0984-49C3-A8646B58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AB402-6D83-6A3A-6B5C-BE912CF2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320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0491" name="Textplatzhalter 1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36988355" name="Textplatzhalter 2"/>
          <p:cNvSpPr>
            <a:spLocks noGrp="1"/>
          </p:cNvSpPr>
          <p:nvPr>
            <p:ph type="body" sz="quarter" idx="13"/>
          </p:nvPr>
        </p:nvSpPr>
        <p:spPr bwMode="auto">
          <a:xfrm>
            <a:off x="518317" y="2652025"/>
            <a:ext cx="11157745" cy="1553952"/>
          </a:xfrm>
        </p:spPr>
        <p:txBody>
          <a:bodyPr/>
          <a:lstStyle/>
          <a:p>
            <a:pPr>
              <a:defRPr/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B85F-3E55-7C72-3E1B-47628EDB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15989-12A1-E5A2-A822-787D5E95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9/26/25</a:t>
            </a:r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1FA012-18DB-6E9B-9CEB-651BE9D48B4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B0E61D-3A22-7B96-8D24-DC9937ABB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51" y="1375215"/>
            <a:ext cx="7772400" cy="479518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F49CF-9D71-0645-0997-AE6F2BDF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Master Thesis: AI Usage in CI/CD/CT Pipelines for Compute Platforms in Automotives</a:t>
            </a:r>
          </a:p>
          <a:p>
            <a:r>
              <a:rPr lang="de-DE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9D5E9-59E2-FDDC-D8E8-E7419218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9F9DF-37BD-4CD6-BF49-65BA579E1D7A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35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6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11540</TotalTime>
  <Words>2929</Words>
  <Application>Microsoft Macintosh PowerPoint</Application>
  <PresentationFormat>Widescreen</PresentationFormat>
  <Paragraphs>556</Paragraphs>
  <Slides>50</Slides>
  <Notes>40</Notes>
  <HiddenSlides>18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Calibri</vt:lpstr>
      <vt:lpstr>FAUSans Office</vt:lpstr>
      <vt:lpstr>FK CARIAD Light</vt:lpstr>
      <vt:lpstr>Helvetica</vt:lpstr>
      <vt:lpstr>Symbol</vt:lpstr>
      <vt:lpstr>Wingdings</vt:lpstr>
      <vt:lpstr>FAU - Technische Fakultät</vt:lpstr>
      <vt:lpstr>think-cell Folie</vt:lpstr>
      <vt:lpstr>Master Thesis: AI Usage in CI/CD/CT Pipelines for  Compute Platforms in Automotive</vt:lpstr>
      <vt:lpstr>Agenda </vt:lpstr>
      <vt:lpstr> Introduction &amp; Problem Statement </vt:lpstr>
      <vt:lpstr>Introduction</vt:lpstr>
      <vt:lpstr>PowerPoint Presentation</vt:lpstr>
      <vt:lpstr>Problem Statement</vt:lpstr>
      <vt:lpstr> Background </vt:lpstr>
      <vt:lpstr>Fuzzing</vt:lpstr>
      <vt:lpstr>CI/CD Pipeline</vt:lpstr>
      <vt:lpstr> Research Objectives </vt:lpstr>
      <vt:lpstr>PowerPoint Presentation</vt:lpstr>
      <vt:lpstr>PowerPoint Presentation</vt:lpstr>
      <vt:lpstr>PowerPoint Presentation</vt:lpstr>
      <vt:lpstr>Expected Outcomes</vt:lpstr>
      <vt:lpstr> Research Questions </vt:lpstr>
      <vt:lpstr>PowerPoint Presentation</vt:lpstr>
      <vt:lpstr>PowerPoint Presentation</vt:lpstr>
      <vt:lpstr> Literature Review &amp; State of the Art </vt:lpstr>
      <vt:lpstr>Literature review with quantitative analysis </vt:lpstr>
      <vt:lpstr>From Traditional AI to LLMs - The Technical Journey </vt:lpstr>
      <vt:lpstr> Research Gaps  &amp; Critical Findings</vt:lpstr>
      <vt:lpstr>Solutions proposed and implemented</vt:lpstr>
      <vt:lpstr>The TitanFuzz Revolution &amp; Beyond </vt:lpstr>
      <vt:lpstr> Automotive Domain Applications</vt:lpstr>
      <vt:lpstr>Key Takeaways</vt:lpstr>
      <vt:lpstr>Overview</vt:lpstr>
      <vt:lpstr>PowerPoint Presentation</vt:lpstr>
      <vt:lpstr>LLM Fuzzing  </vt:lpstr>
      <vt:lpstr>Tools </vt:lpstr>
      <vt:lpstr>Continuous Fuzzing </vt:lpstr>
      <vt:lpstr>Method</vt:lpstr>
      <vt:lpstr>Approach</vt:lpstr>
      <vt:lpstr>Local LLMs</vt:lpstr>
      <vt:lpstr>Models</vt:lpstr>
      <vt:lpstr>PowerPoint Presentation</vt:lpstr>
      <vt:lpstr>PowerPoint Presentation</vt:lpstr>
      <vt:lpstr>Evaluation  </vt:lpstr>
      <vt:lpstr>LLM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 </vt:lpstr>
      <vt:lpstr>PowerPoint Presentation</vt:lpstr>
      <vt:lpstr>PowerPoint Presentation</vt:lpstr>
      <vt:lpstr>PowerPoint Presentation</vt:lpstr>
      <vt:lpstr>Timeline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Babu, Morris Darren</cp:lastModifiedBy>
  <cp:revision>168</cp:revision>
  <dcterms:created xsi:type="dcterms:W3CDTF">2021-11-18T07:49:57Z</dcterms:created>
  <dcterms:modified xsi:type="dcterms:W3CDTF">2025-09-25T13:39:12Z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  <property fmtid="{D5CDD505-2E9C-101B-9397-08002B2CF9AE}" pid="3" name="ClassificationContentMarkingFooterLocations">
    <vt:lpwstr>FAU - Technische Fakultät:3</vt:lpwstr>
  </property>
  <property fmtid="{D5CDD505-2E9C-101B-9397-08002B2CF9AE}" pid="4" name="ClassificationContentMarkingFooterText">
    <vt:lpwstr>INTERNAL</vt:lpwstr>
  </property>
</Properties>
</file>